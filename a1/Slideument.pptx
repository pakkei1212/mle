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530" r:id="rId5"/>
    <p:sldId id="539" r:id="rId6"/>
    <p:sldId id="547" r:id="rId7"/>
    <p:sldId id="548" r:id="rId8"/>
    <p:sldId id="549" r:id="rId9"/>
    <p:sldId id="545" r:id="rId10"/>
    <p:sldId id="533" r:id="rId11"/>
    <p:sldId id="535" r:id="rId12"/>
    <p:sldId id="536" r:id="rId13"/>
    <p:sldId id="537" r:id="rId14"/>
    <p:sldId id="546" r:id="rId15"/>
    <p:sldId id="538" r:id="rId16"/>
    <p:sldId id="540" r:id="rId17"/>
    <p:sldId id="541" r:id="rId18"/>
    <p:sldId id="543" r:id="rId19"/>
    <p:sldId id="54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C830"/>
    <a:srgbClr val="A6A6A6"/>
    <a:srgbClr val="382C5B"/>
    <a:srgbClr val="D0B74C"/>
    <a:srgbClr val="FFFFFF"/>
    <a:srgbClr val="4F418B"/>
    <a:srgbClr val="D2BF36"/>
    <a:srgbClr val="8822EE"/>
    <a:srgbClr val="F01688"/>
    <a:srgbClr val="2F21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833BE6-F15C-41A1-A5FF-96EBD17DD396}" v="103" dt="2025-09-26T16:03:05.5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22"/>
  </p:normalViewPr>
  <p:slideViewPr>
    <p:cSldViewPr snapToGrid="0">
      <p:cViewPr>
        <p:scale>
          <a:sx n="70" d="100"/>
          <a:sy n="70" d="100"/>
        </p:scale>
        <p:origin x="1094" y="1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P Pak Kei" userId="84071794-bab4-4b42-9f59-0a1beb5d37e7" providerId="ADAL" clId="{327E37EB-F7D8-42A2-B640-10DB968EB23A}"/>
    <pc:docChg chg="undo custSel addSld modSld sldOrd modMainMaster modNotesMaster">
      <pc:chgData name="YIP Pak Kei" userId="84071794-bab4-4b42-9f59-0a1beb5d37e7" providerId="ADAL" clId="{327E37EB-F7D8-42A2-B640-10DB968EB23A}" dt="2025-09-26T16:03:26.920" v="3318" actId="14100"/>
      <pc:docMkLst>
        <pc:docMk/>
      </pc:docMkLst>
      <pc:sldChg chg="modSp mod">
        <pc:chgData name="YIP Pak Kei" userId="84071794-bab4-4b42-9f59-0a1beb5d37e7" providerId="ADAL" clId="{327E37EB-F7D8-42A2-B640-10DB968EB23A}" dt="2025-09-26T15:31:21.360" v="3017" actId="20577"/>
        <pc:sldMkLst>
          <pc:docMk/>
          <pc:sldMk cId="1723491119" sldId="530"/>
        </pc:sldMkLst>
        <pc:spChg chg="mod">
          <ac:chgData name="YIP Pak Kei" userId="84071794-bab4-4b42-9f59-0a1beb5d37e7" providerId="ADAL" clId="{327E37EB-F7D8-42A2-B640-10DB968EB23A}" dt="2025-09-26T14:17:38.383" v="2010"/>
          <ac:spMkLst>
            <pc:docMk/>
            <pc:sldMk cId="1723491119" sldId="530"/>
            <ac:spMk id="2" creationId="{DC870DB4-0446-EF22-E8E0-3A5B83923AC0}"/>
          </ac:spMkLst>
        </pc:spChg>
        <pc:spChg chg="mod">
          <ac:chgData name="YIP Pak Kei" userId="84071794-bab4-4b42-9f59-0a1beb5d37e7" providerId="ADAL" clId="{327E37EB-F7D8-42A2-B640-10DB968EB23A}" dt="2025-09-26T15:31:21.360" v="3017" actId="20577"/>
          <ac:spMkLst>
            <pc:docMk/>
            <pc:sldMk cId="1723491119" sldId="530"/>
            <ac:spMk id="3" creationId="{696329B1-2D04-0F3A-1081-C5117D8CE122}"/>
          </ac:spMkLst>
        </pc:spChg>
      </pc:sldChg>
      <pc:sldChg chg="modSp">
        <pc:chgData name="YIP Pak Kei" userId="84071794-bab4-4b42-9f59-0a1beb5d37e7" providerId="ADAL" clId="{327E37EB-F7D8-42A2-B640-10DB968EB23A}" dt="2025-09-26T14:17:38.383" v="2010"/>
        <pc:sldMkLst>
          <pc:docMk/>
          <pc:sldMk cId="3380759881" sldId="533"/>
        </pc:sldMkLst>
        <pc:spChg chg="mod">
          <ac:chgData name="YIP Pak Kei" userId="84071794-bab4-4b42-9f59-0a1beb5d37e7" providerId="ADAL" clId="{327E37EB-F7D8-42A2-B640-10DB968EB23A}" dt="2025-09-26T14:17:38.383" v="2010"/>
          <ac:spMkLst>
            <pc:docMk/>
            <pc:sldMk cId="3380759881" sldId="533"/>
            <ac:spMk id="2" creationId="{F41F0E99-07CC-9576-AFD7-C52151AD0EA3}"/>
          </ac:spMkLst>
        </pc:spChg>
        <pc:spChg chg="mod">
          <ac:chgData name="YIP Pak Kei" userId="84071794-bab4-4b42-9f59-0a1beb5d37e7" providerId="ADAL" clId="{327E37EB-F7D8-42A2-B640-10DB968EB23A}" dt="2025-09-26T14:17:38.383" v="2010"/>
          <ac:spMkLst>
            <pc:docMk/>
            <pc:sldMk cId="3380759881" sldId="533"/>
            <ac:spMk id="3" creationId="{5A82A8B0-333F-633E-3FA7-D38DBFB10971}"/>
          </ac:spMkLst>
        </pc:spChg>
      </pc:sldChg>
      <pc:sldChg chg="modSp">
        <pc:chgData name="YIP Pak Kei" userId="84071794-bab4-4b42-9f59-0a1beb5d37e7" providerId="ADAL" clId="{327E37EB-F7D8-42A2-B640-10DB968EB23A}" dt="2025-09-26T14:17:38.383" v="2010"/>
        <pc:sldMkLst>
          <pc:docMk/>
          <pc:sldMk cId="1372651910" sldId="535"/>
        </pc:sldMkLst>
        <pc:spChg chg="mod">
          <ac:chgData name="YIP Pak Kei" userId="84071794-bab4-4b42-9f59-0a1beb5d37e7" providerId="ADAL" clId="{327E37EB-F7D8-42A2-B640-10DB968EB23A}" dt="2025-09-26T14:17:38.383" v="2010"/>
          <ac:spMkLst>
            <pc:docMk/>
            <pc:sldMk cId="1372651910" sldId="535"/>
            <ac:spMk id="2" creationId="{C8152FE8-2F9C-9C12-4EB3-9742EA91D653}"/>
          </ac:spMkLst>
        </pc:spChg>
        <pc:spChg chg="mod">
          <ac:chgData name="YIP Pak Kei" userId="84071794-bab4-4b42-9f59-0a1beb5d37e7" providerId="ADAL" clId="{327E37EB-F7D8-42A2-B640-10DB968EB23A}" dt="2025-09-26T14:17:38.383" v="2010"/>
          <ac:spMkLst>
            <pc:docMk/>
            <pc:sldMk cId="1372651910" sldId="535"/>
            <ac:spMk id="3" creationId="{723252A1-51AE-36E1-CE3B-D88466BA8814}"/>
          </ac:spMkLst>
        </pc:spChg>
        <pc:spChg chg="mod">
          <ac:chgData name="YIP Pak Kei" userId="84071794-bab4-4b42-9f59-0a1beb5d37e7" providerId="ADAL" clId="{327E37EB-F7D8-42A2-B640-10DB968EB23A}" dt="2025-09-26T14:17:38.383" v="2010"/>
          <ac:spMkLst>
            <pc:docMk/>
            <pc:sldMk cId="1372651910" sldId="535"/>
            <ac:spMk id="5" creationId="{2A8E318B-D756-6C57-8657-96C836320839}"/>
          </ac:spMkLst>
        </pc:spChg>
        <pc:graphicFrameChg chg="mod">
          <ac:chgData name="YIP Pak Kei" userId="84071794-bab4-4b42-9f59-0a1beb5d37e7" providerId="ADAL" clId="{327E37EB-F7D8-42A2-B640-10DB968EB23A}" dt="2025-09-26T14:17:38.383" v="2010"/>
          <ac:graphicFrameMkLst>
            <pc:docMk/>
            <pc:sldMk cId="1372651910" sldId="535"/>
            <ac:graphicFrameMk id="4" creationId="{9F02851F-DB0A-09AB-B52A-BE347DDCBD1D}"/>
          </ac:graphicFrameMkLst>
        </pc:graphicFrameChg>
      </pc:sldChg>
      <pc:sldChg chg="modSp">
        <pc:chgData name="YIP Pak Kei" userId="84071794-bab4-4b42-9f59-0a1beb5d37e7" providerId="ADAL" clId="{327E37EB-F7D8-42A2-B640-10DB968EB23A}" dt="2025-09-26T14:17:38.383" v="2010"/>
        <pc:sldMkLst>
          <pc:docMk/>
          <pc:sldMk cId="1208724409" sldId="536"/>
        </pc:sldMkLst>
        <pc:spChg chg="mod">
          <ac:chgData name="YIP Pak Kei" userId="84071794-bab4-4b42-9f59-0a1beb5d37e7" providerId="ADAL" clId="{327E37EB-F7D8-42A2-B640-10DB968EB23A}" dt="2025-09-26T13:18:33.605" v="962"/>
          <ac:spMkLst>
            <pc:docMk/>
            <pc:sldMk cId="1208724409" sldId="536"/>
            <ac:spMk id="2" creationId="{EE30DEE9-2DBD-C997-C208-027230B5A3EA}"/>
          </ac:spMkLst>
        </pc:spChg>
        <pc:spChg chg="mod">
          <ac:chgData name="YIP Pak Kei" userId="84071794-bab4-4b42-9f59-0a1beb5d37e7" providerId="ADAL" clId="{327E37EB-F7D8-42A2-B640-10DB968EB23A}" dt="2025-09-26T14:17:38.383" v="2010"/>
          <ac:spMkLst>
            <pc:docMk/>
            <pc:sldMk cId="1208724409" sldId="536"/>
            <ac:spMk id="3" creationId="{D534491D-AF3A-C879-49E6-F11A17AC3008}"/>
          </ac:spMkLst>
        </pc:spChg>
        <pc:spChg chg="mod">
          <ac:chgData name="YIP Pak Kei" userId="84071794-bab4-4b42-9f59-0a1beb5d37e7" providerId="ADAL" clId="{327E37EB-F7D8-42A2-B640-10DB968EB23A}" dt="2025-09-26T14:17:38.383" v="2010"/>
          <ac:spMkLst>
            <pc:docMk/>
            <pc:sldMk cId="1208724409" sldId="536"/>
            <ac:spMk id="5" creationId="{F79CF1F9-4847-1440-0352-6D1284A48D05}"/>
          </ac:spMkLst>
        </pc:spChg>
        <pc:graphicFrameChg chg="mod">
          <ac:chgData name="YIP Pak Kei" userId="84071794-bab4-4b42-9f59-0a1beb5d37e7" providerId="ADAL" clId="{327E37EB-F7D8-42A2-B640-10DB968EB23A}" dt="2025-09-26T13:18:33.605" v="962"/>
          <ac:graphicFrameMkLst>
            <pc:docMk/>
            <pc:sldMk cId="1208724409" sldId="536"/>
            <ac:graphicFrameMk id="4" creationId="{49C20947-A133-32C2-D0F4-654D337A74ED}"/>
          </ac:graphicFrameMkLst>
        </pc:graphicFrameChg>
      </pc:sldChg>
      <pc:sldChg chg="modSp">
        <pc:chgData name="YIP Pak Kei" userId="84071794-bab4-4b42-9f59-0a1beb5d37e7" providerId="ADAL" clId="{327E37EB-F7D8-42A2-B640-10DB968EB23A}" dt="2025-09-26T14:17:38.383" v="2010"/>
        <pc:sldMkLst>
          <pc:docMk/>
          <pc:sldMk cId="1213210011" sldId="537"/>
        </pc:sldMkLst>
        <pc:spChg chg="mod">
          <ac:chgData name="YIP Pak Kei" userId="84071794-bab4-4b42-9f59-0a1beb5d37e7" providerId="ADAL" clId="{327E37EB-F7D8-42A2-B640-10DB968EB23A}" dt="2025-09-26T14:17:38.383" v="2010"/>
          <ac:spMkLst>
            <pc:docMk/>
            <pc:sldMk cId="1213210011" sldId="537"/>
            <ac:spMk id="2" creationId="{D04F090D-C862-CF85-1001-A82E54365597}"/>
          </ac:spMkLst>
        </pc:spChg>
        <pc:spChg chg="mod">
          <ac:chgData name="YIP Pak Kei" userId="84071794-bab4-4b42-9f59-0a1beb5d37e7" providerId="ADAL" clId="{327E37EB-F7D8-42A2-B640-10DB968EB23A}" dt="2025-09-26T14:17:38.383" v="2010"/>
          <ac:spMkLst>
            <pc:docMk/>
            <pc:sldMk cId="1213210011" sldId="537"/>
            <ac:spMk id="3" creationId="{4CE82C04-6445-9E02-B0E8-8D809278C37D}"/>
          </ac:spMkLst>
        </pc:spChg>
        <pc:spChg chg="mod">
          <ac:chgData name="YIP Pak Kei" userId="84071794-bab4-4b42-9f59-0a1beb5d37e7" providerId="ADAL" clId="{327E37EB-F7D8-42A2-B640-10DB968EB23A}" dt="2025-09-26T13:18:33.605" v="962"/>
          <ac:spMkLst>
            <pc:docMk/>
            <pc:sldMk cId="1213210011" sldId="537"/>
            <ac:spMk id="5" creationId="{8B6D2F8E-4F98-B89F-E4FB-DD9F900821E1}"/>
          </ac:spMkLst>
        </pc:spChg>
        <pc:spChg chg="mod">
          <ac:chgData name="YIP Pak Kei" userId="84071794-bab4-4b42-9f59-0a1beb5d37e7" providerId="ADAL" clId="{327E37EB-F7D8-42A2-B640-10DB968EB23A}" dt="2025-09-26T13:18:33.605" v="962"/>
          <ac:spMkLst>
            <pc:docMk/>
            <pc:sldMk cId="1213210011" sldId="537"/>
            <ac:spMk id="6" creationId="{99EBD7AD-ED91-CC5F-0110-3EE43A60F946}"/>
          </ac:spMkLst>
        </pc:spChg>
        <pc:spChg chg="mod">
          <ac:chgData name="YIP Pak Kei" userId="84071794-bab4-4b42-9f59-0a1beb5d37e7" providerId="ADAL" clId="{327E37EB-F7D8-42A2-B640-10DB968EB23A}" dt="2025-09-26T13:18:33.605" v="962"/>
          <ac:spMkLst>
            <pc:docMk/>
            <pc:sldMk cId="1213210011" sldId="537"/>
            <ac:spMk id="8" creationId="{B542C6FD-B908-03BB-DE9D-1E76EE849265}"/>
          </ac:spMkLst>
        </pc:spChg>
        <pc:spChg chg="mod">
          <ac:chgData name="YIP Pak Kei" userId="84071794-bab4-4b42-9f59-0a1beb5d37e7" providerId="ADAL" clId="{327E37EB-F7D8-42A2-B640-10DB968EB23A}" dt="2025-09-26T13:18:33.605" v="962"/>
          <ac:spMkLst>
            <pc:docMk/>
            <pc:sldMk cId="1213210011" sldId="537"/>
            <ac:spMk id="9" creationId="{594F7F18-2B8D-7493-904B-1BD252DFC677}"/>
          </ac:spMkLst>
        </pc:spChg>
        <pc:grpChg chg="mod">
          <ac:chgData name="YIP Pak Kei" userId="84071794-bab4-4b42-9f59-0a1beb5d37e7" providerId="ADAL" clId="{327E37EB-F7D8-42A2-B640-10DB968EB23A}" dt="2025-09-26T13:18:33.605" v="962"/>
          <ac:grpSpMkLst>
            <pc:docMk/>
            <pc:sldMk cId="1213210011" sldId="537"/>
            <ac:grpSpMk id="4" creationId="{B4C44EC9-F730-00B6-E479-530EC276D851}"/>
          </ac:grpSpMkLst>
        </pc:grpChg>
        <pc:grpChg chg="mod">
          <ac:chgData name="YIP Pak Kei" userId="84071794-bab4-4b42-9f59-0a1beb5d37e7" providerId="ADAL" clId="{327E37EB-F7D8-42A2-B640-10DB968EB23A}" dt="2025-09-26T13:18:33.605" v="962"/>
          <ac:grpSpMkLst>
            <pc:docMk/>
            <pc:sldMk cId="1213210011" sldId="537"/>
            <ac:grpSpMk id="7" creationId="{56B0BED4-B4D2-A8C2-9E8E-FA7D1819E15A}"/>
          </ac:grpSpMkLst>
        </pc:grpChg>
      </pc:sldChg>
      <pc:sldChg chg="modSp">
        <pc:chgData name="YIP Pak Kei" userId="84071794-bab4-4b42-9f59-0a1beb5d37e7" providerId="ADAL" clId="{327E37EB-F7D8-42A2-B640-10DB968EB23A}" dt="2025-09-26T14:17:38.383" v="2010"/>
        <pc:sldMkLst>
          <pc:docMk/>
          <pc:sldMk cId="765210901" sldId="538"/>
        </pc:sldMkLst>
        <pc:spChg chg="mod">
          <ac:chgData name="YIP Pak Kei" userId="84071794-bab4-4b42-9f59-0a1beb5d37e7" providerId="ADAL" clId="{327E37EB-F7D8-42A2-B640-10DB968EB23A}" dt="2025-09-26T14:17:38.383" v="2010"/>
          <ac:spMkLst>
            <pc:docMk/>
            <pc:sldMk cId="765210901" sldId="538"/>
            <ac:spMk id="2" creationId="{D249E45E-D6A7-9780-F652-BAF86DFBCC00}"/>
          </ac:spMkLst>
        </pc:spChg>
        <pc:spChg chg="mod">
          <ac:chgData name="YIP Pak Kei" userId="84071794-bab4-4b42-9f59-0a1beb5d37e7" providerId="ADAL" clId="{327E37EB-F7D8-42A2-B640-10DB968EB23A}" dt="2025-09-26T14:17:38.383" v="2010"/>
          <ac:spMkLst>
            <pc:docMk/>
            <pc:sldMk cId="765210901" sldId="538"/>
            <ac:spMk id="3" creationId="{C31605EE-24B6-95D8-DE5E-BEC2F03ECECA}"/>
          </ac:spMkLst>
        </pc:spChg>
        <pc:spChg chg="mod">
          <ac:chgData name="YIP Pak Kei" userId="84071794-bab4-4b42-9f59-0a1beb5d37e7" providerId="ADAL" clId="{327E37EB-F7D8-42A2-B640-10DB968EB23A}" dt="2025-09-26T14:17:38.383" v="2010"/>
          <ac:spMkLst>
            <pc:docMk/>
            <pc:sldMk cId="765210901" sldId="538"/>
            <ac:spMk id="4" creationId="{BE22F651-7ABC-015D-B5C4-622708A64CB1}"/>
          </ac:spMkLst>
        </pc:spChg>
        <pc:spChg chg="mod">
          <ac:chgData name="YIP Pak Kei" userId="84071794-bab4-4b42-9f59-0a1beb5d37e7" providerId="ADAL" clId="{327E37EB-F7D8-42A2-B640-10DB968EB23A}" dt="2025-09-26T14:17:38.383" v="2010"/>
          <ac:spMkLst>
            <pc:docMk/>
            <pc:sldMk cId="765210901" sldId="538"/>
            <ac:spMk id="5" creationId="{6A1E0F07-3291-4EE2-1286-04C97165BA68}"/>
          </ac:spMkLst>
        </pc:spChg>
        <pc:spChg chg="mod">
          <ac:chgData name="YIP Pak Kei" userId="84071794-bab4-4b42-9f59-0a1beb5d37e7" providerId="ADAL" clId="{327E37EB-F7D8-42A2-B640-10DB968EB23A}" dt="2025-09-26T14:17:38.383" v="2010"/>
          <ac:spMkLst>
            <pc:docMk/>
            <pc:sldMk cId="765210901" sldId="538"/>
            <ac:spMk id="6" creationId="{3DF22CC9-1295-2B21-05A9-68A44E669B8F}"/>
          </ac:spMkLst>
        </pc:spChg>
        <pc:spChg chg="mod">
          <ac:chgData name="YIP Pak Kei" userId="84071794-bab4-4b42-9f59-0a1beb5d37e7" providerId="ADAL" clId="{327E37EB-F7D8-42A2-B640-10DB968EB23A}" dt="2025-09-26T14:17:38.383" v="2010"/>
          <ac:spMkLst>
            <pc:docMk/>
            <pc:sldMk cId="765210901" sldId="538"/>
            <ac:spMk id="7" creationId="{A9F57080-19CA-8BBA-6050-8494551D4615}"/>
          </ac:spMkLst>
        </pc:spChg>
        <pc:spChg chg="mod">
          <ac:chgData name="YIP Pak Kei" userId="84071794-bab4-4b42-9f59-0a1beb5d37e7" providerId="ADAL" clId="{327E37EB-F7D8-42A2-B640-10DB968EB23A}" dt="2025-09-26T14:17:38.383" v="2010"/>
          <ac:spMkLst>
            <pc:docMk/>
            <pc:sldMk cId="765210901" sldId="538"/>
            <ac:spMk id="8" creationId="{85577A64-4E94-69E1-3180-1E014BD06B3C}"/>
          </ac:spMkLst>
        </pc:spChg>
      </pc:sldChg>
      <pc:sldChg chg="addSp delSp modSp mod">
        <pc:chgData name="YIP Pak Kei" userId="84071794-bab4-4b42-9f59-0a1beb5d37e7" providerId="ADAL" clId="{327E37EB-F7D8-42A2-B640-10DB968EB23A}" dt="2025-09-26T15:29:31.292" v="2934" actId="20577"/>
        <pc:sldMkLst>
          <pc:docMk/>
          <pc:sldMk cId="1877080978" sldId="539"/>
        </pc:sldMkLst>
        <pc:spChg chg="mod">
          <ac:chgData name="YIP Pak Kei" userId="84071794-bab4-4b42-9f59-0a1beb5d37e7" providerId="ADAL" clId="{327E37EB-F7D8-42A2-B640-10DB968EB23A}" dt="2025-09-26T15:06:51.579" v="2512" actId="1038"/>
          <ac:spMkLst>
            <pc:docMk/>
            <pc:sldMk cId="1877080978" sldId="539"/>
            <ac:spMk id="2" creationId="{189E73D4-535B-6DCC-2268-43A5E9E12C45}"/>
          </ac:spMkLst>
        </pc:spChg>
        <pc:spChg chg="mod">
          <ac:chgData name="YIP Pak Kei" userId="84071794-bab4-4b42-9f59-0a1beb5d37e7" providerId="ADAL" clId="{327E37EB-F7D8-42A2-B640-10DB968EB23A}" dt="2025-09-26T14:17:38.383" v="2010"/>
          <ac:spMkLst>
            <pc:docMk/>
            <pc:sldMk cId="1877080978" sldId="539"/>
            <ac:spMk id="3" creationId="{5830852F-3FB7-6D2E-F6AC-1F6B9CAD2158}"/>
          </ac:spMkLst>
        </pc:spChg>
        <pc:spChg chg="mod">
          <ac:chgData name="YIP Pak Kei" userId="84071794-bab4-4b42-9f59-0a1beb5d37e7" providerId="ADAL" clId="{327E37EB-F7D8-42A2-B640-10DB968EB23A}" dt="2025-09-26T14:17:38.383" v="2010"/>
          <ac:spMkLst>
            <pc:docMk/>
            <pc:sldMk cId="1877080978" sldId="539"/>
            <ac:spMk id="4" creationId="{A107ABA7-FC97-4D42-C4BC-897A88CF39AF}"/>
          </ac:spMkLst>
        </pc:spChg>
        <pc:spChg chg="mod">
          <ac:chgData name="YIP Pak Kei" userId="84071794-bab4-4b42-9f59-0a1beb5d37e7" providerId="ADAL" clId="{327E37EB-F7D8-42A2-B640-10DB968EB23A}" dt="2025-09-26T14:17:38.383" v="2010"/>
          <ac:spMkLst>
            <pc:docMk/>
            <pc:sldMk cId="1877080978" sldId="539"/>
            <ac:spMk id="5" creationId="{BE5F7BD8-DA37-58AB-1F45-D0F045DF4B7B}"/>
          </ac:spMkLst>
        </pc:spChg>
        <pc:spChg chg="mod">
          <ac:chgData name="YIP Pak Kei" userId="84071794-bab4-4b42-9f59-0a1beb5d37e7" providerId="ADAL" clId="{327E37EB-F7D8-42A2-B640-10DB968EB23A}" dt="2025-09-26T14:17:38.383" v="2010"/>
          <ac:spMkLst>
            <pc:docMk/>
            <pc:sldMk cId="1877080978" sldId="539"/>
            <ac:spMk id="6" creationId="{6459FCA3-0124-0FA6-220B-D72E8F8034C8}"/>
          </ac:spMkLst>
        </pc:spChg>
        <pc:spChg chg="add del mod">
          <ac:chgData name="YIP Pak Kei" userId="84071794-bab4-4b42-9f59-0a1beb5d37e7" providerId="ADAL" clId="{327E37EB-F7D8-42A2-B640-10DB968EB23A}" dt="2025-09-26T11:50:55.902" v="74" actId="478"/>
          <ac:spMkLst>
            <pc:docMk/>
            <pc:sldMk cId="1877080978" sldId="539"/>
            <ac:spMk id="8" creationId="{DDC9F586-6C03-7F89-9DBA-0B2F8C8768A8}"/>
          </ac:spMkLst>
        </pc:spChg>
        <pc:spChg chg="mod">
          <ac:chgData name="YIP Pak Kei" userId="84071794-bab4-4b42-9f59-0a1beb5d37e7" providerId="ADAL" clId="{327E37EB-F7D8-42A2-B640-10DB968EB23A}" dt="2025-09-26T14:17:38.383" v="2010"/>
          <ac:spMkLst>
            <pc:docMk/>
            <pc:sldMk cId="1877080978" sldId="539"/>
            <ac:spMk id="10" creationId="{E135D3F1-0C33-3404-5D49-E70C9D100F2A}"/>
          </ac:spMkLst>
        </pc:spChg>
        <pc:spChg chg="mod">
          <ac:chgData name="YIP Pak Kei" userId="84071794-bab4-4b42-9f59-0a1beb5d37e7" providerId="ADAL" clId="{327E37EB-F7D8-42A2-B640-10DB968EB23A}" dt="2025-09-26T15:29:31.292" v="2934" actId="20577"/>
          <ac:spMkLst>
            <pc:docMk/>
            <pc:sldMk cId="1877080978" sldId="539"/>
            <ac:spMk id="11" creationId="{724F2AAC-B18D-1D49-15F1-2D69101664AA}"/>
          </ac:spMkLst>
        </pc:spChg>
        <pc:spChg chg="del">
          <ac:chgData name="YIP Pak Kei" userId="84071794-bab4-4b42-9f59-0a1beb5d37e7" providerId="ADAL" clId="{327E37EB-F7D8-42A2-B640-10DB968EB23A}" dt="2025-09-26T11:50:50.233" v="72" actId="478"/>
          <ac:spMkLst>
            <pc:docMk/>
            <pc:sldMk cId="1877080978" sldId="539"/>
            <ac:spMk id="12" creationId="{5E68EFF0-69C3-F9AE-1107-E08A22BCF938}"/>
          </ac:spMkLst>
        </pc:spChg>
        <pc:spChg chg="del">
          <ac:chgData name="YIP Pak Kei" userId="84071794-bab4-4b42-9f59-0a1beb5d37e7" providerId="ADAL" clId="{327E37EB-F7D8-42A2-B640-10DB968EB23A}" dt="2025-09-26T11:50:54.039" v="73" actId="478"/>
          <ac:spMkLst>
            <pc:docMk/>
            <pc:sldMk cId="1877080978" sldId="539"/>
            <ac:spMk id="13" creationId="{4D6980BD-0225-0DD6-3D62-B0B1E983AB52}"/>
          </ac:spMkLst>
        </pc:spChg>
        <pc:spChg chg="add del mod">
          <ac:chgData name="YIP Pak Kei" userId="84071794-bab4-4b42-9f59-0a1beb5d37e7" providerId="ADAL" clId="{327E37EB-F7D8-42A2-B640-10DB968EB23A}" dt="2025-09-26T11:50:57.629" v="75" actId="478"/>
          <ac:spMkLst>
            <pc:docMk/>
            <pc:sldMk cId="1877080978" sldId="539"/>
            <ac:spMk id="14" creationId="{A342F6AC-5B66-50B1-DD97-9CE6A0A6F07F}"/>
          </ac:spMkLst>
        </pc:spChg>
        <pc:picChg chg="add mod">
          <ac:chgData name="YIP Pak Kei" userId="84071794-bab4-4b42-9f59-0a1beb5d37e7" providerId="ADAL" clId="{327E37EB-F7D8-42A2-B640-10DB968EB23A}" dt="2025-09-26T15:06:44.947" v="2500" actId="1035"/>
          <ac:picMkLst>
            <pc:docMk/>
            <pc:sldMk cId="1877080978" sldId="539"/>
            <ac:picMk id="16" creationId="{C96E723F-5581-A138-C871-CF19669A1AB2}"/>
          </ac:picMkLst>
        </pc:picChg>
      </pc:sldChg>
      <pc:sldChg chg="modSp">
        <pc:chgData name="YIP Pak Kei" userId="84071794-bab4-4b42-9f59-0a1beb5d37e7" providerId="ADAL" clId="{327E37EB-F7D8-42A2-B640-10DB968EB23A}" dt="2025-09-26T14:17:38.383" v="2010"/>
        <pc:sldMkLst>
          <pc:docMk/>
          <pc:sldMk cId="1579562137" sldId="540"/>
        </pc:sldMkLst>
        <pc:spChg chg="mod">
          <ac:chgData name="YIP Pak Kei" userId="84071794-bab4-4b42-9f59-0a1beb5d37e7" providerId="ADAL" clId="{327E37EB-F7D8-42A2-B640-10DB968EB23A}" dt="2025-09-26T14:17:38.383" v="2010"/>
          <ac:spMkLst>
            <pc:docMk/>
            <pc:sldMk cId="1579562137" sldId="540"/>
            <ac:spMk id="2" creationId="{23DFDBA5-4CFB-88D0-C90E-69D151F5BFCA}"/>
          </ac:spMkLst>
        </pc:spChg>
        <pc:spChg chg="mod">
          <ac:chgData name="YIP Pak Kei" userId="84071794-bab4-4b42-9f59-0a1beb5d37e7" providerId="ADAL" clId="{327E37EB-F7D8-42A2-B640-10DB968EB23A}" dt="2025-09-26T14:17:38.383" v="2010"/>
          <ac:spMkLst>
            <pc:docMk/>
            <pc:sldMk cId="1579562137" sldId="540"/>
            <ac:spMk id="3" creationId="{CFC225EB-9239-A8F4-48C2-D2E44A245C26}"/>
          </ac:spMkLst>
        </pc:spChg>
        <pc:spChg chg="mod">
          <ac:chgData name="YIP Pak Kei" userId="84071794-bab4-4b42-9f59-0a1beb5d37e7" providerId="ADAL" clId="{327E37EB-F7D8-42A2-B640-10DB968EB23A}" dt="2025-09-26T14:17:38.383" v="2010"/>
          <ac:spMkLst>
            <pc:docMk/>
            <pc:sldMk cId="1579562137" sldId="540"/>
            <ac:spMk id="4" creationId="{BF63BCC4-AF80-8D3B-413B-3F80C74503EE}"/>
          </ac:spMkLst>
        </pc:spChg>
        <pc:spChg chg="mod">
          <ac:chgData name="YIP Pak Kei" userId="84071794-bab4-4b42-9f59-0a1beb5d37e7" providerId="ADAL" clId="{327E37EB-F7D8-42A2-B640-10DB968EB23A}" dt="2025-09-26T14:17:38.383" v="2010"/>
          <ac:spMkLst>
            <pc:docMk/>
            <pc:sldMk cId="1579562137" sldId="540"/>
            <ac:spMk id="5" creationId="{664EAAE3-47A6-DF8C-088B-8353E312893A}"/>
          </ac:spMkLst>
        </pc:spChg>
        <pc:spChg chg="mod">
          <ac:chgData name="YIP Pak Kei" userId="84071794-bab4-4b42-9f59-0a1beb5d37e7" providerId="ADAL" clId="{327E37EB-F7D8-42A2-B640-10DB968EB23A}" dt="2025-09-26T14:17:38.383" v="2010"/>
          <ac:spMkLst>
            <pc:docMk/>
            <pc:sldMk cId="1579562137" sldId="540"/>
            <ac:spMk id="6" creationId="{8E956031-A8E2-FF88-2769-10FEB7B754A7}"/>
          </ac:spMkLst>
        </pc:spChg>
        <pc:spChg chg="mod">
          <ac:chgData name="YIP Pak Kei" userId="84071794-bab4-4b42-9f59-0a1beb5d37e7" providerId="ADAL" clId="{327E37EB-F7D8-42A2-B640-10DB968EB23A}" dt="2025-09-26T14:17:38.383" v="2010"/>
          <ac:spMkLst>
            <pc:docMk/>
            <pc:sldMk cId="1579562137" sldId="540"/>
            <ac:spMk id="7" creationId="{24AD9EB9-CF0D-0D70-D541-05E1A813D00F}"/>
          </ac:spMkLst>
        </pc:spChg>
        <pc:spChg chg="mod">
          <ac:chgData name="YIP Pak Kei" userId="84071794-bab4-4b42-9f59-0a1beb5d37e7" providerId="ADAL" clId="{327E37EB-F7D8-42A2-B640-10DB968EB23A}" dt="2025-09-26T14:17:38.383" v="2010"/>
          <ac:spMkLst>
            <pc:docMk/>
            <pc:sldMk cId="1579562137" sldId="540"/>
            <ac:spMk id="8" creationId="{869DE758-CE4B-6136-04AE-85B544CA6F5B}"/>
          </ac:spMkLst>
        </pc:spChg>
        <pc:spChg chg="mod">
          <ac:chgData name="YIP Pak Kei" userId="84071794-bab4-4b42-9f59-0a1beb5d37e7" providerId="ADAL" clId="{327E37EB-F7D8-42A2-B640-10DB968EB23A}" dt="2025-09-26T14:17:38.383" v="2010"/>
          <ac:spMkLst>
            <pc:docMk/>
            <pc:sldMk cId="1579562137" sldId="540"/>
            <ac:spMk id="10" creationId="{19AAB49A-6730-B2CF-9537-FF9551D4EB80}"/>
          </ac:spMkLst>
        </pc:spChg>
        <pc:spChg chg="mod">
          <ac:chgData name="YIP Pak Kei" userId="84071794-bab4-4b42-9f59-0a1beb5d37e7" providerId="ADAL" clId="{327E37EB-F7D8-42A2-B640-10DB968EB23A}" dt="2025-09-26T14:17:38.383" v="2010"/>
          <ac:spMkLst>
            <pc:docMk/>
            <pc:sldMk cId="1579562137" sldId="540"/>
            <ac:spMk id="11" creationId="{9816FD90-6ABD-5EA8-0870-E27733B9F685}"/>
          </ac:spMkLst>
        </pc:spChg>
        <pc:spChg chg="mod">
          <ac:chgData name="YIP Pak Kei" userId="84071794-bab4-4b42-9f59-0a1beb5d37e7" providerId="ADAL" clId="{327E37EB-F7D8-42A2-B640-10DB968EB23A}" dt="2025-09-26T14:17:38.383" v="2010"/>
          <ac:spMkLst>
            <pc:docMk/>
            <pc:sldMk cId="1579562137" sldId="540"/>
            <ac:spMk id="33" creationId="{57144164-5503-9D11-4F68-81F4CD378333}"/>
          </ac:spMkLst>
        </pc:spChg>
      </pc:sldChg>
      <pc:sldChg chg="modSp">
        <pc:chgData name="YIP Pak Kei" userId="84071794-bab4-4b42-9f59-0a1beb5d37e7" providerId="ADAL" clId="{327E37EB-F7D8-42A2-B640-10DB968EB23A}" dt="2025-09-26T14:17:38.383" v="2010"/>
        <pc:sldMkLst>
          <pc:docMk/>
          <pc:sldMk cId="840605972" sldId="541"/>
        </pc:sldMkLst>
        <pc:spChg chg="mod">
          <ac:chgData name="YIP Pak Kei" userId="84071794-bab4-4b42-9f59-0a1beb5d37e7" providerId="ADAL" clId="{327E37EB-F7D8-42A2-B640-10DB968EB23A}" dt="2025-09-26T14:17:38.383" v="2010"/>
          <ac:spMkLst>
            <pc:docMk/>
            <pc:sldMk cId="840605972" sldId="541"/>
            <ac:spMk id="2" creationId="{E0C0AB0C-E0B6-7838-D865-2AB638122FD9}"/>
          </ac:spMkLst>
        </pc:spChg>
        <pc:spChg chg="mod">
          <ac:chgData name="YIP Pak Kei" userId="84071794-bab4-4b42-9f59-0a1beb5d37e7" providerId="ADAL" clId="{327E37EB-F7D8-42A2-B640-10DB968EB23A}" dt="2025-09-26T14:17:38.383" v="2010"/>
          <ac:spMkLst>
            <pc:docMk/>
            <pc:sldMk cId="840605972" sldId="541"/>
            <ac:spMk id="3" creationId="{CFC225EB-9239-A8F4-48C2-D2E44A245C26}"/>
          </ac:spMkLst>
        </pc:spChg>
        <pc:spChg chg="mod">
          <ac:chgData name="YIP Pak Kei" userId="84071794-bab4-4b42-9f59-0a1beb5d37e7" providerId="ADAL" clId="{327E37EB-F7D8-42A2-B640-10DB968EB23A}" dt="2025-09-26T14:17:38.383" v="2010"/>
          <ac:spMkLst>
            <pc:docMk/>
            <pc:sldMk cId="840605972" sldId="541"/>
            <ac:spMk id="6" creationId="{8E956031-A8E2-FF88-2769-10FEB7B754A7}"/>
          </ac:spMkLst>
        </pc:spChg>
        <pc:spChg chg="mod">
          <ac:chgData name="YIP Pak Kei" userId="84071794-bab4-4b42-9f59-0a1beb5d37e7" providerId="ADAL" clId="{327E37EB-F7D8-42A2-B640-10DB968EB23A}" dt="2025-09-26T14:17:38.383" v="2010"/>
          <ac:spMkLst>
            <pc:docMk/>
            <pc:sldMk cId="840605972" sldId="541"/>
            <ac:spMk id="7" creationId="{24AD9EB9-CF0D-0D70-D541-05E1A813D00F}"/>
          </ac:spMkLst>
        </pc:spChg>
        <pc:spChg chg="mod">
          <ac:chgData name="YIP Pak Kei" userId="84071794-bab4-4b42-9f59-0a1beb5d37e7" providerId="ADAL" clId="{327E37EB-F7D8-42A2-B640-10DB968EB23A}" dt="2025-09-26T14:17:38.383" v="2010"/>
          <ac:spMkLst>
            <pc:docMk/>
            <pc:sldMk cId="840605972" sldId="541"/>
            <ac:spMk id="8" creationId="{869DE758-CE4B-6136-04AE-85B544CA6F5B}"/>
          </ac:spMkLst>
        </pc:spChg>
        <pc:spChg chg="mod">
          <ac:chgData name="YIP Pak Kei" userId="84071794-bab4-4b42-9f59-0a1beb5d37e7" providerId="ADAL" clId="{327E37EB-F7D8-42A2-B640-10DB968EB23A}" dt="2025-09-26T14:17:38.383" v="2010"/>
          <ac:spMkLst>
            <pc:docMk/>
            <pc:sldMk cId="840605972" sldId="541"/>
            <ac:spMk id="11" creationId="{F02CA379-5C0D-5E21-B070-E880A01BB9A7}"/>
          </ac:spMkLst>
        </pc:spChg>
        <pc:spChg chg="mod">
          <ac:chgData name="YIP Pak Kei" userId="84071794-bab4-4b42-9f59-0a1beb5d37e7" providerId="ADAL" clId="{327E37EB-F7D8-42A2-B640-10DB968EB23A}" dt="2025-09-26T14:17:38.383" v="2010"/>
          <ac:spMkLst>
            <pc:docMk/>
            <pc:sldMk cId="840605972" sldId="541"/>
            <ac:spMk id="33" creationId="{57144164-5503-9D11-4F68-81F4CD378333}"/>
          </ac:spMkLst>
        </pc:spChg>
        <pc:spChg chg="mod">
          <ac:chgData name="YIP Pak Kei" userId="84071794-bab4-4b42-9f59-0a1beb5d37e7" providerId="ADAL" clId="{327E37EB-F7D8-42A2-B640-10DB968EB23A}" dt="2025-09-26T14:17:38.383" v="2010"/>
          <ac:spMkLst>
            <pc:docMk/>
            <pc:sldMk cId="840605972" sldId="541"/>
            <ac:spMk id="136" creationId="{A2297428-B6BC-F5B5-C82D-3BC4408EC576}"/>
          </ac:spMkLst>
        </pc:spChg>
        <pc:spChg chg="mod">
          <ac:chgData name="YIP Pak Kei" userId="84071794-bab4-4b42-9f59-0a1beb5d37e7" providerId="ADAL" clId="{327E37EB-F7D8-42A2-B640-10DB968EB23A}" dt="2025-09-26T14:17:38.383" v="2010"/>
          <ac:spMkLst>
            <pc:docMk/>
            <pc:sldMk cId="840605972" sldId="541"/>
            <ac:spMk id="137" creationId="{651B92A3-1DB6-8A7F-09B7-C7969D53FB3A}"/>
          </ac:spMkLst>
        </pc:spChg>
        <pc:spChg chg="mod">
          <ac:chgData name="YIP Pak Kei" userId="84071794-bab4-4b42-9f59-0a1beb5d37e7" providerId="ADAL" clId="{327E37EB-F7D8-42A2-B640-10DB968EB23A}" dt="2025-09-26T14:17:38.383" v="2010"/>
          <ac:spMkLst>
            <pc:docMk/>
            <pc:sldMk cId="840605972" sldId="541"/>
            <ac:spMk id="138" creationId="{462B07C6-5B4D-AB97-3376-C4F8BFC2C143}"/>
          </ac:spMkLst>
        </pc:spChg>
      </pc:sldChg>
      <pc:sldChg chg="modSp">
        <pc:chgData name="YIP Pak Kei" userId="84071794-bab4-4b42-9f59-0a1beb5d37e7" providerId="ADAL" clId="{327E37EB-F7D8-42A2-B640-10DB968EB23A}" dt="2025-09-26T14:17:38.383" v="2010"/>
        <pc:sldMkLst>
          <pc:docMk/>
          <pc:sldMk cId="1958759625" sldId="543"/>
        </pc:sldMkLst>
        <pc:spChg chg="mod">
          <ac:chgData name="YIP Pak Kei" userId="84071794-bab4-4b42-9f59-0a1beb5d37e7" providerId="ADAL" clId="{327E37EB-F7D8-42A2-B640-10DB968EB23A}" dt="2025-09-26T14:17:38.383" v="2010"/>
          <ac:spMkLst>
            <pc:docMk/>
            <pc:sldMk cId="1958759625" sldId="543"/>
            <ac:spMk id="2" creationId="{48C5BC92-868A-26B2-CBC0-C9D94E65F1A4}"/>
          </ac:spMkLst>
        </pc:spChg>
        <pc:spChg chg="mod">
          <ac:chgData name="YIP Pak Kei" userId="84071794-bab4-4b42-9f59-0a1beb5d37e7" providerId="ADAL" clId="{327E37EB-F7D8-42A2-B640-10DB968EB23A}" dt="2025-09-26T14:17:38.383" v="2010"/>
          <ac:spMkLst>
            <pc:docMk/>
            <pc:sldMk cId="1958759625" sldId="543"/>
            <ac:spMk id="3" creationId="{6F9C1627-7A56-025E-482D-E2AB014EDF92}"/>
          </ac:spMkLst>
        </pc:spChg>
      </pc:sldChg>
      <pc:sldChg chg="modSp">
        <pc:chgData name="YIP Pak Kei" userId="84071794-bab4-4b42-9f59-0a1beb5d37e7" providerId="ADAL" clId="{327E37EB-F7D8-42A2-B640-10DB968EB23A}" dt="2025-09-26T14:17:38.383" v="2010"/>
        <pc:sldMkLst>
          <pc:docMk/>
          <pc:sldMk cId="1877701230" sldId="544"/>
        </pc:sldMkLst>
        <pc:spChg chg="mod">
          <ac:chgData name="YIP Pak Kei" userId="84071794-bab4-4b42-9f59-0a1beb5d37e7" providerId="ADAL" clId="{327E37EB-F7D8-42A2-B640-10DB968EB23A}" dt="2025-09-26T14:17:38.383" v="2010"/>
          <ac:spMkLst>
            <pc:docMk/>
            <pc:sldMk cId="1877701230" sldId="544"/>
            <ac:spMk id="2" creationId="{2C9E1892-81E6-551C-7B5A-DEA68224520B}"/>
          </ac:spMkLst>
        </pc:spChg>
        <pc:spChg chg="mod">
          <ac:chgData name="YIP Pak Kei" userId="84071794-bab4-4b42-9f59-0a1beb5d37e7" providerId="ADAL" clId="{327E37EB-F7D8-42A2-B640-10DB968EB23A}" dt="2025-09-26T14:17:38.383" v="2010"/>
          <ac:spMkLst>
            <pc:docMk/>
            <pc:sldMk cId="1877701230" sldId="544"/>
            <ac:spMk id="3" creationId="{55519D01-29BE-BE76-41C5-9D58AD8119DC}"/>
          </ac:spMkLst>
        </pc:spChg>
      </pc:sldChg>
      <pc:sldChg chg="addSp delSp modSp mod modClrScheme chgLayout">
        <pc:chgData name="YIP Pak Kei" userId="84071794-bab4-4b42-9f59-0a1beb5d37e7" providerId="ADAL" clId="{327E37EB-F7D8-42A2-B640-10DB968EB23A}" dt="2025-09-26T14:17:38.383" v="2010"/>
        <pc:sldMkLst>
          <pc:docMk/>
          <pc:sldMk cId="2049587722" sldId="545"/>
        </pc:sldMkLst>
        <pc:spChg chg="add del mod ord">
          <ac:chgData name="YIP Pak Kei" userId="84071794-bab4-4b42-9f59-0a1beb5d37e7" providerId="ADAL" clId="{327E37EB-F7D8-42A2-B640-10DB968EB23A}" dt="2025-09-26T14:17:38.383" v="2010"/>
          <ac:spMkLst>
            <pc:docMk/>
            <pc:sldMk cId="2049587722" sldId="545"/>
            <ac:spMk id="3" creationId="{0CF4EECB-47E7-26A0-F3A1-ACAE7AEE5741}"/>
          </ac:spMkLst>
        </pc:spChg>
        <pc:spChg chg="mod ord">
          <ac:chgData name="YIP Pak Kei" userId="84071794-bab4-4b42-9f59-0a1beb5d37e7" providerId="ADAL" clId="{327E37EB-F7D8-42A2-B640-10DB968EB23A}" dt="2025-09-26T14:17:38.383" v="2010"/>
          <ac:spMkLst>
            <pc:docMk/>
            <pc:sldMk cId="2049587722" sldId="545"/>
            <ac:spMk id="5" creationId="{AC2F0535-53EA-30FB-770D-0C92BEEF3F6D}"/>
          </ac:spMkLst>
        </pc:spChg>
        <pc:spChg chg="mod ord">
          <ac:chgData name="YIP Pak Kei" userId="84071794-bab4-4b42-9f59-0a1beb5d37e7" providerId="ADAL" clId="{327E37EB-F7D8-42A2-B640-10DB968EB23A}" dt="2025-09-26T14:17:38.383" v="2010"/>
          <ac:spMkLst>
            <pc:docMk/>
            <pc:sldMk cId="2049587722" sldId="545"/>
            <ac:spMk id="7" creationId="{31511481-29C6-275B-963E-B5AF2E87ADA2}"/>
          </ac:spMkLst>
        </pc:spChg>
        <pc:spChg chg="add del mod">
          <ac:chgData name="YIP Pak Kei" userId="84071794-bab4-4b42-9f59-0a1beb5d37e7" providerId="ADAL" clId="{327E37EB-F7D8-42A2-B640-10DB968EB23A}" dt="2025-09-26T11:58:57.845" v="370" actId="478"/>
          <ac:spMkLst>
            <pc:docMk/>
            <pc:sldMk cId="2049587722" sldId="545"/>
            <ac:spMk id="12" creationId="{BB06AAC3-5B2C-B3B8-7DE8-7E0A643776F2}"/>
          </ac:spMkLst>
        </pc:spChg>
        <pc:spChg chg="add del">
          <ac:chgData name="YIP Pak Kei" userId="84071794-bab4-4b42-9f59-0a1beb5d37e7" providerId="ADAL" clId="{327E37EB-F7D8-42A2-B640-10DB968EB23A}" dt="2025-09-26T11:58:57.408" v="369" actId="478"/>
          <ac:spMkLst>
            <pc:docMk/>
            <pc:sldMk cId="2049587722" sldId="545"/>
            <ac:spMk id="16" creationId="{926984FF-7007-E824-C4F8-F0041F3DA9CC}"/>
          </ac:spMkLst>
        </pc:spChg>
        <pc:spChg chg="add del mod ord">
          <ac:chgData name="YIP Pak Kei" userId="84071794-bab4-4b42-9f59-0a1beb5d37e7" providerId="ADAL" clId="{327E37EB-F7D8-42A2-B640-10DB968EB23A}" dt="2025-09-26T11:58:57.845" v="370" actId="478"/>
          <ac:spMkLst>
            <pc:docMk/>
            <pc:sldMk cId="2049587722" sldId="545"/>
            <ac:spMk id="18" creationId="{1EB40C6E-2F13-BB23-23B7-F859441BE899}"/>
          </ac:spMkLst>
        </pc:spChg>
        <pc:spChg chg="add del mod ord">
          <ac:chgData name="YIP Pak Kei" userId="84071794-bab4-4b42-9f59-0a1beb5d37e7" providerId="ADAL" clId="{327E37EB-F7D8-42A2-B640-10DB968EB23A}" dt="2025-09-26T11:58:57.845" v="370" actId="478"/>
          <ac:spMkLst>
            <pc:docMk/>
            <pc:sldMk cId="2049587722" sldId="545"/>
            <ac:spMk id="20" creationId="{A704D509-E31B-8163-088F-601EB0475A61}"/>
          </ac:spMkLst>
        </pc:spChg>
        <pc:spChg chg="add del mod ord">
          <ac:chgData name="YIP Pak Kei" userId="84071794-bab4-4b42-9f59-0a1beb5d37e7" providerId="ADAL" clId="{327E37EB-F7D8-42A2-B640-10DB968EB23A}" dt="2025-09-26T11:58:57.845" v="370" actId="478"/>
          <ac:spMkLst>
            <pc:docMk/>
            <pc:sldMk cId="2049587722" sldId="545"/>
            <ac:spMk id="32" creationId="{C7001835-97D1-719F-1C37-AA7A3E1CCDDC}"/>
          </ac:spMkLst>
        </pc:spChg>
        <pc:spChg chg="add del mod ord">
          <ac:chgData name="YIP Pak Kei" userId="84071794-bab4-4b42-9f59-0a1beb5d37e7" providerId="ADAL" clId="{327E37EB-F7D8-42A2-B640-10DB968EB23A}" dt="2025-09-26T11:58:56.978" v="368" actId="700"/>
          <ac:spMkLst>
            <pc:docMk/>
            <pc:sldMk cId="2049587722" sldId="545"/>
            <ac:spMk id="36" creationId="{2C3A6799-364D-F5E8-681E-E58018FA0B22}"/>
          </ac:spMkLst>
        </pc:spChg>
        <pc:spChg chg="add del mod">
          <ac:chgData name="YIP Pak Kei" userId="84071794-bab4-4b42-9f59-0a1beb5d37e7" providerId="ADAL" clId="{327E37EB-F7D8-42A2-B640-10DB968EB23A}" dt="2025-09-26T11:58:57.845" v="370" actId="478"/>
          <ac:spMkLst>
            <pc:docMk/>
            <pc:sldMk cId="2049587722" sldId="545"/>
            <ac:spMk id="38" creationId="{DD0194AA-AF4F-B6CF-4C46-01C08C588D60}"/>
          </ac:spMkLst>
        </pc:spChg>
        <pc:spChg chg="add del mod ord">
          <ac:chgData name="YIP Pak Kei" userId="84071794-bab4-4b42-9f59-0a1beb5d37e7" providerId="ADAL" clId="{327E37EB-F7D8-42A2-B640-10DB968EB23A}" dt="2025-09-26T11:58:56.978" v="368" actId="700"/>
          <ac:spMkLst>
            <pc:docMk/>
            <pc:sldMk cId="2049587722" sldId="545"/>
            <ac:spMk id="41" creationId="{5C22035A-BB54-99E4-0DF6-0F9EFF94634D}"/>
          </ac:spMkLst>
        </pc:spChg>
        <pc:spChg chg="add del mod ord">
          <ac:chgData name="YIP Pak Kei" userId="84071794-bab4-4b42-9f59-0a1beb5d37e7" providerId="ADAL" clId="{327E37EB-F7D8-42A2-B640-10DB968EB23A}" dt="2025-09-26T11:58:56.705" v="367" actId="700"/>
          <ac:spMkLst>
            <pc:docMk/>
            <pc:sldMk cId="2049587722" sldId="545"/>
            <ac:spMk id="42" creationId="{13CFBA12-67F6-1733-0BB0-EA0608D7218F}"/>
          </ac:spMkLst>
        </pc:spChg>
        <pc:spChg chg="add del mod ord">
          <ac:chgData name="YIP Pak Kei" userId="84071794-bab4-4b42-9f59-0a1beb5d37e7" providerId="ADAL" clId="{327E37EB-F7D8-42A2-B640-10DB968EB23A}" dt="2025-09-26T11:58:56.978" v="368" actId="700"/>
          <ac:spMkLst>
            <pc:docMk/>
            <pc:sldMk cId="2049587722" sldId="545"/>
            <ac:spMk id="47" creationId="{03F7E39B-D105-5DDF-6220-B3CE32331E83}"/>
          </ac:spMkLst>
        </pc:spChg>
        <pc:spChg chg="add del mod ord">
          <ac:chgData name="YIP Pak Kei" userId="84071794-bab4-4b42-9f59-0a1beb5d37e7" providerId="ADAL" clId="{327E37EB-F7D8-42A2-B640-10DB968EB23A}" dt="2025-09-26T11:58:56.978" v="368" actId="700"/>
          <ac:spMkLst>
            <pc:docMk/>
            <pc:sldMk cId="2049587722" sldId="545"/>
            <ac:spMk id="48" creationId="{79B3D6BF-A47E-AC4D-8C51-8036F5B17015}"/>
          </ac:spMkLst>
        </pc:spChg>
        <pc:spChg chg="add del mod ord">
          <ac:chgData name="YIP Pak Kei" userId="84071794-bab4-4b42-9f59-0a1beb5d37e7" providerId="ADAL" clId="{327E37EB-F7D8-42A2-B640-10DB968EB23A}" dt="2025-09-26T11:58:56.978" v="368" actId="700"/>
          <ac:spMkLst>
            <pc:docMk/>
            <pc:sldMk cId="2049587722" sldId="545"/>
            <ac:spMk id="53" creationId="{90B18716-A285-3699-2CA3-4A891B9180AF}"/>
          </ac:spMkLst>
        </pc:spChg>
        <pc:spChg chg="add del mod ord">
          <ac:chgData name="YIP Pak Kei" userId="84071794-bab4-4b42-9f59-0a1beb5d37e7" providerId="ADAL" clId="{327E37EB-F7D8-42A2-B640-10DB968EB23A}" dt="2025-09-26T11:58:56.978" v="368" actId="700"/>
          <ac:spMkLst>
            <pc:docMk/>
            <pc:sldMk cId="2049587722" sldId="545"/>
            <ac:spMk id="55" creationId="{0FE74B6E-83F5-108A-C234-59913F9D4F1E}"/>
          </ac:spMkLst>
        </pc:spChg>
        <pc:spChg chg="add del mod ord">
          <ac:chgData name="YIP Pak Kei" userId="84071794-bab4-4b42-9f59-0a1beb5d37e7" providerId="ADAL" clId="{327E37EB-F7D8-42A2-B640-10DB968EB23A}" dt="2025-09-26T11:58:56.705" v="367" actId="700"/>
          <ac:spMkLst>
            <pc:docMk/>
            <pc:sldMk cId="2049587722" sldId="545"/>
            <ac:spMk id="56" creationId="{272C1BA9-E5C9-6EFE-A751-895E4C787501}"/>
          </ac:spMkLst>
        </pc:spChg>
        <pc:spChg chg="add del mod ord">
          <ac:chgData name="YIP Pak Kei" userId="84071794-bab4-4b42-9f59-0a1beb5d37e7" providerId="ADAL" clId="{327E37EB-F7D8-42A2-B640-10DB968EB23A}" dt="2025-09-26T11:58:56.978" v="368" actId="700"/>
          <ac:spMkLst>
            <pc:docMk/>
            <pc:sldMk cId="2049587722" sldId="545"/>
            <ac:spMk id="59" creationId="{E85FEA44-C071-6ABE-2DCB-9D9F6ECAF358}"/>
          </ac:spMkLst>
        </pc:spChg>
        <pc:spChg chg="add del mod ord">
          <ac:chgData name="YIP Pak Kei" userId="84071794-bab4-4b42-9f59-0a1beb5d37e7" providerId="ADAL" clId="{327E37EB-F7D8-42A2-B640-10DB968EB23A}" dt="2025-09-26T11:58:56.705" v="367" actId="700"/>
          <ac:spMkLst>
            <pc:docMk/>
            <pc:sldMk cId="2049587722" sldId="545"/>
            <ac:spMk id="63" creationId="{9CDDBB17-47E3-1920-C48F-F0771917E196}"/>
          </ac:spMkLst>
        </pc:spChg>
        <pc:spChg chg="add del mod ord">
          <ac:chgData name="YIP Pak Kei" userId="84071794-bab4-4b42-9f59-0a1beb5d37e7" providerId="ADAL" clId="{327E37EB-F7D8-42A2-B640-10DB968EB23A}" dt="2025-09-26T11:58:56.705" v="367" actId="700"/>
          <ac:spMkLst>
            <pc:docMk/>
            <pc:sldMk cId="2049587722" sldId="545"/>
            <ac:spMk id="65" creationId="{A31184FF-1663-DC45-C87A-343BF2BC5A5C}"/>
          </ac:spMkLst>
        </pc:spChg>
        <pc:spChg chg="add del mod ord">
          <ac:chgData name="YIP Pak Kei" userId="84071794-bab4-4b42-9f59-0a1beb5d37e7" providerId="ADAL" clId="{327E37EB-F7D8-42A2-B640-10DB968EB23A}" dt="2025-09-26T11:58:56.705" v="367" actId="700"/>
          <ac:spMkLst>
            <pc:docMk/>
            <pc:sldMk cId="2049587722" sldId="545"/>
            <ac:spMk id="68" creationId="{A7D12F92-D066-9C7B-73C0-3467D9BFDDF8}"/>
          </ac:spMkLst>
        </pc:spChg>
        <pc:spChg chg="add del mod ord">
          <ac:chgData name="YIP Pak Kei" userId="84071794-bab4-4b42-9f59-0a1beb5d37e7" providerId="ADAL" clId="{327E37EB-F7D8-42A2-B640-10DB968EB23A}" dt="2025-09-26T14:17:38.383" v="2010"/>
          <ac:spMkLst>
            <pc:docMk/>
            <pc:sldMk cId="2049587722" sldId="545"/>
            <ac:spMk id="69" creationId="{4BBDF45D-9B32-0154-7602-2C43DAF6C0A6}"/>
          </ac:spMkLst>
        </pc:spChg>
        <pc:spChg chg="add del mod ord">
          <ac:chgData name="YIP Pak Kei" userId="84071794-bab4-4b42-9f59-0a1beb5d37e7" providerId="ADAL" clId="{327E37EB-F7D8-42A2-B640-10DB968EB23A}" dt="2025-09-26T14:17:38.383" v="2010"/>
          <ac:spMkLst>
            <pc:docMk/>
            <pc:sldMk cId="2049587722" sldId="545"/>
            <ac:spMk id="70" creationId="{38FF6C9F-C7C5-37D5-4C61-BA14A636B732}"/>
          </ac:spMkLst>
        </pc:spChg>
        <pc:spChg chg="mod ord">
          <ac:chgData name="YIP Pak Kei" userId="84071794-bab4-4b42-9f59-0a1beb5d37e7" providerId="ADAL" clId="{327E37EB-F7D8-42A2-B640-10DB968EB23A}" dt="2025-09-26T14:17:38.383" v="2010"/>
          <ac:spMkLst>
            <pc:docMk/>
            <pc:sldMk cId="2049587722" sldId="545"/>
            <ac:spMk id="73" creationId="{DB3347BB-2913-A230-8362-2B778394E7CE}"/>
          </ac:spMkLst>
        </pc:spChg>
        <pc:spChg chg="add del mod ord">
          <ac:chgData name="YIP Pak Kei" userId="84071794-bab4-4b42-9f59-0a1beb5d37e7" providerId="ADAL" clId="{327E37EB-F7D8-42A2-B640-10DB968EB23A}" dt="2025-09-26T11:58:56.705" v="367" actId="700"/>
          <ac:spMkLst>
            <pc:docMk/>
            <pc:sldMk cId="2049587722" sldId="545"/>
            <ac:spMk id="75" creationId="{B0A82A8E-3B4F-A88B-BC44-1EDC32A3F897}"/>
          </ac:spMkLst>
        </pc:spChg>
        <pc:spChg chg="add del mod ord">
          <ac:chgData name="YIP Pak Kei" userId="84071794-bab4-4b42-9f59-0a1beb5d37e7" providerId="ADAL" clId="{327E37EB-F7D8-42A2-B640-10DB968EB23A}" dt="2025-09-26T11:58:56.705" v="367" actId="700"/>
          <ac:spMkLst>
            <pc:docMk/>
            <pc:sldMk cId="2049587722" sldId="545"/>
            <ac:spMk id="78" creationId="{98A335BD-B0DB-22CC-AF31-F0EB87800811}"/>
          </ac:spMkLst>
        </pc:spChg>
        <pc:spChg chg="add del mod ord">
          <ac:chgData name="YIP Pak Kei" userId="84071794-bab4-4b42-9f59-0a1beb5d37e7" providerId="ADAL" clId="{327E37EB-F7D8-42A2-B640-10DB968EB23A}" dt="2025-09-26T11:58:56.705" v="367" actId="700"/>
          <ac:spMkLst>
            <pc:docMk/>
            <pc:sldMk cId="2049587722" sldId="545"/>
            <ac:spMk id="83" creationId="{6EF3317F-8366-03B1-EA2A-FB9E08B76F87}"/>
          </ac:spMkLst>
        </pc:spChg>
        <pc:spChg chg="add del mod ord">
          <ac:chgData name="YIP Pak Kei" userId="84071794-bab4-4b42-9f59-0a1beb5d37e7" providerId="ADAL" clId="{327E37EB-F7D8-42A2-B640-10DB968EB23A}" dt="2025-09-26T11:58:56.705" v="367" actId="700"/>
          <ac:spMkLst>
            <pc:docMk/>
            <pc:sldMk cId="2049587722" sldId="545"/>
            <ac:spMk id="92" creationId="{5244EEF3-9022-15A8-E906-9C29449D6ED3}"/>
          </ac:spMkLst>
        </pc:spChg>
        <pc:spChg chg="mod">
          <ac:chgData name="YIP Pak Kei" userId="84071794-bab4-4b42-9f59-0a1beb5d37e7" providerId="ADAL" clId="{327E37EB-F7D8-42A2-B640-10DB968EB23A}" dt="2025-09-26T11:58:05.842" v="361"/>
          <ac:spMkLst>
            <pc:docMk/>
            <pc:sldMk cId="2049587722" sldId="545"/>
            <ac:spMk id="106" creationId="{734F8B63-0C1D-770B-CA9D-EE7ACF817C1F}"/>
          </ac:spMkLst>
        </pc:spChg>
        <pc:spChg chg="add del mod">
          <ac:chgData name="YIP Pak Kei" userId="84071794-bab4-4b42-9f59-0a1beb5d37e7" providerId="ADAL" clId="{327E37EB-F7D8-42A2-B640-10DB968EB23A}" dt="2025-09-26T14:17:38.383" v="2010"/>
          <ac:spMkLst>
            <pc:docMk/>
            <pc:sldMk cId="2049587722" sldId="545"/>
            <ac:spMk id="133" creationId="{0D7DF893-CDC1-A213-86BF-C9C73F979CC5}"/>
          </ac:spMkLst>
        </pc:spChg>
        <pc:spChg chg="add del mod">
          <ac:chgData name="YIP Pak Kei" userId="84071794-bab4-4b42-9f59-0a1beb5d37e7" providerId="ADAL" clId="{327E37EB-F7D8-42A2-B640-10DB968EB23A}" dt="2025-09-26T14:17:38.383" v="2010"/>
          <ac:spMkLst>
            <pc:docMk/>
            <pc:sldMk cId="2049587722" sldId="545"/>
            <ac:spMk id="134" creationId="{9CE100CE-4574-F901-234D-B9BEED642B9B}"/>
          </ac:spMkLst>
        </pc:spChg>
        <pc:spChg chg="add del mod">
          <ac:chgData name="YIP Pak Kei" userId="84071794-bab4-4b42-9f59-0a1beb5d37e7" providerId="ADAL" clId="{327E37EB-F7D8-42A2-B640-10DB968EB23A}" dt="2025-09-26T14:17:38.383" v="2010"/>
          <ac:spMkLst>
            <pc:docMk/>
            <pc:sldMk cId="2049587722" sldId="545"/>
            <ac:spMk id="135" creationId="{288EBDBE-0ABC-82CE-4598-09F65E315AD7}"/>
          </ac:spMkLst>
        </pc:spChg>
        <pc:spChg chg="add del mod">
          <ac:chgData name="YIP Pak Kei" userId="84071794-bab4-4b42-9f59-0a1beb5d37e7" providerId="ADAL" clId="{327E37EB-F7D8-42A2-B640-10DB968EB23A}" dt="2025-09-26T14:17:38.383" v="2010"/>
          <ac:spMkLst>
            <pc:docMk/>
            <pc:sldMk cId="2049587722" sldId="545"/>
            <ac:spMk id="136" creationId="{14F6CD04-2A18-A6BD-AAB9-1D30D1563399}"/>
          </ac:spMkLst>
        </pc:spChg>
        <pc:picChg chg="add mod">
          <ac:chgData name="YIP Pak Kei" userId="84071794-bab4-4b42-9f59-0a1beb5d37e7" providerId="ADAL" clId="{327E37EB-F7D8-42A2-B640-10DB968EB23A}" dt="2025-09-26T13:18:33.605" v="962"/>
          <ac:picMkLst>
            <pc:docMk/>
            <pc:sldMk cId="2049587722" sldId="545"/>
            <ac:picMk id="4" creationId="{044E5171-FD8A-0D93-7CA3-D78446DE73D7}"/>
          </ac:picMkLst>
        </pc:picChg>
        <pc:picChg chg="mod">
          <ac:chgData name="YIP Pak Kei" userId="84071794-bab4-4b42-9f59-0a1beb5d37e7" providerId="ADAL" clId="{327E37EB-F7D8-42A2-B640-10DB968EB23A}" dt="2025-09-26T13:18:33.605" v="962"/>
          <ac:picMkLst>
            <pc:docMk/>
            <pc:sldMk cId="2049587722" sldId="545"/>
            <ac:picMk id="85" creationId="{D65F5CE9-1D9A-9BF0-5ADD-C4E2693DA4CB}"/>
          </ac:picMkLst>
        </pc:picChg>
        <pc:picChg chg="mod">
          <ac:chgData name="YIP Pak Kei" userId="84071794-bab4-4b42-9f59-0a1beb5d37e7" providerId="ADAL" clId="{327E37EB-F7D8-42A2-B640-10DB968EB23A}" dt="2025-09-26T13:18:33.605" v="962"/>
          <ac:picMkLst>
            <pc:docMk/>
            <pc:sldMk cId="2049587722" sldId="545"/>
            <ac:picMk id="90" creationId="{86472D92-CAA9-AF6F-549B-2EE170C70DD7}"/>
          </ac:picMkLst>
        </pc:picChg>
      </pc:sldChg>
      <pc:sldChg chg="modSp">
        <pc:chgData name="YIP Pak Kei" userId="84071794-bab4-4b42-9f59-0a1beb5d37e7" providerId="ADAL" clId="{327E37EB-F7D8-42A2-B640-10DB968EB23A}" dt="2025-09-26T14:17:38.383" v="2010"/>
        <pc:sldMkLst>
          <pc:docMk/>
          <pc:sldMk cId="1430138192" sldId="546"/>
        </pc:sldMkLst>
        <pc:spChg chg="mod">
          <ac:chgData name="YIP Pak Kei" userId="84071794-bab4-4b42-9f59-0a1beb5d37e7" providerId="ADAL" clId="{327E37EB-F7D8-42A2-B640-10DB968EB23A}" dt="2025-09-26T14:17:38.383" v="2010"/>
          <ac:spMkLst>
            <pc:docMk/>
            <pc:sldMk cId="1430138192" sldId="546"/>
            <ac:spMk id="2" creationId="{D733E31E-F298-485B-42BF-303CC635241F}"/>
          </ac:spMkLst>
        </pc:spChg>
        <pc:spChg chg="mod">
          <ac:chgData name="YIP Pak Kei" userId="84071794-bab4-4b42-9f59-0a1beb5d37e7" providerId="ADAL" clId="{327E37EB-F7D8-42A2-B640-10DB968EB23A}" dt="2025-09-26T14:17:38.383" v="2010"/>
          <ac:spMkLst>
            <pc:docMk/>
            <pc:sldMk cId="1430138192" sldId="546"/>
            <ac:spMk id="4" creationId="{55DA2D8B-92F5-22B2-084C-934BCBC00DFD}"/>
          </ac:spMkLst>
        </pc:spChg>
        <pc:spChg chg="mod">
          <ac:chgData name="YIP Pak Kei" userId="84071794-bab4-4b42-9f59-0a1beb5d37e7" providerId="ADAL" clId="{327E37EB-F7D8-42A2-B640-10DB968EB23A}" dt="2025-09-26T14:17:38.383" v="2010"/>
          <ac:spMkLst>
            <pc:docMk/>
            <pc:sldMk cId="1430138192" sldId="546"/>
            <ac:spMk id="5" creationId="{8B004B5D-BB88-E446-FDC1-8BE748EFE8B6}"/>
          </ac:spMkLst>
        </pc:spChg>
        <pc:spChg chg="mod">
          <ac:chgData name="YIP Pak Kei" userId="84071794-bab4-4b42-9f59-0a1beb5d37e7" providerId="ADAL" clId="{327E37EB-F7D8-42A2-B640-10DB968EB23A}" dt="2025-09-26T14:17:38.383" v="2010"/>
          <ac:spMkLst>
            <pc:docMk/>
            <pc:sldMk cId="1430138192" sldId="546"/>
            <ac:spMk id="7" creationId="{77D9B67F-AD02-4BA5-209B-C91070303A72}"/>
          </ac:spMkLst>
        </pc:spChg>
        <pc:spChg chg="mod">
          <ac:chgData name="YIP Pak Kei" userId="84071794-bab4-4b42-9f59-0a1beb5d37e7" providerId="ADAL" clId="{327E37EB-F7D8-42A2-B640-10DB968EB23A}" dt="2025-09-26T14:17:38.383" v="2010"/>
          <ac:spMkLst>
            <pc:docMk/>
            <pc:sldMk cId="1430138192" sldId="546"/>
            <ac:spMk id="8" creationId="{6269FBD2-F371-6F7E-1D42-95EFADFA10DD}"/>
          </ac:spMkLst>
        </pc:spChg>
        <pc:spChg chg="mod">
          <ac:chgData name="YIP Pak Kei" userId="84071794-bab4-4b42-9f59-0a1beb5d37e7" providerId="ADAL" clId="{327E37EB-F7D8-42A2-B640-10DB968EB23A}" dt="2025-09-26T14:17:38.383" v="2010"/>
          <ac:spMkLst>
            <pc:docMk/>
            <pc:sldMk cId="1430138192" sldId="546"/>
            <ac:spMk id="9" creationId="{F039B280-D4F1-D5B7-9D62-C1DA10C605C9}"/>
          </ac:spMkLst>
        </pc:spChg>
        <pc:spChg chg="mod">
          <ac:chgData name="YIP Pak Kei" userId="84071794-bab4-4b42-9f59-0a1beb5d37e7" providerId="ADAL" clId="{327E37EB-F7D8-42A2-B640-10DB968EB23A}" dt="2025-09-26T14:17:38.383" v="2010"/>
          <ac:spMkLst>
            <pc:docMk/>
            <pc:sldMk cId="1430138192" sldId="546"/>
            <ac:spMk id="10" creationId="{6A9C835B-EE7B-2801-6842-7044F690144A}"/>
          </ac:spMkLst>
        </pc:spChg>
        <pc:spChg chg="mod">
          <ac:chgData name="YIP Pak Kei" userId="84071794-bab4-4b42-9f59-0a1beb5d37e7" providerId="ADAL" clId="{327E37EB-F7D8-42A2-B640-10DB968EB23A}" dt="2025-09-26T14:17:38.383" v="2010"/>
          <ac:spMkLst>
            <pc:docMk/>
            <pc:sldMk cId="1430138192" sldId="546"/>
            <ac:spMk id="11" creationId="{429544CE-BE3D-F6DD-FADE-D85F729A9BCC}"/>
          </ac:spMkLst>
        </pc:spChg>
        <pc:spChg chg="mod">
          <ac:chgData name="YIP Pak Kei" userId="84071794-bab4-4b42-9f59-0a1beb5d37e7" providerId="ADAL" clId="{327E37EB-F7D8-42A2-B640-10DB968EB23A}" dt="2025-09-26T14:17:38.383" v="2010"/>
          <ac:spMkLst>
            <pc:docMk/>
            <pc:sldMk cId="1430138192" sldId="546"/>
            <ac:spMk id="69" creationId="{0B07383B-6310-56A6-B051-F4B962E11786}"/>
          </ac:spMkLst>
        </pc:spChg>
        <pc:spChg chg="mod">
          <ac:chgData name="YIP Pak Kei" userId="84071794-bab4-4b42-9f59-0a1beb5d37e7" providerId="ADAL" clId="{327E37EB-F7D8-42A2-B640-10DB968EB23A}" dt="2025-09-26T14:17:38.383" v="2010"/>
          <ac:spMkLst>
            <pc:docMk/>
            <pc:sldMk cId="1430138192" sldId="546"/>
            <ac:spMk id="81" creationId="{2AF0BD8F-E098-8282-AE8C-8BFAB5EBBFC2}"/>
          </ac:spMkLst>
        </pc:spChg>
      </pc:sldChg>
      <pc:sldChg chg="addSp delSp modSp add mod ord setBg modClrScheme chgLayout">
        <pc:chgData name="YIP Pak Kei" userId="84071794-bab4-4b42-9f59-0a1beb5d37e7" providerId="ADAL" clId="{327E37EB-F7D8-42A2-B640-10DB968EB23A}" dt="2025-09-26T15:32:22.888" v="3019" actId="700"/>
        <pc:sldMkLst>
          <pc:docMk/>
          <pc:sldMk cId="7450669" sldId="547"/>
        </pc:sldMkLst>
        <pc:spChg chg="mod ord">
          <ac:chgData name="YIP Pak Kei" userId="84071794-bab4-4b42-9f59-0a1beb5d37e7" providerId="ADAL" clId="{327E37EB-F7D8-42A2-B640-10DB968EB23A}" dt="2025-09-26T15:32:22.888" v="3019" actId="700"/>
          <ac:spMkLst>
            <pc:docMk/>
            <pc:sldMk cId="7450669" sldId="547"/>
            <ac:spMk id="2" creationId="{3303D0A8-13D2-09F3-219C-38156020085F}"/>
          </ac:spMkLst>
        </pc:spChg>
        <pc:spChg chg="del">
          <ac:chgData name="YIP Pak Kei" userId="84071794-bab4-4b42-9f59-0a1beb5d37e7" providerId="ADAL" clId="{327E37EB-F7D8-42A2-B640-10DB968EB23A}" dt="2025-09-26T12:08:34.841" v="463" actId="478"/>
          <ac:spMkLst>
            <pc:docMk/>
            <pc:sldMk cId="7450669" sldId="547"/>
            <ac:spMk id="3" creationId="{AA90886F-D0F9-DDD1-8182-7844406B6A01}"/>
          </ac:spMkLst>
        </pc:spChg>
        <pc:spChg chg="mod ord">
          <ac:chgData name="YIP Pak Kei" userId="84071794-bab4-4b42-9f59-0a1beb5d37e7" providerId="ADAL" clId="{327E37EB-F7D8-42A2-B640-10DB968EB23A}" dt="2025-09-26T15:32:22.888" v="3019" actId="700"/>
          <ac:spMkLst>
            <pc:docMk/>
            <pc:sldMk cId="7450669" sldId="547"/>
            <ac:spMk id="4" creationId="{BFCCF6EE-8682-36B1-ECCE-78913B4DAB8F}"/>
          </ac:spMkLst>
        </pc:spChg>
        <pc:spChg chg="del">
          <ac:chgData name="YIP Pak Kei" userId="84071794-bab4-4b42-9f59-0a1beb5d37e7" providerId="ADAL" clId="{327E37EB-F7D8-42A2-B640-10DB968EB23A}" dt="2025-09-26T12:08:26.716" v="459" actId="478"/>
          <ac:spMkLst>
            <pc:docMk/>
            <pc:sldMk cId="7450669" sldId="547"/>
            <ac:spMk id="5" creationId="{21BABB38-5B20-AD34-4E27-B915E206954A}"/>
          </ac:spMkLst>
        </pc:spChg>
        <pc:spChg chg="del">
          <ac:chgData name="YIP Pak Kei" userId="84071794-bab4-4b42-9f59-0a1beb5d37e7" providerId="ADAL" clId="{327E37EB-F7D8-42A2-B640-10DB968EB23A}" dt="2025-09-26T12:08:31.063" v="461" actId="478"/>
          <ac:spMkLst>
            <pc:docMk/>
            <pc:sldMk cId="7450669" sldId="547"/>
            <ac:spMk id="6" creationId="{52AA6529-0EE4-8EBC-A933-CA0A36C79D51}"/>
          </ac:spMkLst>
        </pc:spChg>
        <pc:spChg chg="mod ord">
          <ac:chgData name="YIP Pak Kei" userId="84071794-bab4-4b42-9f59-0a1beb5d37e7" providerId="ADAL" clId="{327E37EB-F7D8-42A2-B640-10DB968EB23A}" dt="2025-09-26T15:32:22.888" v="3019" actId="700"/>
          <ac:spMkLst>
            <pc:docMk/>
            <pc:sldMk cId="7450669" sldId="547"/>
            <ac:spMk id="7" creationId="{37959E25-9EED-7A2B-D2BE-C0D76B83E247}"/>
          </ac:spMkLst>
        </pc:spChg>
        <pc:spChg chg="mod ord">
          <ac:chgData name="YIP Pak Kei" userId="84071794-bab4-4b42-9f59-0a1beb5d37e7" providerId="ADAL" clId="{327E37EB-F7D8-42A2-B640-10DB968EB23A}" dt="2025-09-26T15:32:22.888" v="3019" actId="700"/>
          <ac:spMkLst>
            <pc:docMk/>
            <pc:sldMk cId="7450669" sldId="547"/>
            <ac:spMk id="8" creationId="{9855B7CD-A9EB-3785-A24B-6B46E4E8A1C5}"/>
          </ac:spMkLst>
        </pc:spChg>
        <pc:spChg chg="add del mod">
          <ac:chgData name="YIP Pak Kei" userId="84071794-bab4-4b42-9f59-0a1beb5d37e7" providerId="ADAL" clId="{327E37EB-F7D8-42A2-B640-10DB968EB23A}" dt="2025-09-26T12:08:57.732" v="468" actId="478"/>
          <ac:spMkLst>
            <pc:docMk/>
            <pc:sldMk cId="7450669" sldId="547"/>
            <ac:spMk id="9" creationId="{73018A66-2B69-DB54-96B0-C9FE024F8C86}"/>
          </ac:spMkLst>
        </pc:spChg>
        <pc:spChg chg="add del mod">
          <ac:chgData name="YIP Pak Kei" userId="84071794-bab4-4b42-9f59-0a1beb5d37e7" providerId="ADAL" clId="{327E37EB-F7D8-42A2-B640-10DB968EB23A}" dt="2025-09-26T12:08:29.022" v="460" actId="478"/>
          <ac:spMkLst>
            <pc:docMk/>
            <pc:sldMk cId="7450669" sldId="547"/>
            <ac:spMk id="11" creationId="{509050A9-0801-4BC4-C211-CC0B48B2689A}"/>
          </ac:spMkLst>
        </pc:spChg>
        <pc:spChg chg="add del mod">
          <ac:chgData name="YIP Pak Kei" userId="84071794-bab4-4b42-9f59-0a1beb5d37e7" providerId="ADAL" clId="{327E37EB-F7D8-42A2-B640-10DB968EB23A}" dt="2025-09-26T12:08:33.213" v="462" actId="478"/>
          <ac:spMkLst>
            <pc:docMk/>
            <pc:sldMk cId="7450669" sldId="547"/>
            <ac:spMk id="13" creationId="{64535A85-BF87-6416-FE9B-F9A0026E163B}"/>
          </ac:spMkLst>
        </pc:spChg>
        <pc:spChg chg="add del mod ord">
          <ac:chgData name="YIP Pak Kei" userId="84071794-bab4-4b42-9f59-0a1beb5d37e7" providerId="ADAL" clId="{327E37EB-F7D8-42A2-B640-10DB968EB23A}" dt="2025-09-26T15:32:22.888" v="3019" actId="700"/>
          <ac:spMkLst>
            <pc:docMk/>
            <pc:sldMk cId="7450669" sldId="547"/>
            <ac:spMk id="15" creationId="{92B8F584-2104-8F4B-AC30-4854E003473A}"/>
          </ac:spMkLst>
        </pc:spChg>
        <pc:spChg chg="add mod ord">
          <ac:chgData name="YIP Pak Kei" userId="84071794-bab4-4b42-9f59-0a1beb5d37e7" providerId="ADAL" clId="{327E37EB-F7D8-42A2-B640-10DB968EB23A}" dt="2025-09-26T15:14:42.679" v="2657" actId="14100"/>
          <ac:spMkLst>
            <pc:docMk/>
            <pc:sldMk cId="7450669" sldId="547"/>
            <ac:spMk id="34" creationId="{86575217-11E2-0A22-5994-CE479FED1E8D}"/>
          </ac:spMkLst>
        </pc:spChg>
        <pc:spChg chg="add mod">
          <ac:chgData name="YIP Pak Kei" userId="84071794-bab4-4b42-9f59-0a1beb5d37e7" providerId="ADAL" clId="{327E37EB-F7D8-42A2-B640-10DB968EB23A}" dt="2025-09-26T15:11:25.056" v="2634" actId="113"/>
          <ac:spMkLst>
            <pc:docMk/>
            <pc:sldMk cId="7450669" sldId="547"/>
            <ac:spMk id="42" creationId="{12B1865E-07B4-AF9A-8D45-08DB53FAAA79}"/>
          </ac:spMkLst>
        </pc:spChg>
        <pc:spChg chg="add mod">
          <ac:chgData name="YIP Pak Kei" userId="84071794-bab4-4b42-9f59-0a1beb5d37e7" providerId="ADAL" clId="{327E37EB-F7D8-42A2-B640-10DB968EB23A}" dt="2025-09-26T15:11:28.970" v="2635" actId="113"/>
          <ac:spMkLst>
            <pc:docMk/>
            <pc:sldMk cId="7450669" sldId="547"/>
            <ac:spMk id="43" creationId="{373535CD-F4A1-D73C-353F-67BE4F650EF0}"/>
          </ac:spMkLst>
        </pc:spChg>
        <pc:spChg chg="add mod">
          <ac:chgData name="YIP Pak Kei" userId="84071794-bab4-4b42-9f59-0a1beb5d37e7" providerId="ADAL" clId="{327E37EB-F7D8-42A2-B640-10DB968EB23A}" dt="2025-09-26T15:26:09.289" v="2915" actId="14100"/>
          <ac:spMkLst>
            <pc:docMk/>
            <pc:sldMk cId="7450669" sldId="547"/>
            <ac:spMk id="44" creationId="{C1AD2056-C8AD-B01D-2B7B-95C842038ACC}"/>
          </ac:spMkLst>
        </pc:spChg>
        <pc:spChg chg="add mod">
          <ac:chgData name="YIP Pak Kei" userId="84071794-bab4-4b42-9f59-0a1beb5d37e7" providerId="ADAL" clId="{327E37EB-F7D8-42A2-B640-10DB968EB23A}" dt="2025-09-26T15:14:36.290" v="2655" actId="1076"/>
          <ac:spMkLst>
            <pc:docMk/>
            <pc:sldMk cId="7450669" sldId="547"/>
            <ac:spMk id="46" creationId="{7FC3E0D4-E10A-B7AE-38FD-C172BCD001E7}"/>
          </ac:spMkLst>
        </pc:spChg>
        <pc:spChg chg="add del mod">
          <ac:chgData name="YIP Pak Kei" userId="84071794-bab4-4b42-9f59-0a1beb5d37e7" providerId="ADAL" clId="{327E37EB-F7D8-42A2-B640-10DB968EB23A}" dt="2025-09-26T15:08:14.950" v="2537" actId="1036"/>
          <ac:spMkLst>
            <pc:docMk/>
            <pc:sldMk cId="7450669" sldId="547"/>
            <ac:spMk id="47" creationId="{A24ED7CD-1F53-5DFA-D96B-BB946783EE76}"/>
          </ac:spMkLst>
        </pc:spChg>
        <pc:spChg chg="add mod">
          <ac:chgData name="YIP Pak Kei" userId="84071794-bab4-4b42-9f59-0a1beb5d37e7" providerId="ADAL" clId="{327E37EB-F7D8-42A2-B640-10DB968EB23A}" dt="2025-09-26T15:08:14.950" v="2537" actId="1036"/>
          <ac:spMkLst>
            <pc:docMk/>
            <pc:sldMk cId="7450669" sldId="547"/>
            <ac:spMk id="48" creationId="{477317B7-8143-CAEB-A35F-06B677C9718A}"/>
          </ac:spMkLst>
        </pc:spChg>
        <pc:spChg chg="add mod">
          <ac:chgData name="YIP Pak Kei" userId="84071794-bab4-4b42-9f59-0a1beb5d37e7" providerId="ADAL" clId="{327E37EB-F7D8-42A2-B640-10DB968EB23A}" dt="2025-09-26T15:08:14.950" v="2537" actId="1036"/>
          <ac:spMkLst>
            <pc:docMk/>
            <pc:sldMk cId="7450669" sldId="547"/>
            <ac:spMk id="49" creationId="{5D314DCF-6503-2D17-34E2-FDC0790105D2}"/>
          </ac:spMkLst>
        </pc:spChg>
        <pc:spChg chg="mod topLvl">
          <ac:chgData name="YIP Pak Kei" userId="84071794-bab4-4b42-9f59-0a1beb5d37e7" providerId="ADAL" clId="{327E37EB-F7D8-42A2-B640-10DB968EB23A}" dt="2025-09-26T15:07:40.818" v="2515" actId="165"/>
          <ac:spMkLst>
            <pc:docMk/>
            <pc:sldMk cId="7450669" sldId="547"/>
            <ac:spMk id="58" creationId="{39B22E64-3F94-7B22-6374-F4C2AF9EAF7B}"/>
          </ac:spMkLst>
        </pc:spChg>
        <pc:spChg chg="mod topLvl">
          <ac:chgData name="YIP Pak Kei" userId="84071794-bab4-4b42-9f59-0a1beb5d37e7" providerId="ADAL" clId="{327E37EB-F7D8-42A2-B640-10DB968EB23A}" dt="2025-09-26T15:07:40.818" v="2515" actId="165"/>
          <ac:spMkLst>
            <pc:docMk/>
            <pc:sldMk cId="7450669" sldId="547"/>
            <ac:spMk id="59" creationId="{779DAE6E-BD81-03E2-4E88-0151B6A591DB}"/>
          </ac:spMkLst>
        </pc:spChg>
        <pc:spChg chg="mod topLvl">
          <ac:chgData name="YIP Pak Kei" userId="84071794-bab4-4b42-9f59-0a1beb5d37e7" providerId="ADAL" clId="{327E37EB-F7D8-42A2-B640-10DB968EB23A}" dt="2025-09-26T15:07:40.818" v="2515" actId="165"/>
          <ac:spMkLst>
            <pc:docMk/>
            <pc:sldMk cId="7450669" sldId="547"/>
            <ac:spMk id="60" creationId="{0CE01AB9-7423-4741-E67C-26447BF8B416}"/>
          </ac:spMkLst>
        </pc:spChg>
        <pc:spChg chg="mod topLvl">
          <ac:chgData name="YIP Pak Kei" userId="84071794-bab4-4b42-9f59-0a1beb5d37e7" providerId="ADAL" clId="{327E37EB-F7D8-42A2-B640-10DB968EB23A}" dt="2025-09-26T15:07:40.818" v="2515" actId="165"/>
          <ac:spMkLst>
            <pc:docMk/>
            <pc:sldMk cId="7450669" sldId="547"/>
            <ac:spMk id="61" creationId="{FC1AA720-A97F-95E7-3C25-0F10EB36D079}"/>
          </ac:spMkLst>
        </pc:spChg>
        <pc:spChg chg="add mod">
          <ac:chgData name="YIP Pak Kei" userId="84071794-bab4-4b42-9f59-0a1beb5d37e7" providerId="ADAL" clId="{327E37EB-F7D8-42A2-B640-10DB968EB23A}" dt="2025-09-26T15:17:39.825" v="2765" actId="1076"/>
          <ac:spMkLst>
            <pc:docMk/>
            <pc:sldMk cId="7450669" sldId="547"/>
            <ac:spMk id="62" creationId="{B381C386-3F39-27B8-D8E7-FBEBEC817EDD}"/>
          </ac:spMkLst>
        </pc:spChg>
        <pc:spChg chg="add mod">
          <ac:chgData name="YIP Pak Kei" userId="84071794-bab4-4b42-9f59-0a1beb5d37e7" providerId="ADAL" clId="{327E37EB-F7D8-42A2-B640-10DB968EB23A}" dt="2025-09-26T15:26:14.761" v="2917" actId="14100"/>
          <ac:spMkLst>
            <pc:docMk/>
            <pc:sldMk cId="7450669" sldId="547"/>
            <ac:spMk id="73" creationId="{FA96D04F-C218-B0DB-9DA1-434970D2F2B1}"/>
          </ac:spMkLst>
        </pc:spChg>
        <pc:spChg chg="add mod">
          <ac:chgData name="YIP Pak Kei" userId="84071794-bab4-4b42-9f59-0a1beb5d37e7" providerId="ADAL" clId="{327E37EB-F7D8-42A2-B640-10DB968EB23A}" dt="2025-09-26T15:24:37.929" v="2847" actId="12789"/>
          <ac:spMkLst>
            <pc:docMk/>
            <pc:sldMk cId="7450669" sldId="547"/>
            <ac:spMk id="75" creationId="{8526B0E7-48FC-76D7-15C5-58498DD3195B}"/>
          </ac:spMkLst>
        </pc:spChg>
        <pc:spChg chg="add del mod">
          <ac:chgData name="YIP Pak Kei" userId="84071794-bab4-4b42-9f59-0a1beb5d37e7" providerId="ADAL" clId="{327E37EB-F7D8-42A2-B640-10DB968EB23A}" dt="2025-09-26T15:23:58.698" v="2825" actId="478"/>
          <ac:spMkLst>
            <pc:docMk/>
            <pc:sldMk cId="7450669" sldId="547"/>
            <ac:spMk id="76" creationId="{49631773-8B79-A24A-69EF-E107DD73C931}"/>
          </ac:spMkLst>
        </pc:spChg>
        <pc:spChg chg="add del mod">
          <ac:chgData name="YIP Pak Kei" userId="84071794-bab4-4b42-9f59-0a1beb5d37e7" providerId="ADAL" clId="{327E37EB-F7D8-42A2-B640-10DB968EB23A}" dt="2025-09-26T15:23:56.569" v="2824" actId="478"/>
          <ac:spMkLst>
            <pc:docMk/>
            <pc:sldMk cId="7450669" sldId="547"/>
            <ac:spMk id="77" creationId="{00123594-8960-55AD-9EEC-B227D56D8CC7}"/>
          </ac:spMkLst>
        </pc:spChg>
        <pc:spChg chg="add mod">
          <ac:chgData name="YIP Pak Kei" userId="84071794-bab4-4b42-9f59-0a1beb5d37e7" providerId="ADAL" clId="{327E37EB-F7D8-42A2-B640-10DB968EB23A}" dt="2025-09-26T15:25:45.401" v="2911" actId="207"/>
          <ac:spMkLst>
            <pc:docMk/>
            <pc:sldMk cId="7450669" sldId="547"/>
            <ac:spMk id="78" creationId="{54B4B253-DC2B-C1C5-1BB3-D7C1EACFE0B1}"/>
          </ac:spMkLst>
        </pc:spChg>
        <pc:spChg chg="add mod">
          <ac:chgData name="YIP Pak Kei" userId="84071794-bab4-4b42-9f59-0a1beb5d37e7" providerId="ADAL" clId="{327E37EB-F7D8-42A2-B640-10DB968EB23A}" dt="2025-09-26T15:25:07.402" v="2851" actId="207"/>
          <ac:spMkLst>
            <pc:docMk/>
            <pc:sldMk cId="7450669" sldId="547"/>
            <ac:spMk id="79" creationId="{2CF23465-86A6-8D8E-38D9-B82ADE7D093B}"/>
          </ac:spMkLst>
        </pc:spChg>
        <pc:grpChg chg="add del mod">
          <ac:chgData name="YIP Pak Kei" userId="84071794-bab4-4b42-9f59-0a1beb5d37e7" providerId="ADAL" clId="{327E37EB-F7D8-42A2-B640-10DB968EB23A}" dt="2025-09-26T15:07:40.818" v="2515" actId="165"/>
          <ac:grpSpMkLst>
            <pc:docMk/>
            <pc:sldMk cId="7450669" sldId="547"/>
            <ac:grpSpMk id="57" creationId="{B44313C2-BDAF-FACC-AC4C-FDE5CC06B204}"/>
          </ac:grpSpMkLst>
        </pc:grpChg>
        <pc:picChg chg="add mod">
          <ac:chgData name="YIP Pak Kei" userId="84071794-bab4-4b42-9f59-0a1beb5d37e7" providerId="ADAL" clId="{327E37EB-F7D8-42A2-B640-10DB968EB23A}" dt="2025-09-26T15:15:53.257" v="2675" actId="1076"/>
          <ac:picMkLst>
            <pc:docMk/>
            <pc:sldMk cId="7450669" sldId="547"/>
            <ac:picMk id="17" creationId="{5AF21D71-404D-D132-09CE-D41451D4A559}"/>
          </ac:picMkLst>
        </pc:picChg>
        <pc:picChg chg="add del mod">
          <ac:chgData name="YIP Pak Kei" userId="84071794-bab4-4b42-9f59-0a1beb5d37e7" providerId="ADAL" clId="{327E37EB-F7D8-42A2-B640-10DB968EB23A}" dt="2025-09-26T12:47:48.663" v="850" actId="478"/>
          <ac:picMkLst>
            <pc:docMk/>
            <pc:sldMk cId="7450669" sldId="547"/>
            <ac:picMk id="19" creationId="{754F6D5B-2C79-1377-13A6-FA967B2BB93F}"/>
          </ac:picMkLst>
        </pc:picChg>
        <pc:picChg chg="add del mod">
          <ac:chgData name="YIP Pak Kei" userId="84071794-bab4-4b42-9f59-0a1beb5d37e7" providerId="ADAL" clId="{327E37EB-F7D8-42A2-B640-10DB968EB23A}" dt="2025-09-26T13:05:29.383" v="884" actId="478"/>
          <ac:picMkLst>
            <pc:docMk/>
            <pc:sldMk cId="7450669" sldId="547"/>
            <ac:picMk id="21" creationId="{C248D2D3-B273-6928-B58B-69C1F62264C6}"/>
          </ac:picMkLst>
        </pc:picChg>
        <pc:picChg chg="add del mod">
          <ac:chgData name="YIP Pak Kei" userId="84071794-bab4-4b42-9f59-0a1beb5d37e7" providerId="ADAL" clId="{327E37EB-F7D8-42A2-B640-10DB968EB23A}" dt="2025-09-26T12:52:43.348" v="862" actId="478"/>
          <ac:picMkLst>
            <pc:docMk/>
            <pc:sldMk cId="7450669" sldId="547"/>
            <ac:picMk id="23" creationId="{0CEE54B7-F022-93AA-AB5E-54E62DF78D71}"/>
          </ac:picMkLst>
        </pc:picChg>
        <pc:picChg chg="add del">
          <ac:chgData name="YIP Pak Kei" userId="84071794-bab4-4b42-9f59-0a1beb5d37e7" providerId="ADAL" clId="{327E37EB-F7D8-42A2-B640-10DB968EB23A}" dt="2025-09-26T12:53:26.977" v="864" actId="478"/>
          <ac:picMkLst>
            <pc:docMk/>
            <pc:sldMk cId="7450669" sldId="547"/>
            <ac:picMk id="25" creationId="{219BB636-3231-3246-52C0-471DAE59C4F8}"/>
          </ac:picMkLst>
        </pc:picChg>
        <pc:picChg chg="add del">
          <ac:chgData name="YIP Pak Kei" userId="84071794-bab4-4b42-9f59-0a1beb5d37e7" providerId="ADAL" clId="{327E37EB-F7D8-42A2-B640-10DB968EB23A}" dt="2025-09-26T12:53:39.225" v="866" actId="478"/>
          <ac:picMkLst>
            <pc:docMk/>
            <pc:sldMk cId="7450669" sldId="547"/>
            <ac:picMk id="27" creationId="{D2A70399-BD76-7D9E-664C-C3265C3994D8}"/>
          </ac:picMkLst>
        </pc:picChg>
        <pc:picChg chg="add mod">
          <ac:chgData name="YIP Pak Kei" userId="84071794-bab4-4b42-9f59-0a1beb5d37e7" providerId="ADAL" clId="{327E37EB-F7D8-42A2-B640-10DB968EB23A}" dt="2025-09-26T15:08:14.950" v="2537" actId="1036"/>
          <ac:picMkLst>
            <pc:docMk/>
            <pc:sldMk cId="7450669" sldId="547"/>
            <ac:picMk id="29" creationId="{47F50A4F-1CBF-9C35-4A87-301E351EEBDD}"/>
          </ac:picMkLst>
        </pc:picChg>
        <pc:picChg chg="add mod">
          <ac:chgData name="YIP Pak Kei" userId="84071794-bab4-4b42-9f59-0a1beb5d37e7" providerId="ADAL" clId="{327E37EB-F7D8-42A2-B640-10DB968EB23A}" dt="2025-09-26T15:15:29.482" v="2670" actId="1076"/>
          <ac:picMkLst>
            <pc:docMk/>
            <pc:sldMk cId="7450669" sldId="547"/>
            <ac:picMk id="31" creationId="{C3E09D47-A09A-0D11-CD80-A00D4CA84EC8}"/>
          </ac:picMkLst>
        </pc:picChg>
        <pc:picChg chg="add del mod">
          <ac:chgData name="YIP Pak Kei" userId="84071794-bab4-4b42-9f59-0a1beb5d37e7" providerId="ADAL" clId="{327E37EB-F7D8-42A2-B640-10DB968EB23A}" dt="2025-09-26T15:08:14.950" v="2537" actId="1036"/>
          <ac:picMkLst>
            <pc:docMk/>
            <pc:sldMk cId="7450669" sldId="547"/>
            <ac:picMk id="32" creationId="{873F876A-06F5-598F-992B-33F6E253D8EC}"/>
          </ac:picMkLst>
        </pc:picChg>
        <pc:picChg chg="add mod">
          <ac:chgData name="YIP Pak Kei" userId="84071794-bab4-4b42-9f59-0a1beb5d37e7" providerId="ADAL" clId="{327E37EB-F7D8-42A2-B640-10DB968EB23A}" dt="2025-09-26T15:08:14.950" v="2537" actId="1036"/>
          <ac:picMkLst>
            <pc:docMk/>
            <pc:sldMk cId="7450669" sldId="547"/>
            <ac:picMk id="33" creationId="{695E9150-95C2-22C7-D564-DEA044708CAD}"/>
          </ac:picMkLst>
        </pc:picChg>
        <pc:cxnChg chg="add del mod">
          <ac:chgData name="YIP Pak Kei" userId="84071794-bab4-4b42-9f59-0a1beb5d37e7" providerId="ADAL" clId="{327E37EB-F7D8-42A2-B640-10DB968EB23A}" dt="2025-09-26T14:12:05.147" v="1986" actId="478"/>
          <ac:cxnSpMkLst>
            <pc:docMk/>
            <pc:sldMk cId="7450669" sldId="547"/>
            <ac:cxnSpMk id="36" creationId="{10F38C4F-E015-E0D3-3477-860E31151739}"/>
          </ac:cxnSpMkLst>
        </pc:cxnChg>
        <pc:cxnChg chg="add mod">
          <ac:chgData name="YIP Pak Kei" userId="84071794-bab4-4b42-9f59-0a1beb5d37e7" providerId="ADAL" clId="{327E37EB-F7D8-42A2-B640-10DB968EB23A}" dt="2025-09-26T15:00:27.655" v="2305" actId="1037"/>
          <ac:cxnSpMkLst>
            <pc:docMk/>
            <pc:sldMk cId="7450669" sldId="547"/>
            <ac:cxnSpMk id="38" creationId="{44147784-DB73-BD48-397A-DC053B74ADC8}"/>
          </ac:cxnSpMkLst>
        </pc:cxnChg>
        <pc:cxnChg chg="add mod">
          <ac:chgData name="YIP Pak Kei" userId="84071794-bab4-4b42-9f59-0a1beb5d37e7" providerId="ADAL" clId="{327E37EB-F7D8-42A2-B640-10DB968EB23A}" dt="2025-09-26T15:17:51.330" v="2767" actId="1076"/>
          <ac:cxnSpMkLst>
            <pc:docMk/>
            <pc:sldMk cId="7450669" sldId="547"/>
            <ac:cxnSpMk id="50" creationId="{B5198B8D-97D2-CDAB-6E1D-66422349C4D4}"/>
          </ac:cxnSpMkLst>
        </pc:cxnChg>
        <pc:cxnChg chg="add del mod">
          <ac:chgData name="YIP Pak Kei" userId="84071794-bab4-4b42-9f59-0a1beb5d37e7" providerId="ADAL" clId="{327E37EB-F7D8-42A2-B640-10DB968EB23A}" dt="2025-09-26T15:00:15.624" v="2295" actId="478"/>
          <ac:cxnSpMkLst>
            <pc:docMk/>
            <pc:sldMk cId="7450669" sldId="547"/>
            <ac:cxnSpMk id="52" creationId="{ABA50FE3-3E4A-0054-71D7-5784629C46B4}"/>
          </ac:cxnSpMkLst>
        </pc:cxnChg>
        <pc:cxnChg chg="add mod">
          <ac:chgData name="YIP Pak Kei" userId="84071794-bab4-4b42-9f59-0a1beb5d37e7" providerId="ADAL" clId="{327E37EB-F7D8-42A2-B640-10DB968EB23A}" dt="2025-09-26T15:16:01.070" v="2677" actId="1076"/>
          <ac:cxnSpMkLst>
            <pc:docMk/>
            <pc:sldMk cId="7450669" sldId="547"/>
            <ac:cxnSpMk id="56" creationId="{5A2DBDDF-6945-1CBF-BDCA-1D584B22196E}"/>
          </ac:cxnSpMkLst>
        </pc:cxnChg>
        <pc:cxnChg chg="add mod">
          <ac:chgData name="YIP Pak Kei" userId="84071794-bab4-4b42-9f59-0a1beb5d37e7" providerId="ADAL" clId="{327E37EB-F7D8-42A2-B640-10DB968EB23A}" dt="2025-09-26T15:15:37.280" v="2672" actId="14100"/>
          <ac:cxnSpMkLst>
            <pc:docMk/>
            <pc:sldMk cId="7450669" sldId="547"/>
            <ac:cxnSpMk id="65" creationId="{B10BB54C-583A-F674-B70C-FD88A7C87975}"/>
          </ac:cxnSpMkLst>
        </pc:cxnChg>
        <pc:cxnChg chg="add mod">
          <ac:chgData name="YIP Pak Kei" userId="84071794-bab4-4b42-9f59-0a1beb5d37e7" providerId="ADAL" clId="{327E37EB-F7D8-42A2-B640-10DB968EB23A}" dt="2025-09-26T15:16:10.335" v="2680" actId="14100"/>
          <ac:cxnSpMkLst>
            <pc:docMk/>
            <pc:sldMk cId="7450669" sldId="547"/>
            <ac:cxnSpMk id="71" creationId="{3CAC3F15-D0DB-F94C-7E7A-C552E7D3A112}"/>
          </ac:cxnSpMkLst>
        </pc:cxnChg>
      </pc:sldChg>
      <pc:sldChg chg="addSp delSp modSp add mod setBg modClrScheme chgLayout">
        <pc:chgData name="YIP Pak Kei" userId="84071794-bab4-4b42-9f59-0a1beb5d37e7" providerId="ADAL" clId="{327E37EB-F7D8-42A2-B640-10DB968EB23A}" dt="2025-09-26T16:03:26.920" v="3318" actId="14100"/>
        <pc:sldMkLst>
          <pc:docMk/>
          <pc:sldMk cId="2969623277" sldId="548"/>
        </pc:sldMkLst>
        <pc:spChg chg="mod ord">
          <ac:chgData name="YIP Pak Kei" userId="84071794-bab4-4b42-9f59-0a1beb5d37e7" providerId="ADAL" clId="{327E37EB-F7D8-42A2-B640-10DB968EB23A}" dt="2025-09-26T15:59:12.565" v="3241" actId="700"/>
          <ac:spMkLst>
            <pc:docMk/>
            <pc:sldMk cId="2969623277" sldId="548"/>
            <ac:spMk id="2" creationId="{8DDE1B8B-D485-872C-35FF-0ABDCA859604}"/>
          </ac:spMkLst>
        </pc:spChg>
        <pc:spChg chg="add del mod">
          <ac:chgData name="YIP Pak Kei" userId="84071794-bab4-4b42-9f59-0a1beb5d37e7" providerId="ADAL" clId="{327E37EB-F7D8-42A2-B640-10DB968EB23A}" dt="2025-09-26T15:47:01.523" v="3134" actId="478"/>
          <ac:spMkLst>
            <pc:docMk/>
            <pc:sldMk cId="2969623277" sldId="548"/>
            <ac:spMk id="3" creationId="{2022898C-FC8B-BDA2-8338-04DBB92040E8}"/>
          </ac:spMkLst>
        </pc:spChg>
        <pc:spChg chg="mod ord">
          <ac:chgData name="YIP Pak Kei" userId="84071794-bab4-4b42-9f59-0a1beb5d37e7" providerId="ADAL" clId="{327E37EB-F7D8-42A2-B640-10DB968EB23A}" dt="2025-09-26T15:59:12.565" v="3241" actId="700"/>
          <ac:spMkLst>
            <pc:docMk/>
            <pc:sldMk cId="2969623277" sldId="548"/>
            <ac:spMk id="4" creationId="{51D88663-7CDC-80AB-5286-19CD732E32CB}"/>
          </ac:spMkLst>
        </pc:spChg>
        <pc:spChg chg="add mod">
          <ac:chgData name="YIP Pak Kei" userId="84071794-bab4-4b42-9f59-0a1beb5d37e7" providerId="ADAL" clId="{327E37EB-F7D8-42A2-B640-10DB968EB23A}" dt="2025-09-26T15:49:44.845" v="3188" actId="164"/>
          <ac:spMkLst>
            <pc:docMk/>
            <pc:sldMk cId="2969623277" sldId="548"/>
            <ac:spMk id="5" creationId="{7B8B47C0-6976-F479-9ABF-566DE88CE5BC}"/>
          </ac:spMkLst>
        </pc:spChg>
        <pc:spChg chg="mod ord">
          <ac:chgData name="YIP Pak Kei" userId="84071794-bab4-4b42-9f59-0a1beb5d37e7" providerId="ADAL" clId="{327E37EB-F7D8-42A2-B640-10DB968EB23A}" dt="2025-09-26T15:59:12.565" v="3241" actId="700"/>
          <ac:spMkLst>
            <pc:docMk/>
            <pc:sldMk cId="2969623277" sldId="548"/>
            <ac:spMk id="7" creationId="{B5425655-879A-44DB-D3A9-C335799E8FA2}"/>
          </ac:spMkLst>
        </pc:spChg>
        <pc:spChg chg="mod ord">
          <ac:chgData name="YIP Pak Kei" userId="84071794-bab4-4b42-9f59-0a1beb5d37e7" providerId="ADAL" clId="{327E37EB-F7D8-42A2-B640-10DB968EB23A}" dt="2025-09-26T15:59:12.565" v="3241" actId="700"/>
          <ac:spMkLst>
            <pc:docMk/>
            <pc:sldMk cId="2969623277" sldId="548"/>
            <ac:spMk id="8" creationId="{B9911851-E6DF-24FD-7E8D-8B6D57F8FEA0}"/>
          </ac:spMkLst>
        </pc:spChg>
        <pc:spChg chg="mod ord">
          <ac:chgData name="YIP Pak Kei" userId="84071794-bab4-4b42-9f59-0a1beb5d37e7" providerId="ADAL" clId="{327E37EB-F7D8-42A2-B640-10DB968EB23A}" dt="2025-09-26T15:59:12.565" v="3241" actId="700"/>
          <ac:spMkLst>
            <pc:docMk/>
            <pc:sldMk cId="2969623277" sldId="548"/>
            <ac:spMk id="15" creationId="{D536939D-F4CD-7AEE-9980-7BA7514F9C14}"/>
          </ac:spMkLst>
        </pc:spChg>
        <pc:spChg chg="add mod ord">
          <ac:chgData name="YIP Pak Kei" userId="84071794-bab4-4b42-9f59-0a1beb5d37e7" providerId="ADAL" clId="{327E37EB-F7D8-42A2-B640-10DB968EB23A}" dt="2025-09-26T16:00:13.891" v="3248" actId="1076"/>
          <ac:spMkLst>
            <pc:docMk/>
            <pc:sldMk cId="2969623277" sldId="548"/>
            <ac:spMk id="16" creationId="{8B78ED48-BAB7-7214-2E92-2E4FAA3F494A}"/>
          </ac:spMkLst>
        </pc:spChg>
        <pc:spChg chg="add del mod ord">
          <ac:chgData name="YIP Pak Kei" userId="84071794-bab4-4b42-9f59-0a1beb5d37e7" providerId="ADAL" clId="{327E37EB-F7D8-42A2-B640-10DB968EB23A}" dt="2025-09-26T15:57:24.323" v="3209" actId="478"/>
          <ac:spMkLst>
            <pc:docMk/>
            <pc:sldMk cId="2969623277" sldId="548"/>
            <ac:spMk id="19" creationId="{52AAAF4E-E4B1-092B-BE21-C17468E20386}"/>
          </ac:spMkLst>
        </pc:spChg>
        <pc:spChg chg="add mod">
          <ac:chgData name="YIP Pak Kei" userId="84071794-bab4-4b42-9f59-0a1beb5d37e7" providerId="ADAL" clId="{327E37EB-F7D8-42A2-B640-10DB968EB23A}" dt="2025-09-26T15:58:27.533" v="3223" actId="164"/>
          <ac:spMkLst>
            <pc:docMk/>
            <pc:sldMk cId="2969623277" sldId="548"/>
            <ac:spMk id="20" creationId="{1360334F-38A8-AE9C-A27C-DFE735BA505F}"/>
          </ac:spMkLst>
        </pc:spChg>
        <pc:spChg chg="add mod">
          <ac:chgData name="YIP Pak Kei" userId="84071794-bab4-4b42-9f59-0a1beb5d37e7" providerId="ADAL" clId="{327E37EB-F7D8-42A2-B640-10DB968EB23A}" dt="2025-09-26T16:01:22.039" v="3293" actId="1036"/>
          <ac:spMkLst>
            <pc:docMk/>
            <pc:sldMk cId="2969623277" sldId="548"/>
            <ac:spMk id="22" creationId="{F3EC42AB-90BB-2BBD-B37F-A8F8D87B51F5}"/>
          </ac:spMkLst>
        </pc:spChg>
        <pc:spChg chg="add mod">
          <ac:chgData name="YIP Pak Kei" userId="84071794-bab4-4b42-9f59-0a1beb5d37e7" providerId="ADAL" clId="{327E37EB-F7D8-42A2-B640-10DB968EB23A}" dt="2025-09-26T16:01:29.872" v="3294" actId="164"/>
          <ac:spMkLst>
            <pc:docMk/>
            <pc:sldMk cId="2969623277" sldId="548"/>
            <ac:spMk id="23" creationId="{DAD77C66-0CC1-7C13-8E17-4216E43F87DE}"/>
          </ac:spMkLst>
        </pc:spChg>
        <pc:spChg chg="add mod">
          <ac:chgData name="YIP Pak Kei" userId="84071794-bab4-4b42-9f59-0a1beb5d37e7" providerId="ADAL" clId="{327E37EB-F7D8-42A2-B640-10DB968EB23A}" dt="2025-09-26T16:02:02.021" v="3303" actId="164"/>
          <ac:spMkLst>
            <pc:docMk/>
            <pc:sldMk cId="2969623277" sldId="548"/>
            <ac:spMk id="24" creationId="{BD93B105-C10D-ABBE-D17D-8D052C66A3C2}"/>
          </ac:spMkLst>
        </pc:spChg>
        <pc:grpChg chg="add mod">
          <ac:chgData name="YIP Pak Kei" userId="84071794-bab4-4b42-9f59-0a1beb5d37e7" providerId="ADAL" clId="{327E37EB-F7D8-42A2-B640-10DB968EB23A}" dt="2025-09-26T16:02:27.025" v="3306" actId="1076"/>
          <ac:grpSpMkLst>
            <pc:docMk/>
            <pc:sldMk cId="2969623277" sldId="548"/>
            <ac:grpSpMk id="17" creationId="{972704D6-BAA4-9B0D-1CE7-B2B1B8C0E8AB}"/>
          </ac:grpSpMkLst>
        </pc:grpChg>
        <pc:grpChg chg="add mod">
          <ac:chgData name="YIP Pak Kei" userId="84071794-bab4-4b42-9f59-0a1beb5d37e7" providerId="ADAL" clId="{327E37EB-F7D8-42A2-B640-10DB968EB23A}" dt="2025-09-26T16:01:46.306" v="3297" actId="1076"/>
          <ac:grpSpMkLst>
            <pc:docMk/>
            <pc:sldMk cId="2969623277" sldId="548"/>
            <ac:grpSpMk id="21" creationId="{60E8C7A6-C2F3-FF64-F200-4DF7D33EDFD0}"/>
          </ac:grpSpMkLst>
        </pc:grpChg>
        <pc:grpChg chg="add mod">
          <ac:chgData name="YIP Pak Kei" userId="84071794-bab4-4b42-9f59-0a1beb5d37e7" providerId="ADAL" clId="{327E37EB-F7D8-42A2-B640-10DB968EB23A}" dt="2025-09-26T16:02:12.741" v="3305" actId="1076"/>
          <ac:grpSpMkLst>
            <pc:docMk/>
            <pc:sldMk cId="2969623277" sldId="548"/>
            <ac:grpSpMk id="25" creationId="{FC5D910B-93AE-4EAC-74E0-E591B1C0FFCA}"/>
          </ac:grpSpMkLst>
        </pc:grpChg>
        <pc:grpChg chg="add mod">
          <ac:chgData name="YIP Pak Kei" userId="84071794-bab4-4b42-9f59-0a1beb5d37e7" providerId="ADAL" clId="{327E37EB-F7D8-42A2-B640-10DB968EB23A}" dt="2025-09-26T16:01:35.536" v="3295" actId="1076"/>
          <ac:grpSpMkLst>
            <pc:docMk/>
            <pc:sldMk cId="2969623277" sldId="548"/>
            <ac:grpSpMk id="26" creationId="{908853D1-1B5F-82C7-23EC-7FF501F363DE}"/>
          </ac:grpSpMkLst>
        </pc:grpChg>
        <pc:grpChg chg="add mod">
          <ac:chgData name="YIP Pak Kei" userId="84071794-bab4-4b42-9f59-0a1beb5d37e7" providerId="ADAL" clId="{327E37EB-F7D8-42A2-B640-10DB968EB23A}" dt="2025-09-26T16:02:07.802" v="3304" actId="1076"/>
          <ac:grpSpMkLst>
            <pc:docMk/>
            <pc:sldMk cId="2969623277" sldId="548"/>
            <ac:grpSpMk id="27" creationId="{CCE9ACC8-6FB4-7844-259E-F972FF3F57B6}"/>
          </ac:grpSpMkLst>
        </pc:grpChg>
        <pc:picChg chg="add del mod">
          <ac:chgData name="YIP Pak Kei" userId="84071794-bab4-4b42-9f59-0a1beb5d37e7" providerId="ADAL" clId="{327E37EB-F7D8-42A2-B640-10DB968EB23A}" dt="2025-09-26T16:01:29.872" v="3294" actId="164"/>
          <ac:picMkLst>
            <pc:docMk/>
            <pc:sldMk cId="2969623277" sldId="548"/>
            <ac:picMk id="9" creationId="{2C6615D8-1332-7F47-0B0F-332AD09669F9}"/>
          </ac:picMkLst>
        </pc:picChg>
        <pc:picChg chg="add mod">
          <ac:chgData name="YIP Pak Kei" userId="84071794-bab4-4b42-9f59-0a1beb5d37e7" providerId="ADAL" clId="{327E37EB-F7D8-42A2-B640-10DB968EB23A}" dt="2025-09-26T16:00:09.262" v="3246" actId="1076"/>
          <ac:picMkLst>
            <pc:docMk/>
            <pc:sldMk cId="2969623277" sldId="548"/>
            <ac:picMk id="10" creationId="{C1AEDA98-BB89-3F61-B56D-F166A1CE8A55}"/>
          </ac:picMkLst>
        </pc:picChg>
        <pc:picChg chg="add mod">
          <ac:chgData name="YIP Pak Kei" userId="84071794-bab4-4b42-9f59-0a1beb5d37e7" providerId="ADAL" clId="{327E37EB-F7D8-42A2-B640-10DB968EB23A}" dt="2025-09-26T15:49:44.845" v="3188" actId="164"/>
          <ac:picMkLst>
            <pc:docMk/>
            <pc:sldMk cId="2969623277" sldId="548"/>
            <ac:picMk id="12" creationId="{1C0BF736-4FF9-7198-BD73-7E8EF22FD9C8}"/>
          </ac:picMkLst>
        </pc:picChg>
        <pc:picChg chg="add mod">
          <ac:chgData name="YIP Pak Kei" userId="84071794-bab4-4b42-9f59-0a1beb5d37e7" providerId="ADAL" clId="{327E37EB-F7D8-42A2-B640-10DB968EB23A}" dt="2025-09-26T16:01:00.812" v="3280" actId="164"/>
          <ac:picMkLst>
            <pc:docMk/>
            <pc:sldMk cId="2969623277" sldId="548"/>
            <ac:picMk id="13" creationId="{3CBBEE36-8ABF-49F2-324F-B81099291822}"/>
          </ac:picMkLst>
        </pc:picChg>
        <pc:picChg chg="add mod">
          <ac:chgData name="YIP Pak Kei" userId="84071794-bab4-4b42-9f59-0a1beb5d37e7" providerId="ADAL" clId="{327E37EB-F7D8-42A2-B640-10DB968EB23A}" dt="2025-09-26T16:02:02.021" v="3303" actId="164"/>
          <ac:picMkLst>
            <pc:docMk/>
            <pc:sldMk cId="2969623277" sldId="548"/>
            <ac:picMk id="14" creationId="{487C9334-F3FC-236E-CB24-C1299A7FC344}"/>
          </ac:picMkLst>
        </pc:picChg>
        <pc:picChg chg="add mod">
          <ac:chgData name="YIP Pak Kei" userId="84071794-bab4-4b42-9f59-0a1beb5d37e7" providerId="ADAL" clId="{327E37EB-F7D8-42A2-B640-10DB968EB23A}" dt="2025-09-26T15:58:27.533" v="3223" actId="164"/>
          <ac:picMkLst>
            <pc:docMk/>
            <pc:sldMk cId="2969623277" sldId="548"/>
            <ac:picMk id="18" creationId="{4D1876B8-123C-6936-649A-B3C25B9F0CEE}"/>
          </ac:picMkLst>
        </pc:picChg>
        <pc:cxnChg chg="add del">
          <ac:chgData name="YIP Pak Kei" userId="84071794-bab4-4b42-9f59-0a1beb5d37e7" providerId="ADAL" clId="{327E37EB-F7D8-42A2-B640-10DB968EB23A}" dt="2025-09-26T16:02:41.630" v="3308" actId="478"/>
          <ac:cxnSpMkLst>
            <pc:docMk/>
            <pc:sldMk cId="2969623277" sldId="548"/>
            <ac:cxnSpMk id="29" creationId="{52B97F69-1544-6892-4FD4-2B1D76C74DB4}"/>
          </ac:cxnSpMkLst>
        </pc:cxnChg>
        <pc:cxnChg chg="add mod">
          <ac:chgData name="YIP Pak Kei" userId="84071794-bab4-4b42-9f59-0a1beb5d37e7" providerId="ADAL" clId="{327E37EB-F7D8-42A2-B640-10DB968EB23A}" dt="2025-09-26T16:03:26.920" v="3318" actId="14100"/>
          <ac:cxnSpMkLst>
            <pc:docMk/>
            <pc:sldMk cId="2969623277" sldId="548"/>
            <ac:cxnSpMk id="30" creationId="{99929559-59A3-8DEF-2915-39782BBD49F9}"/>
          </ac:cxnSpMkLst>
        </pc:cxnChg>
        <pc:cxnChg chg="add mod">
          <ac:chgData name="YIP Pak Kei" userId="84071794-bab4-4b42-9f59-0a1beb5d37e7" providerId="ADAL" clId="{327E37EB-F7D8-42A2-B640-10DB968EB23A}" dt="2025-09-26T16:03:20.459" v="3316" actId="14100"/>
          <ac:cxnSpMkLst>
            <pc:docMk/>
            <pc:sldMk cId="2969623277" sldId="548"/>
            <ac:cxnSpMk id="33" creationId="{781D8DAE-F150-843E-458F-33E2698A5CFA}"/>
          </ac:cxnSpMkLst>
        </pc:cxnChg>
      </pc:sldChg>
      <pc:sldChg chg="addSp modSp add mod">
        <pc:chgData name="YIP Pak Kei" userId="84071794-bab4-4b42-9f59-0a1beb5d37e7" providerId="ADAL" clId="{327E37EB-F7D8-42A2-B640-10DB968EB23A}" dt="2025-09-26T14:17:38.383" v="2010"/>
        <pc:sldMkLst>
          <pc:docMk/>
          <pc:sldMk cId="645705442" sldId="549"/>
        </pc:sldMkLst>
        <pc:spChg chg="mod">
          <ac:chgData name="YIP Pak Kei" userId="84071794-bab4-4b42-9f59-0a1beb5d37e7" providerId="ADAL" clId="{327E37EB-F7D8-42A2-B640-10DB968EB23A}" dt="2025-09-26T13:54:25.460" v="1806" actId="1036"/>
          <ac:spMkLst>
            <pc:docMk/>
            <pc:sldMk cId="645705442" sldId="549"/>
            <ac:spMk id="2" creationId="{C9DF4B79-AC64-F326-7FBE-13DC706F69D7}"/>
          </ac:spMkLst>
        </pc:spChg>
        <pc:spChg chg="add mod">
          <ac:chgData name="YIP Pak Kei" userId="84071794-bab4-4b42-9f59-0a1beb5d37e7" providerId="ADAL" clId="{327E37EB-F7D8-42A2-B640-10DB968EB23A}" dt="2025-09-26T14:07:47.049" v="1980" actId="20577"/>
          <ac:spMkLst>
            <pc:docMk/>
            <pc:sldMk cId="645705442" sldId="549"/>
            <ac:spMk id="3" creationId="{75347462-2E70-7AAC-8501-D5726A00A945}"/>
          </ac:spMkLst>
        </pc:spChg>
        <pc:spChg chg="mod">
          <ac:chgData name="YIP Pak Kei" userId="84071794-bab4-4b42-9f59-0a1beb5d37e7" providerId="ADAL" clId="{327E37EB-F7D8-42A2-B640-10DB968EB23A}" dt="2025-09-26T14:17:38.383" v="2010"/>
          <ac:spMkLst>
            <pc:docMk/>
            <pc:sldMk cId="645705442" sldId="549"/>
            <ac:spMk id="4" creationId="{F8188227-9D65-DD3E-9F09-F2FEADAED96B}"/>
          </ac:spMkLst>
        </pc:spChg>
        <pc:spChg chg="mod">
          <ac:chgData name="YIP Pak Kei" userId="84071794-bab4-4b42-9f59-0a1beb5d37e7" providerId="ADAL" clId="{327E37EB-F7D8-42A2-B640-10DB968EB23A}" dt="2025-09-26T14:17:38.383" v="2010"/>
          <ac:spMkLst>
            <pc:docMk/>
            <pc:sldMk cId="645705442" sldId="549"/>
            <ac:spMk id="7" creationId="{6ACD2C30-8353-9CF2-BB5E-62B48A974DCC}"/>
          </ac:spMkLst>
        </pc:spChg>
        <pc:spChg chg="mod">
          <ac:chgData name="YIP Pak Kei" userId="84071794-bab4-4b42-9f59-0a1beb5d37e7" providerId="ADAL" clId="{327E37EB-F7D8-42A2-B640-10DB968EB23A}" dt="2025-09-26T14:17:38.383" v="2010"/>
          <ac:spMkLst>
            <pc:docMk/>
            <pc:sldMk cId="645705442" sldId="549"/>
            <ac:spMk id="8" creationId="{5451D83A-5F64-0829-694A-68996100D310}"/>
          </ac:spMkLst>
        </pc:spChg>
        <pc:spChg chg="mod">
          <ac:chgData name="YIP Pak Kei" userId="84071794-bab4-4b42-9f59-0a1beb5d37e7" providerId="ADAL" clId="{327E37EB-F7D8-42A2-B640-10DB968EB23A}" dt="2025-09-26T14:17:38.383" v="2010"/>
          <ac:spMkLst>
            <pc:docMk/>
            <pc:sldMk cId="645705442" sldId="549"/>
            <ac:spMk id="15" creationId="{4306B68E-D5FE-21E1-4FCB-965AC0D35F1D}"/>
          </ac:spMkLst>
        </pc:spChg>
      </pc:sldChg>
      <pc:sldMasterChg chg="modSp modSldLayout">
        <pc:chgData name="YIP Pak Kei" userId="84071794-bab4-4b42-9f59-0a1beb5d37e7" providerId="ADAL" clId="{327E37EB-F7D8-42A2-B640-10DB968EB23A}" dt="2025-09-26T13:18:33.605" v="962"/>
        <pc:sldMasterMkLst>
          <pc:docMk/>
          <pc:sldMasterMk cId="1788353970" sldId="2147483648"/>
        </pc:sldMasterMkLst>
        <pc:spChg chg="mod">
          <ac:chgData name="YIP Pak Kei" userId="84071794-bab4-4b42-9f59-0a1beb5d37e7" providerId="ADAL" clId="{327E37EB-F7D8-42A2-B640-10DB968EB23A}" dt="2025-09-26T13:18:33.605" v="962"/>
          <ac:spMkLst>
            <pc:docMk/>
            <pc:sldMasterMk cId="1788353970" sldId="2147483648"/>
            <ac:spMk id="2" creationId="{9198F9AA-2C87-421D-97C1-B4248DFDC2C2}"/>
          </ac:spMkLst>
        </pc:spChg>
        <pc:spChg chg="mod">
          <ac:chgData name="YIP Pak Kei" userId="84071794-bab4-4b42-9f59-0a1beb5d37e7" providerId="ADAL" clId="{327E37EB-F7D8-42A2-B640-10DB968EB23A}" dt="2025-09-26T13:18:33.605" v="962"/>
          <ac:spMkLst>
            <pc:docMk/>
            <pc:sldMasterMk cId="1788353970" sldId="2147483648"/>
            <ac:spMk id="3" creationId="{AE98FC63-C8D2-4CE6-A3F1-EE8ED24590C4}"/>
          </ac:spMkLst>
        </pc:spChg>
        <pc:spChg chg="mod">
          <ac:chgData name="YIP Pak Kei" userId="84071794-bab4-4b42-9f59-0a1beb5d37e7" providerId="ADAL" clId="{327E37EB-F7D8-42A2-B640-10DB968EB23A}" dt="2025-09-26T13:18:33.605" v="962"/>
          <ac:spMkLst>
            <pc:docMk/>
            <pc:sldMasterMk cId="1788353970" sldId="2147483648"/>
            <ac:spMk id="5" creationId="{60567522-C3B6-46EB-A361-BEC2510B00CA}"/>
          </ac:spMkLst>
        </pc:spChg>
        <pc:spChg chg="mod">
          <ac:chgData name="YIP Pak Kei" userId="84071794-bab4-4b42-9f59-0a1beb5d37e7" providerId="ADAL" clId="{327E37EB-F7D8-42A2-B640-10DB968EB23A}" dt="2025-09-26T13:18:33.605" v="962"/>
          <ac:spMkLst>
            <pc:docMk/>
            <pc:sldMasterMk cId="1788353970" sldId="2147483648"/>
            <ac:spMk id="6" creationId="{CDC57CF0-034F-450D-937C-718D5AF1A059}"/>
          </ac:spMkLst>
        </pc:spChg>
        <pc:cxnChg chg="mod">
          <ac:chgData name="YIP Pak Kei" userId="84071794-bab4-4b42-9f59-0a1beb5d37e7" providerId="ADAL" clId="{327E37EB-F7D8-42A2-B640-10DB968EB23A}" dt="2025-09-26T13:18:33.605" v="962"/>
          <ac:cxnSpMkLst>
            <pc:docMk/>
            <pc:sldMasterMk cId="1788353970" sldId="2147483648"/>
            <ac:cxnSpMk id="7" creationId="{2BA4A2D6-617E-EEA3-E4EE-5BDB472F6A43}"/>
          </ac:cxnSpMkLst>
        </pc:cxnChg>
        <pc:sldLayoutChg chg="modSp">
          <pc:chgData name="YIP Pak Kei" userId="84071794-bab4-4b42-9f59-0a1beb5d37e7" providerId="ADAL" clId="{327E37EB-F7D8-42A2-B640-10DB968EB23A}" dt="2025-09-26T13:18:33.605" v="962"/>
          <pc:sldLayoutMkLst>
            <pc:docMk/>
            <pc:sldMasterMk cId="1788353970" sldId="2147483648"/>
            <pc:sldLayoutMk cId="2802635032" sldId="2147483651"/>
          </pc:sldLayoutMkLst>
          <pc:spChg chg="mod">
            <ac:chgData name="YIP Pak Kei" userId="84071794-bab4-4b42-9f59-0a1beb5d37e7" providerId="ADAL" clId="{327E37EB-F7D8-42A2-B640-10DB968EB23A}" dt="2025-09-26T13:18:33.605" v="962"/>
            <ac:spMkLst>
              <pc:docMk/>
              <pc:sldMasterMk cId="1788353970" sldId="2147483648"/>
              <pc:sldLayoutMk cId="2802635032" sldId="2147483651"/>
              <ac:spMk id="2" creationId="{A2DFA2E8-50A1-4465-AC33-6FAC0E7736E9}"/>
            </ac:spMkLst>
          </pc:spChg>
          <pc:spChg chg="mod">
            <ac:chgData name="YIP Pak Kei" userId="84071794-bab4-4b42-9f59-0a1beb5d37e7" providerId="ADAL" clId="{327E37EB-F7D8-42A2-B640-10DB968EB23A}" dt="2025-09-26T13:18:33.605" v="962"/>
            <ac:spMkLst>
              <pc:docMk/>
              <pc:sldMasterMk cId="1788353970" sldId="2147483648"/>
              <pc:sldLayoutMk cId="2802635032" sldId="2147483651"/>
              <ac:spMk id="3" creationId="{2E65DE34-CDB7-41F7-A95A-592B99558C69}"/>
            </ac:spMkLst>
          </pc:spChg>
          <pc:spChg chg="mod">
            <ac:chgData name="YIP Pak Kei" userId="84071794-bab4-4b42-9f59-0a1beb5d37e7" providerId="ADAL" clId="{327E37EB-F7D8-42A2-B640-10DB968EB23A}" dt="2025-09-26T13:18:33.605" v="962"/>
            <ac:spMkLst>
              <pc:docMk/>
              <pc:sldMasterMk cId="1788353970" sldId="2147483648"/>
              <pc:sldLayoutMk cId="2802635032" sldId="2147483651"/>
              <ac:spMk id="7" creationId="{907BDD9A-3C2A-A21B-A425-1BB45BF5C103}"/>
            </ac:spMkLst>
          </pc:spChg>
          <pc:spChg chg="mod">
            <ac:chgData name="YIP Pak Kei" userId="84071794-bab4-4b42-9f59-0a1beb5d37e7" providerId="ADAL" clId="{327E37EB-F7D8-42A2-B640-10DB968EB23A}" dt="2025-09-26T13:18:33.605" v="962"/>
            <ac:spMkLst>
              <pc:docMk/>
              <pc:sldMasterMk cId="1788353970" sldId="2147483648"/>
              <pc:sldLayoutMk cId="2802635032" sldId="2147483651"/>
              <ac:spMk id="8" creationId="{989D7F61-B47A-97D5-F725-EC5EFE81187A}"/>
            </ac:spMkLst>
          </pc:spChg>
          <pc:spChg chg="mod">
            <ac:chgData name="YIP Pak Kei" userId="84071794-bab4-4b42-9f59-0a1beb5d37e7" providerId="ADAL" clId="{327E37EB-F7D8-42A2-B640-10DB968EB23A}" dt="2025-09-26T13:18:33.605" v="962"/>
            <ac:spMkLst>
              <pc:docMk/>
              <pc:sldMasterMk cId="1788353970" sldId="2147483648"/>
              <pc:sldLayoutMk cId="2802635032" sldId="2147483651"/>
              <ac:spMk id="9" creationId="{A70008D0-0FB3-5B8D-3060-6EDD9E247095}"/>
            </ac:spMkLst>
          </pc:spChg>
          <pc:cxnChg chg="mod">
            <ac:chgData name="YIP Pak Kei" userId="84071794-bab4-4b42-9f59-0a1beb5d37e7" providerId="ADAL" clId="{327E37EB-F7D8-42A2-B640-10DB968EB23A}" dt="2025-09-26T13:18:33.605" v="962"/>
            <ac:cxnSpMkLst>
              <pc:docMk/>
              <pc:sldMasterMk cId="1788353970" sldId="2147483648"/>
              <pc:sldLayoutMk cId="2802635032" sldId="2147483651"/>
              <ac:cxnSpMk id="10" creationId="{4CA6FFAC-0E5C-DA2F-C0F9-D5602F928AEC}"/>
            </ac:cxnSpMkLst>
          </pc:cxnChg>
        </pc:sldLayoutChg>
        <pc:sldLayoutChg chg="modSp">
          <pc:chgData name="YIP Pak Kei" userId="84071794-bab4-4b42-9f59-0a1beb5d37e7" providerId="ADAL" clId="{327E37EB-F7D8-42A2-B640-10DB968EB23A}" dt="2025-09-26T13:18:33.605" v="962"/>
          <pc:sldLayoutMkLst>
            <pc:docMk/>
            <pc:sldMasterMk cId="1788353970" sldId="2147483648"/>
            <pc:sldLayoutMk cId="3010694361" sldId="2147483652"/>
          </pc:sldLayoutMkLst>
          <pc:spChg chg="mod">
            <ac:chgData name="YIP Pak Kei" userId="84071794-bab4-4b42-9f59-0a1beb5d37e7" providerId="ADAL" clId="{327E37EB-F7D8-42A2-B640-10DB968EB23A}" dt="2025-09-26T13:18:33.605" v="962"/>
            <ac:spMkLst>
              <pc:docMk/>
              <pc:sldMasterMk cId="1788353970" sldId="2147483648"/>
              <pc:sldLayoutMk cId="3010694361" sldId="2147483652"/>
              <ac:spMk id="3" creationId="{56069ADF-8CD9-4E77-BB8D-70D8824C5AE3}"/>
            </ac:spMkLst>
          </pc:spChg>
          <pc:spChg chg="mod">
            <ac:chgData name="YIP Pak Kei" userId="84071794-bab4-4b42-9f59-0a1beb5d37e7" providerId="ADAL" clId="{327E37EB-F7D8-42A2-B640-10DB968EB23A}" dt="2025-09-26T13:18:33.605" v="962"/>
            <ac:spMkLst>
              <pc:docMk/>
              <pc:sldMasterMk cId="1788353970" sldId="2147483648"/>
              <pc:sldLayoutMk cId="3010694361" sldId="2147483652"/>
              <ac:spMk id="4" creationId="{F75F077D-E901-4AA9-B062-1C37FF407BFD}"/>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4062460032" sldId="2147483653"/>
          </pc:sldLayoutMkLst>
          <pc:spChg chg="mod">
            <ac:chgData name="YIP Pak Kei" userId="84071794-bab4-4b42-9f59-0a1beb5d37e7" providerId="ADAL" clId="{327E37EB-F7D8-42A2-B640-10DB968EB23A}" dt="2025-09-26T13:18:33.605" v="962"/>
            <ac:spMkLst>
              <pc:docMk/>
              <pc:sldMasterMk cId="1788353970" sldId="2147483648"/>
              <pc:sldLayoutMk cId="4062460032" sldId="2147483653"/>
              <ac:spMk id="2" creationId="{5A0D1FF5-7EF8-4250-A259-43050ABBD3B6}"/>
            </ac:spMkLst>
          </pc:spChg>
          <pc:spChg chg="mod">
            <ac:chgData name="YIP Pak Kei" userId="84071794-bab4-4b42-9f59-0a1beb5d37e7" providerId="ADAL" clId="{327E37EB-F7D8-42A2-B640-10DB968EB23A}" dt="2025-09-26T13:18:33.605" v="962"/>
            <ac:spMkLst>
              <pc:docMk/>
              <pc:sldMasterMk cId="1788353970" sldId="2147483648"/>
              <pc:sldLayoutMk cId="4062460032" sldId="2147483653"/>
              <ac:spMk id="3" creationId="{673DC3A9-D4E6-42CF-91A8-F267C7C66CCB}"/>
            </ac:spMkLst>
          </pc:spChg>
          <pc:spChg chg="mod">
            <ac:chgData name="YIP Pak Kei" userId="84071794-bab4-4b42-9f59-0a1beb5d37e7" providerId="ADAL" clId="{327E37EB-F7D8-42A2-B640-10DB968EB23A}" dt="2025-09-26T13:18:33.605" v="962"/>
            <ac:spMkLst>
              <pc:docMk/>
              <pc:sldMasterMk cId="1788353970" sldId="2147483648"/>
              <pc:sldLayoutMk cId="4062460032" sldId="2147483653"/>
              <ac:spMk id="4" creationId="{C752CCA9-53A3-4DA5-AD45-C2A2C12A3A6A}"/>
            </ac:spMkLst>
          </pc:spChg>
          <pc:spChg chg="mod">
            <ac:chgData name="YIP Pak Kei" userId="84071794-bab4-4b42-9f59-0a1beb5d37e7" providerId="ADAL" clId="{327E37EB-F7D8-42A2-B640-10DB968EB23A}" dt="2025-09-26T13:18:33.605" v="962"/>
            <ac:spMkLst>
              <pc:docMk/>
              <pc:sldMasterMk cId="1788353970" sldId="2147483648"/>
              <pc:sldLayoutMk cId="4062460032" sldId="2147483653"/>
              <ac:spMk id="5" creationId="{2100C9C6-BD61-4D2C-9146-FB785BAE4FF3}"/>
            </ac:spMkLst>
          </pc:spChg>
          <pc:spChg chg="mod">
            <ac:chgData name="YIP Pak Kei" userId="84071794-bab4-4b42-9f59-0a1beb5d37e7" providerId="ADAL" clId="{327E37EB-F7D8-42A2-B640-10DB968EB23A}" dt="2025-09-26T13:18:33.605" v="962"/>
            <ac:spMkLst>
              <pc:docMk/>
              <pc:sldMasterMk cId="1788353970" sldId="2147483648"/>
              <pc:sldLayoutMk cId="4062460032" sldId="2147483653"/>
              <ac:spMk id="6" creationId="{E2E342EE-68BB-484D-98C3-48A7847549D4}"/>
            </ac:spMkLst>
          </pc:spChg>
          <pc:spChg chg="mod">
            <ac:chgData name="YIP Pak Kei" userId="84071794-bab4-4b42-9f59-0a1beb5d37e7" providerId="ADAL" clId="{327E37EB-F7D8-42A2-B640-10DB968EB23A}" dt="2025-09-26T13:18:33.605" v="962"/>
            <ac:spMkLst>
              <pc:docMk/>
              <pc:sldMasterMk cId="1788353970" sldId="2147483648"/>
              <pc:sldLayoutMk cId="4062460032" sldId="2147483653"/>
              <ac:spMk id="10" creationId="{89A27E14-C943-C294-334B-4D6A7500F3B5}"/>
            </ac:spMkLst>
          </pc:spChg>
          <pc:spChg chg="mod">
            <ac:chgData name="YIP Pak Kei" userId="84071794-bab4-4b42-9f59-0a1beb5d37e7" providerId="ADAL" clId="{327E37EB-F7D8-42A2-B640-10DB968EB23A}" dt="2025-09-26T13:18:33.605" v="962"/>
            <ac:spMkLst>
              <pc:docMk/>
              <pc:sldMasterMk cId="1788353970" sldId="2147483648"/>
              <pc:sldLayoutMk cId="4062460032" sldId="2147483653"/>
              <ac:spMk id="11" creationId="{BE5C5BCA-F960-4024-7215-2D2EFD0FEBF3}"/>
            </ac:spMkLst>
          </pc:spChg>
          <pc:spChg chg="mod">
            <ac:chgData name="YIP Pak Kei" userId="84071794-bab4-4b42-9f59-0a1beb5d37e7" providerId="ADAL" clId="{327E37EB-F7D8-42A2-B640-10DB968EB23A}" dt="2025-09-26T13:18:33.605" v="962"/>
            <ac:spMkLst>
              <pc:docMk/>
              <pc:sldMasterMk cId="1788353970" sldId="2147483648"/>
              <pc:sldLayoutMk cId="4062460032" sldId="2147483653"/>
              <ac:spMk id="12" creationId="{6F62D03F-D065-13FE-5D30-58C2523BD14D}"/>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799200540" sldId="2147483656"/>
          </pc:sldLayoutMkLst>
          <pc:spChg chg="mod">
            <ac:chgData name="YIP Pak Kei" userId="84071794-bab4-4b42-9f59-0a1beb5d37e7" providerId="ADAL" clId="{327E37EB-F7D8-42A2-B640-10DB968EB23A}" dt="2025-09-26T13:18:33.605" v="962"/>
            <ac:spMkLst>
              <pc:docMk/>
              <pc:sldMasterMk cId="1788353970" sldId="2147483648"/>
              <pc:sldLayoutMk cId="799200540" sldId="2147483656"/>
              <ac:spMk id="2" creationId="{305BD6A3-F987-4FCC-A6EF-2EF0D33C0888}"/>
            </ac:spMkLst>
          </pc:spChg>
          <pc:spChg chg="mod">
            <ac:chgData name="YIP Pak Kei" userId="84071794-bab4-4b42-9f59-0a1beb5d37e7" providerId="ADAL" clId="{327E37EB-F7D8-42A2-B640-10DB968EB23A}" dt="2025-09-26T13:18:33.605" v="962"/>
            <ac:spMkLst>
              <pc:docMk/>
              <pc:sldMasterMk cId="1788353970" sldId="2147483648"/>
              <pc:sldLayoutMk cId="799200540" sldId="2147483656"/>
              <ac:spMk id="3" creationId="{4C3F06A0-63CE-4272-B90E-4F20296BFBEB}"/>
            </ac:spMkLst>
          </pc:spChg>
          <pc:spChg chg="mod">
            <ac:chgData name="YIP Pak Kei" userId="84071794-bab4-4b42-9f59-0a1beb5d37e7" providerId="ADAL" clId="{327E37EB-F7D8-42A2-B640-10DB968EB23A}" dt="2025-09-26T13:18:33.605" v="962"/>
            <ac:spMkLst>
              <pc:docMk/>
              <pc:sldMasterMk cId="1788353970" sldId="2147483648"/>
              <pc:sldLayoutMk cId="799200540" sldId="2147483656"/>
              <ac:spMk id="4" creationId="{08467220-06E3-427A-B4D3-9B0030E09DBB}"/>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435165984" sldId="2147483657"/>
          </pc:sldLayoutMkLst>
          <pc:spChg chg="mod">
            <ac:chgData name="YIP Pak Kei" userId="84071794-bab4-4b42-9f59-0a1beb5d37e7" providerId="ADAL" clId="{327E37EB-F7D8-42A2-B640-10DB968EB23A}" dt="2025-09-26T13:18:33.605" v="962"/>
            <ac:spMkLst>
              <pc:docMk/>
              <pc:sldMasterMk cId="1788353970" sldId="2147483648"/>
              <pc:sldLayoutMk cId="435165984" sldId="2147483657"/>
              <ac:spMk id="2" creationId="{DF308F2A-1C19-4116-80DF-E24EDDF283FF}"/>
            </ac:spMkLst>
          </pc:spChg>
          <pc:spChg chg="mod">
            <ac:chgData name="YIP Pak Kei" userId="84071794-bab4-4b42-9f59-0a1beb5d37e7" providerId="ADAL" clId="{327E37EB-F7D8-42A2-B640-10DB968EB23A}" dt="2025-09-26T13:18:33.605" v="962"/>
            <ac:spMkLst>
              <pc:docMk/>
              <pc:sldMasterMk cId="1788353970" sldId="2147483648"/>
              <pc:sldLayoutMk cId="435165984" sldId="2147483657"/>
              <ac:spMk id="3" creationId="{08A489A7-7CA6-4CC9-B634-FCB2E102C6B9}"/>
            </ac:spMkLst>
          </pc:spChg>
          <pc:spChg chg="mod">
            <ac:chgData name="YIP Pak Kei" userId="84071794-bab4-4b42-9f59-0a1beb5d37e7" providerId="ADAL" clId="{327E37EB-F7D8-42A2-B640-10DB968EB23A}" dt="2025-09-26T13:18:33.605" v="962"/>
            <ac:spMkLst>
              <pc:docMk/>
              <pc:sldMasterMk cId="1788353970" sldId="2147483648"/>
              <pc:sldLayoutMk cId="435165984" sldId="2147483657"/>
              <ac:spMk id="4" creationId="{7DF5F80D-1DB9-4E0A-8F68-924FC1C9C3BA}"/>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2569340962" sldId="2147483659"/>
          </pc:sldLayoutMkLst>
          <pc:spChg chg="mod">
            <ac:chgData name="YIP Pak Kei" userId="84071794-bab4-4b42-9f59-0a1beb5d37e7" providerId="ADAL" clId="{327E37EB-F7D8-42A2-B640-10DB968EB23A}" dt="2025-09-26T13:18:33.605" v="962"/>
            <ac:spMkLst>
              <pc:docMk/>
              <pc:sldMasterMk cId="1788353970" sldId="2147483648"/>
              <pc:sldLayoutMk cId="2569340962" sldId="2147483659"/>
              <ac:spMk id="2" creationId="{494248F2-5264-4601-AA0B-6C092F77F2DD}"/>
            </ac:spMkLst>
          </pc:spChg>
          <pc:spChg chg="mod">
            <ac:chgData name="YIP Pak Kei" userId="84071794-bab4-4b42-9f59-0a1beb5d37e7" providerId="ADAL" clId="{327E37EB-F7D8-42A2-B640-10DB968EB23A}" dt="2025-09-26T13:18:33.605" v="962"/>
            <ac:spMkLst>
              <pc:docMk/>
              <pc:sldMasterMk cId="1788353970" sldId="2147483648"/>
              <pc:sldLayoutMk cId="2569340962" sldId="2147483659"/>
              <ac:spMk id="3" creationId="{DCFB69D3-5632-4285-A209-9DCA67DA668C}"/>
            </ac:spMkLst>
          </pc:spChg>
          <pc:spChg chg="mod">
            <ac:chgData name="YIP Pak Kei" userId="84071794-bab4-4b42-9f59-0a1beb5d37e7" providerId="ADAL" clId="{327E37EB-F7D8-42A2-B640-10DB968EB23A}" dt="2025-09-26T13:18:33.605" v="962"/>
            <ac:spMkLst>
              <pc:docMk/>
              <pc:sldMasterMk cId="1788353970" sldId="2147483648"/>
              <pc:sldLayoutMk cId="2569340962" sldId="2147483659"/>
              <ac:spMk id="4" creationId="{F51FEA09-E4BD-0741-D624-EED4A231C599}"/>
            </ac:spMkLst>
          </pc:spChg>
          <pc:spChg chg="mod">
            <ac:chgData name="YIP Pak Kei" userId="84071794-bab4-4b42-9f59-0a1beb5d37e7" providerId="ADAL" clId="{327E37EB-F7D8-42A2-B640-10DB968EB23A}" dt="2025-09-26T13:18:33.605" v="962"/>
            <ac:spMkLst>
              <pc:docMk/>
              <pc:sldMasterMk cId="1788353970" sldId="2147483648"/>
              <pc:sldLayoutMk cId="2569340962" sldId="2147483659"/>
              <ac:spMk id="7" creationId="{0319ECD0-7050-C18F-AC35-7F8DFA288A58}"/>
            </ac:spMkLst>
          </pc:spChg>
          <pc:spChg chg="mod">
            <ac:chgData name="YIP Pak Kei" userId="84071794-bab4-4b42-9f59-0a1beb5d37e7" providerId="ADAL" clId="{327E37EB-F7D8-42A2-B640-10DB968EB23A}" dt="2025-09-26T13:18:33.605" v="962"/>
            <ac:spMkLst>
              <pc:docMk/>
              <pc:sldMasterMk cId="1788353970" sldId="2147483648"/>
              <pc:sldLayoutMk cId="2569340962" sldId="2147483659"/>
              <ac:spMk id="8" creationId="{332954FC-1C1B-B277-413F-3CBA66FD1EAD}"/>
            </ac:spMkLst>
          </pc:spChg>
          <pc:spChg chg="mod">
            <ac:chgData name="YIP Pak Kei" userId="84071794-bab4-4b42-9f59-0a1beb5d37e7" providerId="ADAL" clId="{327E37EB-F7D8-42A2-B640-10DB968EB23A}" dt="2025-09-26T13:18:33.605" v="962"/>
            <ac:spMkLst>
              <pc:docMk/>
              <pc:sldMasterMk cId="1788353970" sldId="2147483648"/>
              <pc:sldLayoutMk cId="2569340962" sldId="2147483659"/>
              <ac:spMk id="9" creationId="{9AD65933-4DAE-2A46-C7F9-2A20CB244088}"/>
            </ac:spMkLst>
          </pc:spChg>
          <pc:spChg chg="mod">
            <ac:chgData name="YIP Pak Kei" userId="84071794-bab4-4b42-9f59-0a1beb5d37e7" providerId="ADAL" clId="{327E37EB-F7D8-42A2-B640-10DB968EB23A}" dt="2025-09-26T13:18:33.605" v="962"/>
            <ac:spMkLst>
              <pc:docMk/>
              <pc:sldMasterMk cId="1788353970" sldId="2147483648"/>
              <pc:sldLayoutMk cId="2569340962" sldId="2147483659"/>
              <ac:spMk id="17" creationId="{B707B5BA-AB15-D1EF-EBC5-F38FCE20FC52}"/>
            </ac:spMkLst>
          </pc:spChg>
          <pc:spChg chg="mod">
            <ac:chgData name="YIP Pak Kei" userId="84071794-bab4-4b42-9f59-0a1beb5d37e7" providerId="ADAL" clId="{327E37EB-F7D8-42A2-B640-10DB968EB23A}" dt="2025-09-26T13:18:33.605" v="962"/>
            <ac:spMkLst>
              <pc:docMk/>
              <pc:sldMasterMk cId="1788353970" sldId="2147483648"/>
              <pc:sldLayoutMk cId="2569340962" sldId="2147483659"/>
              <ac:spMk id="18" creationId="{078C0FDD-401B-0E80-5823-215C99BAE6B2}"/>
            </ac:spMkLst>
          </pc:spChg>
          <pc:cxnChg chg="mod">
            <ac:chgData name="YIP Pak Kei" userId="84071794-bab4-4b42-9f59-0a1beb5d37e7" providerId="ADAL" clId="{327E37EB-F7D8-42A2-B640-10DB968EB23A}" dt="2025-09-26T13:18:33.605" v="962"/>
            <ac:cxnSpMkLst>
              <pc:docMk/>
              <pc:sldMasterMk cId="1788353970" sldId="2147483648"/>
              <pc:sldLayoutMk cId="2569340962" sldId="2147483659"/>
              <ac:cxnSpMk id="6" creationId="{21AF73CC-B23B-6DCD-7E3E-8213485DF9B7}"/>
            </ac:cxnSpMkLst>
          </pc:cxnChg>
        </pc:sldLayoutChg>
        <pc:sldLayoutChg chg="modSp">
          <pc:chgData name="YIP Pak Kei" userId="84071794-bab4-4b42-9f59-0a1beb5d37e7" providerId="ADAL" clId="{327E37EB-F7D8-42A2-B640-10DB968EB23A}" dt="2025-09-26T13:18:33.605" v="962"/>
          <pc:sldLayoutMkLst>
            <pc:docMk/>
            <pc:sldMasterMk cId="1788353970" sldId="2147483648"/>
            <pc:sldLayoutMk cId="2963167423" sldId="2147483660"/>
          </pc:sldLayoutMkLst>
          <pc:spChg chg="mod">
            <ac:chgData name="YIP Pak Kei" userId="84071794-bab4-4b42-9f59-0a1beb5d37e7" providerId="ADAL" clId="{327E37EB-F7D8-42A2-B640-10DB968EB23A}" dt="2025-09-26T13:18:33.605" v="962"/>
            <ac:spMkLst>
              <pc:docMk/>
              <pc:sldMasterMk cId="1788353970" sldId="2147483648"/>
              <pc:sldLayoutMk cId="2963167423" sldId="2147483660"/>
              <ac:spMk id="2" creationId="{3CD97974-B93C-4C96-B3F6-F69E3D6DE6CA}"/>
            </ac:spMkLst>
          </pc:spChg>
          <pc:spChg chg="mod">
            <ac:chgData name="YIP Pak Kei" userId="84071794-bab4-4b42-9f59-0a1beb5d37e7" providerId="ADAL" clId="{327E37EB-F7D8-42A2-B640-10DB968EB23A}" dt="2025-09-26T13:18:33.605" v="962"/>
            <ac:spMkLst>
              <pc:docMk/>
              <pc:sldMasterMk cId="1788353970" sldId="2147483648"/>
              <pc:sldLayoutMk cId="2963167423" sldId="2147483660"/>
              <ac:spMk id="3" creationId="{8A6FC6F2-80B4-49A7-9448-33FE2DF0E967}"/>
            </ac:spMkLst>
          </pc:spChg>
          <pc:spChg chg="mod">
            <ac:chgData name="YIP Pak Kei" userId="84071794-bab4-4b42-9f59-0a1beb5d37e7" providerId="ADAL" clId="{327E37EB-F7D8-42A2-B640-10DB968EB23A}" dt="2025-09-26T13:18:33.605" v="962"/>
            <ac:spMkLst>
              <pc:docMk/>
              <pc:sldMasterMk cId="1788353970" sldId="2147483648"/>
              <pc:sldLayoutMk cId="2963167423" sldId="2147483660"/>
              <ac:spMk id="4" creationId="{079F0D65-9DED-1DC3-6E6D-E4AD5252A007}"/>
            </ac:spMkLst>
          </pc:spChg>
          <pc:spChg chg="mod">
            <ac:chgData name="YIP Pak Kei" userId="84071794-bab4-4b42-9f59-0a1beb5d37e7" providerId="ADAL" clId="{327E37EB-F7D8-42A2-B640-10DB968EB23A}" dt="2025-09-26T13:18:33.605" v="962"/>
            <ac:spMkLst>
              <pc:docMk/>
              <pc:sldMasterMk cId="1788353970" sldId="2147483648"/>
              <pc:sldLayoutMk cId="2963167423" sldId="2147483660"/>
              <ac:spMk id="5" creationId="{9C605622-8F1F-632F-D5C0-1F2E7875EBA1}"/>
            </ac:spMkLst>
          </pc:spChg>
          <pc:spChg chg="mod">
            <ac:chgData name="YIP Pak Kei" userId="84071794-bab4-4b42-9f59-0a1beb5d37e7" providerId="ADAL" clId="{327E37EB-F7D8-42A2-B640-10DB968EB23A}" dt="2025-09-26T13:18:33.605" v="962"/>
            <ac:spMkLst>
              <pc:docMk/>
              <pc:sldMasterMk cId="1788353970" sldId="2147483648"/>
              <pc:sldLayoutMk cId="2963167423" sldId="2147483660"/>
              <ac:spMk id="6" creationId="{919AB4B2-2D3A-FCB5-0314-CC465BCC0E5D}"/>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1827169908" sldId="2147483661"/>
          </pc:sldLayoutMkLst>
          <pc:spChg chg="mod">
            <ac:chgData name="YIP Pak Kei" userId="84071794-bab4-4b42-9f59-0a1beb5d37e7" providerId="ADAL" clId="{327E37EB-F7D8-42A2-B640-10DB968EB23A}" dt="2025-09-26T13:18:33.605" v="962"/>
            <ac:spMkLst>
              <pc:docMk/>
              <pc:sldMasterMk cId="1788353970" sldId="2147483648"/>
              <pc:sldLayoutMk cId="1827169908" sldId="2147483661"/>
              <ac:spMk id="2" creationId="{494248F2-5264-4601-AA0B-6C092F77F2DD}"/>
            </ac:spMkLst>
          </pc:spChg>
          <pc:spChg chg="mod">
            <ac:chgData name="YIP Pak Kei" userId="84071794-bab4-4b42-9f59-0a1beb5d37e7" providerId="ADAL" clId="{327E37EB-F7D8-42A2-B640-10DB968EB23A}" dt="2025-09-26T13:18:33.605" v="962"/>
            <ac:spMkLst>
              <pc:docMk/>
              <pc:sldMasterMk cId="1788353970" sldId="2147483648"/>
              <pc:sldLayoutMk cId="1827169908" sldId="2147483661"/>
              <ac:spMk id="3" creationId="{DCFB69D3-5632-4285-A209-9DCA67DA668C}"/>
            </ac:spMkLst>
          </pc:spChg>
          <pc:spChg chg="mod">
            <ac:chgData name="YIP Pak Kei" userId="84071794-bab4-4b42-9f59-0a1beb5d37e7" providerId="ADAL" clId="{327E37EB-F7D8-42A2-B640-10DB968EB23A}" dt="2025-09-26T13:18:33.605" v="962"/>
            <ac:spMkLst>
              <pc:docMk/>
              <pc:sldMasterMk cId="1788353970" sldId="2147483648"/>
              <pc:sldLayoutMk cId="1827169908" sldId="2147483661"/>
              <ac:spMk id="11" creationId="{BAC99002-32F5-F4C1-2519-F23274B0580C}"/>
            </ac:spMkLst>
          </pc:spChg>
          <pc:spChg chg="mod">
            <ac:chgData name="YIP Pak Kei" userId="84071794-bab4-4b42-9f59-0a1beb5d37e7" providerId="ADAL" clId="{327E37EB-F7D8-42A2-B640-10DB968EB23A}" dt="2025-09-26T13:18:33.605" v="962"/>
            <ac:spMkLst>
              <pc:docMk/>
              <pc:sldMasterMk cId="1788353970" sldId="2147483648"/>
              <pc:sldLayoutMk cId="1827169908" sldId="2147483661"/>
              <ac:spMk id="15" creationId="{3385D1DB-F6B1-8F65-1FDB-5CDD731A6DFC}"/>
            </ac:spMkLst>
          </pc:spChg>
          <pc:spChg chg="mod">
            <ac:chgData name="YIP Pak Kei" userId="84071794-bab4-4b42-9f59-0a1beb5d37e7" providerId="ADAL" clId="{327E37EB-F7D8-42A2-B640-10DB968EB23A}" dt="2025-09-26T13:18:33.605" v="962"/>
            <ac:spMkLst>
              <pc:docMk/>
              <pc:sldMasterMk cId="1788353970" sldId="2147483648"/>
              <pc:sldLayoutMk cId="1827169908" sldId="2147483661"/>
              <ac:spMk id="22" creationId="{76B337A9-EA8E-4E30-3CF4-C681F9705934}"/>
            </ac:spMkLst>
          </pc:spChg>
          <pc:spChg chg="mod">
            <ac:chgData name="YIP Pak Kei" userId="84071794-bab4-4b42-9f59-0a1beb5d37e7" providerId="ADAL" clId="{327E37EB-F7D8-42A2-B640-10DB968EB23A}" dt="2025-09-26T13:18:33.605" v="962"/>
            <ac:spMkLst>
              <pc:docMk/>
              <pc:sldMasterMk cId="1788353970" sldId="2147483648"/>
              <pc:sldLayoutMk cId="1827169908" sldId="2147483661"/>
              <ac:spMk id="25" creationId="{9BE68DE5-FB8F-C713-B589-69851789C6C5}"/>
            </ac:spMkLst>
          </pc:spChg>
          <pc:spChg chg="mod">
            <ac:chgData name="YIP Pak Kei" userId="84071794-bab4-4b42-9f59-0a1beb5d37e7" providerId="ADAL" clId="{327E37EB-F7D8-42A2-B640-10DB968EB23A}" dt="2025-09-26T13:18:33.605" v="962"/>
            <ac:spMkLst>
              <pc:docMk/>
              <pc:sldMasterMk cId="1788353970" sldId="2147483648"/>
              <pc:sldLayoutMk cId="1827169908" sldId="2147483661"/>
              <ac:spMk id="27" creationId="{0DF239B3-DB66-3CD4-1BFE-4EBA82BC4A44}"/>
            </ac:spMkLst>
          </pc:spChg>
          <pc:cxnChg chg="mod">
            <ac:chgData name="YIP Pak Kei" userId="84071794-bab4-4b42-9f59-0a1beb5d37e7" providerId="ADAL" clId="{327E37EB-F7D8-42A2-B640-10DB968EB23A}" dt="2025-09-26T13:18:33.605" v="962"/>
            <ac:cxnSpMkLst>
              <pc:docMk/>
              <pc:sldMasterMk cId="1788353970" sldId="2147483648"/>
              <pc:sldLayoutMk cId="1827169908" sldId="2147483661"/>
              <ac:cxnSpMk id="28" creationId="{93303B57-FF55-B795-FAE7-5EF26BFCBEF3}"/>
            </ac:cxnSpMkLst>
          </pc:cxnChg>
        </pc:sldLayoutChg>
        <pc:sldLayoutChg chg="modSp">
          <pc:chgData name="YIP Pak Kei" userId="84071794-bab4-4b42-9f59-0a1beb5d37e7" providerId="ADAL" clId="{327E37EB-F7D8-42A2-B640-10DB968EB23A}" dt="2025-09-26T13:18:33.605" v="962"/>
          <pc:sldLayoutMkLst>
            <pc:docMk/>
            <pc:sldMasterMk cId="1788353970" sldId="2147483648"/>
            <pc:sldLayoutMk cId="1722753215" sldId="2147483662"/>
          </pc:sldLayoutMkLst>
          <pc:spChg chg="mod">
            <ac:chgData name="YIP Pak Kei" userId="84071794-bab4-4b42-9f59-0a1beb5d37e7" providerId="ADAL" clId="{327E37EB-F7D8-42A2-B640-10DB968EB23A}" dt="2025-09-26T13:18:33.605" v="962"/>
            <ac:spMkLst>
              <pc:docMk/>
              <pc:sldMasterMk cId="1788353970" sldId="2147483648"/>
              <pc:sldLayoutMk cId="1722753215" sldId="2147483662"/>
              <ac:spMk id="2" creationId="{494248F2-5264-4601-AA0B-6C092F77F2DD}"/>
            </ac:spMkLst>
          </pc:spChg>
          <pc:spChg chg="mod">
            <ac:chgData name="YIP Pak Kei" userId="84071794-bab4-4b42-9f59-0a1beb5d37e7" providerId="ADAL" clId="{327E37EB-F7D8-42A2-B640-10DB968EB23A}" dt="2025-09-26T13:18:33.605" v="962"/>
            <ac:spMkLst>
              <pc:docMk/>
              <pc:sldMasterMk cId="1788353970" sldId="2147483648"/>
              <pc:sldLayoutMk cId="1722753215" sldId="2147483662"/>
              <ac:spMk id="3" creationId="{DCFB69D3-5632-4285-A209-9DCA67DA668C}"/>
            </ac:spMkLst>
          </pc:spChg>
          <pc:spChg chg="mod">
            <ac:chgData name="YIP Pak Kei" userId="84071794-bab4-4b42-9f59-0a1beb5d37e7" providerId="ADAL" clId="{327E37EB-F7D8-42A2-B640-10DB968EB23A}" dt="2025-09-26T13:18:33.605" v="962"/>
            <ac:spMkLst>
              <pc:docMk/>
              <pc:sldMasterMk cId="1788353970" sldId="2147483648"/>
              <pc:sldLayoutMk cId="1722753215" sldId="2147483662"/>
              <ac:spMk id="5" creationId="{F1F20C20-DE23-6FE7-74A0-517218ACED7A}"/>
            </ac:spMkLst>
          </pc:spChg>
          <pc:spChg chg="mod">
            <ac:chgData name="YIP Pak Kei" userId="84071794-bab4-4b42-9f59-0a1beb5d37e7" providerId="ADAL" clId="{327E37EB-F7D8-42A2-B640-10DB968EB23A}" dt="2025-09-26T13:18:33.605" v="962"/>
            <ac:spMkLst>
              <pc:docMk/>
              <pc:sldMasterMk cId="1788353970" sldId="2147483648"/>
              <pc:sldLayoutMk cId="1722753215" sldId="2147483662"/>
              <ac:spMk id="10" creationId="{98E2EA35-4179-2438-E1D1-02EFA8830FF9}"/>
            </ac:spMkLst>
          </pc:spChg>
          <pc:spChg chg="mod">
            <ac:chgData name="YIP Pak Kei" userId="84071794-bab4-4b42-9f59-0a1beb5d37e7" providerId="ADAL" clId="{327E37EB-F7D8-42A2-B640-10DB968EB23A}" dt="2025-09-26T13:18:33.605" v="962"/>
            <ac:spMkLst>
              <pc:docMk/>
              <pc:sldMasterMk cId="1788353970" sldId="2147483648"/>
              <pc:sldLayoutMk cId="1722753215" sldId="2147483662"/>
              <ac:spMk id="11" creationId="{A7C0B16B-87E9-E92C-62F3-D1844BEE5B2D}"/>
            </ac:spMkLst>
          </pc:spChg>
          <pc:spChg chg="mod">
            <ac:chgData name="YIP Pak Kei" userId="84071794-bab4-4b42-9f59-0a1beb5d37e7" providerId="ADAL" clId="{327E37EB-F7D8-42A2-B640-10DB968EB23A}" dt="2025-09-26T13:18:33.605" v="962"/>
            <ac:spMkLst>
              <pc:docMk/>
              <pc:sldMasterMk cId="1788353970" sldId="2147483648"/>
              <pc:sldLayoutMk cId="1722753215" sldId="2147483662"/>
              <ac:spMk id="12" creationId="{51F4118C-3B46-F20B-EF12-E16F7513844C}"/>
            </ac:spMkLst>
          </pc:spChg>
          <pc:cxnChg chg="mod">
            <ac:chgData name="YIP Pak Kei" userId="84071794-bab4-4b42-9f59-0a1beb5d37e7" providerId="ADAL" clId="{327E37EB-F7D8-42A2-B640-10DB968EB23A}" dt="2025-09-26T13:18:33.605" v="962"/>
            <ac:cxnSpMkLst>
              <pc:docMk/>
              <pc:sldMasterMk cId="1788353970" sldId="2147483648"/>
              <pc:sldLayoutMk cId="1722753215" sldId="2147483662"/>
              <ac:cxnSpMk id="13" creationId="{CD0F8AA9-2207-2D4C-C2E0-FEF14E2D9ACF}"/>
            </ac:cxnSpMkLst>
          </pc:cxnChg>
        </pc:sldLayoutChg>
        <pc:sldLayoutChg chg="modSp">
          <pc:chgData name="YIP Pak Kei" userId="84071794-bab4-4b42-9f59-0a1beb5d37e7" providerId="ADAL" clId="{327E37EB-F7D8-42A2-B640-10DB968EB23A}" dt="2025-09-26T13:18:33.605" v="962"/>
          <pc:sldLayoutMkLst>
            <pc:docMk/>
            <pc:sldMasterMk cId="1788353970" sldId="2147483648"/>
            <pc:sldLayoutMk cId="2789227572" sldId="2147483664"/>
          </pc:sldLayoutMkLst>
          <pc:spChg chg="mod">
            <ac:chgData name="YIP Pak Kei" userId="84071794-bab4-4b42-9f59-0a1beb5d37e7" providerId="ADAL" clId="{327E37EB-F7D8-42A2-B640-10DB968EB23A}" dt="2025-09-26T13:18:33.605" v="962"/>
            <ac:spMkLst>
              <pc:docMk/>
              <pc:sldMasterMk cId="1788353970" sldId="2147483648"/>
              <pc:sldLayoutMk cId="2789227572" sldId="2147483664"/>
              <ac:spMk id="2" creationId="{494248F2-5264-4601-AA0B-6C092F77F2DD}"/>
            </ac:spMkLst>
          </pc:spChg>
          <pc:spChg chg="mod">
            <ac:chgData name="YIP Pak Kei" userId="84071794-bab4-4b42-9f59-0a1beb5d37e7" providerId="ADAL" clId="{327E37EB-F7D8-42A2-B640-10DB968EB23A}" dt="2025-09-26T13:18:33.605" v="962"/>
            <ac:spMkLst>
              <pc:docMk/>
              <pc:sldMasterMk cId="1788353970" sldId="2147483648"/>
              <pc:sldLayoutMk cId="2789227572" sldId="2147483664"/>
              <ac:spMk id="3" creationId="{DCFB69D3-5632-4285-A209-9DCA67DA668C}"/>
            </ac:spMkLst>
          </pc:spChg>
          <pc:spChg chg="mod">
            <ac:chgData name="YIP Pak Kei" userId="84071794-bab4-4b42-9f59-0a1beb5d37e7" providerId="ADAL" clId="{327E37EB-F7D8-42A2-B640-10DB968EB23A}" dt="2025-09-26T13:18:33.605" v="962"/>
            <ac:spMkLst>
              <pc:docMk/>
              <pc:sldMasterMk cId="1788353970" sldId="2147483648"/>
              <pc:sldLayoutMk cId="2789227572" sldId="2147483664"/>
              <ac:spMk id="21" creationId="{77AD3460-2264-3A46-993B-9F2AACED0504}"/>
            </ac:spMkLst>
          </pc:spChg>
          <pc:spChg chg="mod">
            <ac:chgData name="YIP Pak Kei" userId="84071794-bab4-4b42-9f59-0a1beb5d37e7" providerId="ADAL" clId="{327E37EB-F7D8-42A2-B640-10DB968EB23A}" dt="2025-09-26T13:18:33.605" v="962"/>
            <ac:spMkLst>
              <pc:docMk/>
              <pc:sldMasterMk cId="1788353970" sldId="2147483648"/>
              <pc:sldLayoutMk cId="2789227572" sldId="2147483664"/>
              <ac:spMk id="22" creationId="{BBBF3E9C-CCEA-98FA-7F69-55AF07558021}"/>
            </ac:spMkLst>
          </pc:spChg>
          <pc:spChg chg="mod">
            <ac:chgData name="YIP Pak Kei" userId="84071794-bab4-4b42-9f59-0a1beb5d37e7" providerId="ADAL" clId="{327E37EB-F7D8-42A2-B640-10DB968EB23A}" dt="2025-09-26T13:18:33.605" v="962"/>
            <ac:spMkLst>
              <pc:docMk/>
              <pc:sldMasterMk cId="1788353970" sldId="2147483648"/>
              <pc:sldLayoutMk cId="2789227572" sldId="2147483664"/>
              <ac:spMk id="23" creationId="{4F937A84-95EC-EB44-470A-C82AD8E99897}"/>
            </ac:spMkLst>
          </pc:spChg>
          <pc:spChg chg="mod">
            <ac:chgData name="YIP Pak Kei" userId="84071794-bab4-4b42-9f59-0a1beb5d37e7" providerId="ADAL" clId="{327E37EB-F7D8-42A2-B640-10DB968EB23A}" dt="2025-09-26T13:18:33.605" v="962"/>
            <ac:spMkLst>
              <pc:docMk/>
              <pc:sldMasterMk cId="1788353970" sldId="2147483648"/>
              <pc:sldLayoutMk cId="2789227572" sldId="2147483664"/>
              <ac:spMk id="24" creationId="{A9BF091C-5F88-B50F-03BB-284950253993}"/>
            </ac:spMkLst>
          </pc:spChg>
          <pc:spChg chg="mod">
            <ac:chgData name="YIP Pak Kei" userId="84071794-bab4-4b42-9f59-0a1beb5d37e7" providerId="ADAL" clId="{327E37EB-F7D8-42A2-B640-10DB968EB23A}" dt="2025-09-26T13:18:33.605" v="962"/>
            <ac:spMkLst>
              <pc:docMk/>
              <pc:sldMasterMk cId="1788353970" sldId="2147483648"/>
              <pc:sldLayoutMk cId="2789227572" sldId="2147483664"/>
              <ac:spMk id="25" creationId="{3FF8B459-35F5-072D-56FA-415EEABE6DC2}"/>
            </ac:spMkLst>
          </pc:spChg>
          <pc:spChg chg="mod">
            <ac:chgData name="YIP Pak Kei" userId="84071794-bab4-4b42-9f59-0a1beb5d37e7" providerId="ADAL" clId="{327E37EB-F7D8-42A2-B640-10DB968EB23A}" dt="2025-09-26T13:18:33.605" v="962"/>
            <ac:spMkLst>
              <pc:docMk/>
              <pc:sldMasterMk cId="1788353970" sldId="2147483648"/>
              <pc:sldLayoutMk cId="2789227572" sldId="2147483664"/>
              <ac:spMk id="26" creationId="{73867BC1-390E-647F-B33F-8622748E6530}"/>
            </ac:spMkLst>
          </pc:spChg>
          <pc:spChg chg="mod">
            <ac:chgData name="YIP Pak Kei" userId="84071794-bab4-4b42-9f59-0a1beb5d37e7" providerId="ADAL" clId="{327E37EB-F7D8-42A2-B640-10DB968EB23A}" dt="2025-09-26T13:18:33.605" v="962"/>
            <ac:spMkLst>
              <pc:docMk/>
              <pc:sldMasterMk cId="1788353970" sldId="2147483648"/>
              <pc:sldLayoutMk cId="2789227572" sldId="2147483664"/>
              <ac:spMk id="27" creationId="{FA6C5756-59FF-66C3-2611-3D7AB2049ABE}"/>
            </ac:spMkLst>
          </pc:spChg>
          <pc:spChg chg="mod">
            <ac:chgData name="YIP Pak Kei" userId="84071794-bab4-4b42-9f59-0a1beb5d37e7" providerId="ADAL" clId="{327E37EB-F7D8-42A2-B640-10DB968EB23A}" dt="2025-09-26T13:18:33.605" v="962"/>
            <ac:spMkLst>
              <pc:docMk/>
              <pc:sldMasterMk cId="1788353970" sldId="2147483648"/>
              <pc:sldLayoutMk cId="2789227572" sldId="2147483664"/>
              <ac:spMk id="28" creationId="{EF6D3160-DA6D-8CDA-3A13-8A43EC05449D}"/>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2503394264" sldId="2147483665"/>
          </pc:sldLayoutMkLst>
          <pc:spChg chg="mod">
            <ac:chgData name="YIP Pak Kei" userId="84071794-bab4-4b42-9f59-0a1beb5d37e7" providerId="ADAL" clId="{327E37EB-F7D8-42A2-B640-10DB968EB23A}" dt="2025-09-26T13:18:33.605" v="962"/>
            <ac:spMkLst>
              <pc:docMk/>
              <pc:sldMasterMk cId="1788353970" sldId="2147483648"/>
              <pc:sldLayoutMk cId="2503394264" sldId="2147483665"/>
              <ac:spMk id="2" creationId="{5A0D1FF5-7EF8-4250-A259-43050ABBD3B6}"/>
            </ac:spMkLst>
          </pc:spChg>
          <pc:spChg chg="mod">
            <ac:chgData name="YIP Pak Kei" userId="84071794-bab4-4b42-9f59-0a1beb5d37e7" providerId="ADAL" clId="{327E37EB-F7D8-42A2-B640-10DB968EB23A}" dt="2025-09-26T13:18:33.605" v="962"/>
            <ac:spMkLst>
              <pc:docMk/>
              <pc:sldMasterMk cId="1788353970" sldId="2147483648"/>
              <pc:sldLayoutMk cId="2503394264" sldId="2147483665"/>
              <ac:spMk id="4" creationId="{C752CCA9-53A3-4DA5-AD45-C2A2C12A3A6A}"/>
            </ac:spMkLst>
          </pc:spChg>
          <pc:spChg chg="mod">
            <ac:chgData name="YIP Pak Kei" userId="84071794-bab4-4b42-9f59-0a1beb5d37e7" providerId="ADAL" clId="{327E37EB-F7D8-42A2-B640-10DB968EB23A}" dt="2025-09-26T13:18:33.605" v="962"/>
            <ac:spMkLst>
              <pc:docMk/>
              <pc:sldMasterMk cId="1788353970" sldId="2147483648"/>
              <pc:sldLayoutMk cId="2503394264" sldId="2147483665"/>
              <ac:spMk id="5" creationId="{2100C9C6-BD61-4D2C-9146-FB785BAE4FF3}"/>
            </ac:spMkLst>
          </pc:spChg>
          <pc:spChg chg="mod">
            <ac:chgData name="YIP Pak Kei" userId="84071794-bab4-4b42-9f59-0a1beb5d37e7" providerId="ADAL" clId="{327E37EB-F7D8-42A2-B640-10DB968EB23A}" dt="2025-09-26T13:18:33.605" v="962"/>
            <ac:spMkLst>
              <pc:docMk/>
              <pc:sldMasterMk cId="1788353970" sldId="2147483648"/>
              <pc:sldLayoutMk cId="2503394264" sldId="2147483665"/>
              <ac:spMk id="6" creationId="{E2E342EE-68BB-484D-98C3-48A7847549D4}"/>
            </ac:spMkLst>
          </pc:spChg>
          <pc:spChg chg="mod">
            <ac:chgData name="YIP Pak Kei" userId="84071794-bab4-4b42-9f59-0a1beb5d37e7" providerId="ADAL" clId="{327E37EB-F7D8-42A2-B640-10DB968EB23A}" dt="2025-09-26T13:18:33.605" v="962"/>
            <ac:spMkLst>
              <pc:docMk/>
              <pc:sldMasterMk cId="1788353970" sldId="2147483648"/>
              <pc:sldLayoutMk cId="2503394264" sldId="2147483665"/>
              <ac:spMk id="14" creationId="{2698A246-2716-9361-4EDE-2498058A4C3A}"/>
            </ac:spMkLst>
          </pc:spChg>
          <pc:spChg chg="mod">
            <ac:chgData name="YIP Pak Kei" userId="84071794-bab4-4b42-9f59-0a1beb5d37e7" providerId="ADAL" clId="{327E37EB-F7D8-42A2-B640-10DB968EB23A}" dt="2025-09-26T13:18:33.605" v="962"/>
            <ac:spMkLst>
              <pc:docMk/>
              <pc:sldMasterMk cId="1788353970" sldId="2147483648"/>
              <pc:sldLayoutMk cId="2503394264" sldId="2147483665"/>
              <ac:spMk id="16" creationId="{73541AB3-4000-4259-4112-06DA0F0728A5}"/>
            </ac:spMkLst>
          </pc:spChg>
          <pc:spChg chg="mod">
            <ac:chgData name="YIP Pak Kei" userId="84071794-bab4-4b42-9f59-0a1beb5d37e7" providerId="ADAL" clId="{327E37EB-F7D8-42A2-B640-10DB968EB23A}" dt="2025-09-26T13:18:33.605" v="962"/>
            <ac:spMkLst>
              <pc:docMk/>
              <pc:sldMasterMk cId="1788353970" sldId="2147483648"/>
              <pc:sldLayoutMk cId="2503394264" sldId="2147483665"/>
              <ac:spMk id="18" creationId="{260C6EA0-9137-97A8-7C78-0FCD8675F1B0}"/>
            </ac:spMkLst>
          </pc:spChg>
          <pc:spChg chg="mod">
            <ac:chgData name="YIP Pak Kei" userId="84071794-bab4-4b42-9f59-0a1beb5d37e7" providerId="ADAL" clId="{327E37EB-F7D8-42A2-B640-10DB968EB23A}" dt="2025-09-26T13:18:33.605" v="962"/>
            <ac:spMkLst>
              <pc:docMk/>
              <pc:sldMasterMk cId="1788353970" sldId="2147483648"/>
              <pc:sldLayoutMk cId="2503394264" sldId="2147483665"/>
              <ac:spMk id="23" creationId="{F9A7DD52-C2B0-2B91-92C0-905899BB578D}"/>
            </ac:spMkLst>
          </pc:spChg>
          <pc:spChg chg="mod">
            <ac:chgData name="YIP Pak Kei" userId="84071794-bab4-4b42-9f59-0a1beb5d37e7" providerId="ADAL" clId="{327E37EB-F7D8-42A2-B640-10DB968EB23A}" dt="2025-09-26T13:18:33.605" v="962"/>
            <ac:spMkLst>
              <pc:docMk/>
              <pc:sldMasterMk cId="1788353970" sldId="2147483648"/>
              <pc:sldLayoutMk cId="2503394264" sldId="2147483665"/>
              <ac:spMk id="24" creationId="{43CEC7BC-C46D-D3AD-22D8-8737322B7E20}"/>
            </ac:spMkLst>
          </pc:spChg>
          <pc:spChg chg="mod">
            <ac:chgData name="YIP Pak Kei" userId="84071794-bab4-4b42-9f59-0a1beb5d37e7" providerId="ADAL" clId="{327E37EB-F7D8-42A2-B640-10DB968EB23A}" dt="2025-09-26T13:18:33.605" v="962"/>
            <ac:spMkLst>
              <pc:docMk/>
              <pc:sldMasterMk cId="1788353970" sldId="2147483648"/>
              <pc:sldLayoutMk cId="2503394264" sldId="2147483665"/>
              <ac:spMk id="25" creationId="{658FA801-D400-D7FB-6241-4A41BBAAA0D1}"/>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3784201115" sldId="2147483666"/>
          </pc:sldLayoutMkLst>
          <pc:spChg chg="mod">
            <ac:chgData name="YIP Pak Kei" userId="84071794-bab4-4b42-9f59-0a1beb5d37e7" providerId="ADAL" clId="{327E37EB-F7D8-42A2-B640-10DB968EB23A}" dt="2025-09-26T13:18:33.605" v="962"/>
            <ac:spMkLst>
              <pc:docMk/>
              <pc:sldMasterMk cId="1788353970" sldId="2147483648"/>
              <pc:sldLayoutMk cId="3784201115" sldId="2147483666"/>
              <ac:spMk id="6" creationId="{16E536D1-EF07-9062-CA32-986876ED933F}"/>
            </ac:spMkLst>
          </pc:spChg>
          <pc:spChg chg="mod">
            <ac:chgData name="YIP Pak Kei" userId="84071794-bab4-4b42-9f59-0a1beb5d37e7" providerId="ADAL" clId="{327E37EB-F7D8-42A2-B640-10DB968EB23A}" dt="2025-09-26T13:18:33.605" v="962"/>
            <ac:spMkLst>
              <pc:docMk/>
              <pc:sldMasterMk cId="1788353970" sldId="2147483648"/>
              <pc:sldLayoutMk cId="3784201115" sldId="2147483666"/>
              <ac:spMk id="7" creationId="{5D09D35C-DD66-8B6A-98FE-003262BBE72D}"/>
            </ac:spMkLst>
          </pc:spChg>
          <pc:spChg chg="mod">
            <ac:chgData name="YIP Pak Kei" userId="84071794-bab4-4b42-9f59-0a1beb5d37e7" providerId="ADAL" clId="{327E37EB-F7D8-42A2-B640-10DB968EB23A}" dt="2025-09-26T13:18:33.605" v="962"/>
            <ac:spMkLst>
              <pc:docMk/>
              <pc:sldMasterMk cId="1788353970" sldId="2147483648"/>
              <pc:sldLayoutMk cId="3784201115" sldId="2147483666"/>
              <ac:spMk id="8" creationId="{F0E263D2-96A8-9EB3-2175-1DB2FD5CB609}"/>
            </ac:spMkLst>
          </pc:spChg>
          <pc:spChg chg="mod">
            <ac:chgData name="YIP Pak Kei" userId="84071794-bab4-4b42-9f59-0a1beb5d37e7" providerId="ADAL" clId="{327E37EB-F7D8-42A2-B640-10DB968EB23A}" dt="2025-09-26T13:18:33.605" v="962"/>
            <ac:spMkLst>
              <pc:docMk/>
              <pc:sldMasterMk cId="1788353970" sldId="2147483648"/>
              <pc:sldLayoutMk cId="3784201115" sldId="2147483666"/>
              <ac:spMk id="13" creationId="{9978C389-1D90-6CEB-1D34-D69BF78983F7}"/>
            </ac:spMkLst>
          </pc:spChg>
          <pc:spChg chg="mod">
            <ac:chgData name="YIP Pak Kei" userId="84071794-bab4-4b42-9f59-0a1beb5d37e7" providerId="ADAL" clId="{327E37EB-F7D8-42A2-B640-10DB968EB23A}" dt="2025-09-26T13:18:33.605" v="962"/>
            <ac:spMkLst>
              <pc:docMk/>
              <pc:sldMasterMk cId="1788353970" sldId="2147483648"/>
              <pc:sldLayoutMk cId="3784201115" sldId="2147483666"/>
              <ac:spMk id="14" creationId="{12B5D758-2B43-B448-79C9-1F09317F866C}"/>
            </ac:spMkLst>
          </pc:spChg>
          <pc:spChg chg="mod">
            <ac:chgData name="YIP Pak Kei" userId="84071794-bab4-4b42-9f59-0a1beb5d37e7" providerId="ADAL" clId="{327E37EB-F7D8-42A2-B640-10DB968EB23A}" dt="2025-09-26T13:18:33.605" v="962"/>
            <ac:spMkLst>
              <pc:docMk/>
              <pc:sldMasterMk cId="1788353970" sldId="2147483648"/>
              <pc:sldLayoutMk cId="3784201115" sldId="2147483666"/>
              <ac:spMk id="15" creationId="{65404FC1-F068-1D2B-A3D6-59F44099DD2D}"/>
            </ac:spMkLst>
          </pc:spChg>
          <pc:spChg chg="mod">
            <ac:chgData name="YIP Pak Kei" userId="84071794-bab4-4b42-9f59-0a1beb5d37e7" providerId="ADAL" clId="{327E37EB-F7D8-42A2-B640-10DB968EB23A}" dt="2025-09-26T13:18:33.605" v="962"/>
            <ac:spMkLst>
              <pc:docMk/>
              <pc:sldMasterMk cId="1788353970" sldId="2147483648"/>
              <pc:sldLayoutMk cId="3784201115" sldId="2147483666"/>
              <ac:spMk id="16" creationId="{5F0B1C4A-F0AC-3974-6F79-9CCF799976B3}"/>
            </ac:spMkLst>
          </pc:spChg>
          <pc:spChg chg="mod">
            <ac:chgData name="YIP Pak Kei" userId="84071794-bab4-4b42-9f59-0a1beb5d37e7" providerId="ADAL" clId="{327E37EB-F7D8-42A2-B640-10DB968EB23A}" dt="2025-09-26T13:18:33.605" v="962"/>
            <ac:spMkLst>
              <pc:docMk/>
              <pc:sldMasterMk cId="1788353970" sldId="2147483648"/>
              <pc:sldLayoutMk cId="3784201115" sldId="2147483666"/>
              <ac:spMk id="17" creationId="{5C12C91B-3BBC-019A-22DF-DF71A287D58E}"/>
            </ac:spMkLst>
          </pc:spChg>
          <pc:spChg chg="mod">
            <ac:chgData name="YIP Pak Kei" userId="84071794-bab4-4b42-9f59-0a1beb5d37e7" providerId="ADAL" clId="{327E37EB-F7D8-42A2-B640-10DB968EB23A}" dt="2025-09-26T13:18:33.605" v="962"/>
            <ac:spMkLst>
              <pc:docMk/>
              <pc:sldMasterMk cId="1788353970" sldId="2147483648"/>
              <pc:sldLayoutMk cId="3784201115" sldId="2147483666"/>
              <ac:spMk id="21" creationId="{8D38BBA9-DB40-81D9-4D13-4351576F9FD3}"/>
            </ac:spMkLst>
          </pc:spChg>
          <pc:spChg chg="mod">
            <ac:chgData name="YIP Pak Kei" userId="84071794-bab4-4b42-9f59-0a1beb5d37e7" providerId="ADAL" clId="{327E37EB-F7D8-42A2-B640-10DB968EB23A}" dt="2025-09-26T13:18:33.605" v="962"/>
            <ac:spMkLst>
              <pc:docMk/>
              <pc:sldMasterMk cId="1788353970" sldId="2147483648"/>
              <pc:sldLayoutMk cId="3784201115" sldId="2147483666"/>
              <ac:spMk id="24" creationId="{EB90D275-5951-BAE0-8859-71B60C946087}"/>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6345825" sldId="2147483667"/>
          </pc:sldLayoutMkLst>
          <pc:spChg chg="mod">
            <ac:chgData name="YIP Pak Kei" userId="84071794-bab4-4b42-9f59-0a1beb5d37e7" providerId="ADAL" clId="{327E37EB-F7D8-42A2-B640-10DB968EB23A}" dt="2025-09-26T13:18:33.605" v="962"/>
            <ac:spMkLst>
              <pc:docMk/>
              <pc:sldMasterMk cId="1788353970" sldId="2147483648"/>
              <pc:sldLayoutMk cId="6345825" sldId="2147483667"/>
              <ac:spMk id="9" creationId="{3CF1AC86-4E83-EED8-9FB5-635710111D45}"/>
            </ac:spMkLst>
          </pc:spChg>
          <pc:spChg chg="mod">
            <ac:chgData name="YIP Pak Kei" userId="84071794-bab4-4b42-9f59-0a1beb5d37e7" providerId="ADAL" clId="{327E37EB-F7D8-42A2-B640-10DB968EB23A}" dt="2025-09-26T13:18:33.605" v="962"/>
            <ac:spMkLst>
              <pc:docMk/>
              <pc:sldMasterMk cId="1788353970" sldId="2147483648"/>
              <pc:sldLayoutMk cId="6345825" sldId="2147483667"/>
              <ac:spMk id="15" creationId="{65404FC1-F068-1D2B-A3D6-59F44099DD2D}"/>
            </ac:spMkLst>
          </pc:spChg>
          <pc:spChg chg="mod">
            <ac:chgData name="YIP Pak Kei" userId="84071794-bab4-4b42-9f59-0a1beb5d37e7" providerId="ADAL" clId="{327E37EB-F7D8-42A2-B640-10DB968EB23A}" dt="2025-09-26T13:18:33.605" v="962"/>
            <ac:spMkLst>
              <pc:docMk/>
              <pc:sldMasterMk cId="1788353970" sldId="2147483648"/>
              <pc:sldLayoutMk cId="6345825" sldId="2147483667"/>
              <ac:spMk id="16" creationId="{5F0B1C4A-F0AC-3974-6F79-9CCF799976B3}"/>
            </ac:spMkLst>
          </pc:spChg>
          <pc:spChg chg="mod">
            <ac:chgData name="YIP Pak Kei" userId="84071794-bab4-4b42-9f59-0a1beb5d37e7" providerId="ADAL" clId="{327E37EB-F7D8-42A2-B640-10DB968EB23A}" dt="2025-09-26T13:18:33.605" v="962"/>
            <ac:spMkLst>
              <pc:docMk/>
              <pc:sldMasterMk cId="1788353970" sldId="2147483648"/>
              <pc:sldLayoutMk cId="6345825" sldId="2147483667"/>
              <ac:spMk id="19" creationId="{486092F0-1D91-8C7F-EEFE-A7D79FF89C19}"/>
            </ac:spMkLst>
          </pc:spChg>
          <pc:spChg chg="mod">
            <ac:chgData name="YIP Pak Kei" userId="84071794-bab4-4b42-9f59-0a1beb5d37e7" providerId="ADAL" clId="{327E37EB-F7D8-42A2-B640-10DB968EB23A}" dt="2025-09-26T13:18:33.605" v="962"/>
            <ac:spMkLst>
              <pc:docMk/>
              <pc:sldMasterMk cId="1788353970" sldId="2147483648"/>
              <pc:sldLayoutMk cId="6345825" sldId="2147483667"/>
              <ac:spMk id="24" creationId="{EB90D275-5951-BAE0-8859-71B60C946087}"/>
            </ac:spMkLst>
          </pc:spChg>
          <pc:spChg chg="mod">
            <ac:chgData name="YIP Pak Kei" userId="84071794-bab4-4b42-9f59-0a1beb5d37e7" providerId="ADAL" clId="{327E37EB-F7D8-42A2-B640-10DB968EB23A}" dt="2025-09-26T13:18:33.605" v="962"/>
            <ac:spMkLst>
              <pc:docMk/>
              <pc:sldMasterMk cId="1788353970" sldId="2147483648"/>
              <pc:sldLayoutMk cId="6345825" sldId="2147483667"/>
              <ac:spMk id="26" creationId="{D19BEA3C-B965-CC70-315C-7C531CD7AA4A}"/>
            </ac:spMkLst>
          </pc:spChg>
          <pc:spChg chg="mod">
            <ac:chgData name="YIP Pak Kei" userId="84071794-bab4-4b42-9f59-0a1beb5d37e7" providerId="ADAL" clId="{327E37EB-F7D8-42A2-B640-10DB968EB23A}" dt="2025-09-26T13:18:33.605" v="962"/>
            <ac:spMkLst>
              <pc:docMk/>
              <pc:sldMasterMk cId="1788353970" sldId="2147483648"/>
              <pc:sldLayoutMk cId="6345825" sldId="2147483667"/>
              <ac:spMk id="33" creationId="{CB0DA5B5-9C84-7B23-EE8E-CEA555CD808E}"/>
            </ac:spMkLst>
          </pc:spChg>
          <pc:spChg chg="mod">
            <ac:chgData name="YIP Pak Kei" userId="84071794-bab4-4b42-9f59-0a1beb5d37e7" providerId="ADAL" clId="{327E37EB-F7D8-42A2-B640-10DB968EB23A}" dt="2025-09-26T13:18:33.605" v="962"/>
            <ac:spMkLst>
              <pc:docMk/>
              <pc:sldMasterMk cId="1788353970" sldId="2147483648"/>
              <pc:sldLayoutMk cId="6345825" sldId="2147483667"/>
              <ac:spMk id="34" creationId="{99C62621-0080-5CDD-E5DD-2FCF2D548CEB}"/>
            </ac:spMkLst>
          </pc:spChg>
          <pc:spChg chg="mod">
            <ac:chgData name="YIP Pak Kei" userId="84071794-bab4-4b42-9f59-0a1beb5d37e7" providerId="ADAL" clId="{327E37EB-F7D8-42A2-B640-10DB968EB23A}" dt="2025-09-26T13:18:33.605" v="962"/>
            <ac:spMkLst>
              <pc:docMk/>
              <pc:sldMasterMk cId="1788353970" sldId="2147483648"/>
              <pc:sldLayoutMk cId="6345825" sldId="2147483667"/>
              <ac:spMk id="36" creationId="{A165DCBF-4EFD-7181-68BA-1625AC1C0D5F}"/>
            </ac:spMkLst>
          </pc:spChg>
          <pc:spChg chg="mod">
            <ac:chgData name="YIP Pak Kei" userId="84071794-bab4-4b42-9f59-0a1beb5d37e7" providerId="ADAL" clId="{327E37EB-F7D8-42A2-B640-10DB968EB23A}" dt="2025-09-26T13:18:33.605" v="962"/>
            <ac:spMkLst>
              <pc:docMk/>
              <pc:sldMasterMk cId="1788353970" sldId="2147483648"/>
              <pc:sldLayoutMk cId="6345825" sldId="2147483667"/>
              <ac:spMk id="37" creationId="{3C7ECA2F-9EC3-26BD-B424-ECE80473DF37}"/>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4293843047" sldId="2147483668"/>
          </pc:sldLayoutMkLst>
          <pc:spChg chg="mod">
            <ac:chgData name="YIP Pak Kei" userId="84071794-bab4-4b42-9f59-0a1beb5d37e7" providerId="ADAL" clId="{327E37EB-F7D8-42A2-B640-10DB968EB23A}" dt="2025-09-26T13:18:33.605" v="962"/>
            <ac:spMkLst>
              <pc:docMk/>
              <pc:sldMasterMk cId="1788353970" sldId="2147483648"/>
              <pc:sldLayoutMk cId="4293843047" sldId="2147483668"/>
              <ac:spMk id="2" creationId="{494248F2-5264-4601-AA0B-6C092F77F2DD}"/>
            </ac:spMkLst>
          </pc:spChg>
          <pc:spChg chg="mod">
            <ac:chgData name="YIP Pak Kei" userId="84071794-bab4-4b42-9f59-0a1beb5d37e7" providerId="ADAL" clId="{327E37EB-F7D8-42A2-B640-10DB968EB23A}" dt="2025-09-26T13:18:33.605" v="962"/>
            <ac:spMkLst>
              <pc:docMk/>
              <pc:sldMasterMk cId="1788353970" sldId="2147483648"/>
              <pc:sldLayoutMk cId="4293843047" sldId="2147483668"/>
              <ac:spMk id="3" creationId="{DCFB69D3-5632-4285-A209-9DCA67DA668C}"/>
            </ac:spMkLst>
          </pc:spChg>
          <pc:spChg chg="mod">
            <ac:chgData name="YIP Pak Kei" userId="84071794-bab4-4b42-9f59-0a1beb5d37e7" providerId="ADAL" clId="{327E37EB-F7D8-42A2-B640-10DB968EB23A}" dt="2025-09-26T13:18:33.605" v="962"/>
            <ac:spMkLst>
              <pc:docMk/>
              <pc:sldMasterMk cId="1788353970" sldId="2147483648"/>
              <pc:sldLayoutMk cId="4293843047" sldId="2147483668"/>
              <ac:spMk id="12" creationId="{2A494E50-F563-24E6-92E6-F9E55D1F3D50}"/>
            </ac:spMkLst>
          </pc:spChg>
          <pc:spChg chg="mod">
            <ac:chgData name="YIP Pak Kei" userId="84071794-bab4-4b42-9f59-0a1beb5d37e7" providerId="ADAL" clId="{327E37EB-F7D8-42A2-B640-10DB968EB23A}" dt="2025-09-26T13:18:33.605" v="962"/>
            <ac:spMkLst>
              <pc:docMk/>
              <pc:sldMasterMk cId="1788353970" sldId="2147483648"/>
              <pc:sldLayoutMk cId="4293843047" sldId="2147483668"/>
              <ac:spMk id="14" creationId="{D9D045F5-266F-9ADF-9692-2DA7DB16DFFE}"/>
            </ac:spMkLst>
          </pc:spChg>
          <pc:spChg chg="mod">
            <ac:chgData name="YIP Pak Kei" userId="84071794-bab4-4b42-9f59-0a1beb5d37e7" providerId="ADAL" clId="{327E37EB-F7D8-42A2-B640-10DB968EB23A}" dt="2025-09-26T13:18:33.605" v="962"/>
            <ac:spMkLst>
              <pc:docMk/>
              <pc:sldMasterMk cId="1788353970" sldId="2147483648"/>
              <pc:sldLayoutMk cId="4293843047" sldId="2147483668"/>
              <ac:spMk id="16" creationId="{D9024B22-C102-71C1-8593-95259EC18972}"/>
            </ac:spMkLst>
          </pc:spChg>
          <pc:spChg chg="mod">
            <ac:chgData name="YIP Pak Kei" userId="84071794-bab4-4b42-9f59-0a1beb5d37e7" providerId="ADAL" clId="{327E37EB-F7D8-42A2-B640-10DB968EB23A}" dt="2025-09-26T13:18:33.605" v="962"/>
            <ac:spMkLst>
              <pc:docMk/>
              <pc:sldMasterMk cId="1788353970" sldId="2147483648"/>
              <pc:sldLayoutMk cId="4293843047" sldId="2147483668"/>
              <ac:spMk id="19" creationId="{8B193F7C-DAB3-79A0-9B6F-012F23BAF8BD}"/>
            </ac:spMkLst>
          </pc:spChg>
          <pc:spChg chg="mod">
            <ac:chgData name="YIP Pak Kei" userId="84071794-bab4-4b42-9f59-0a1beb5d37e7" providerId="ADAL" clId="{327E37EB-F7D8-42A2-B640-10DB968EB23A}" dt="2025-09-26T13:18:33.605" v="962"/>
            <ac:spMkLst>
              <pc:docMk/>
              <pc:sldMasterMk cId="1788353970" sldId="2147483648"/>
              <pc:sldLayoutMk cId="4293843047" sldId="2147483668"/>
              <ac:spMk id="21" creationId="{8A78F28F-70CE-7FE2-ACE1-FA2D7C1CE590}"/>
            </ac:spMkLst>
          </pc:spChg>
          <pc:spChg chg="mod">
            <ac:chgData name="YIP Pak Kei" userId="84071794-bab4-4b42-9f59-0a1beb5d37e7" providerId="ADAL" clId="{327E37EB-F7D8-42A2-B640-10DB968EB23A}" dt="2025-09-26T13:18:33.605" v="962"/>
            <ac:spMkLst>
              <pc:docMk/>
              <pc:sldMasterMk cId="1788353970" sldId="2147483648"/>
              <pc:sldLayoutMk cId="4293843047" sldId="2147483668"/>
              <ac:spMk id="24" creationId="{FF4F2FF2-B2D0-EAB9-0059-1E59CFF27936}"/>
            </ac:spMkLst>
          </pc:spChg>
          <pc:spChg chg="mod">
            <ac:chgData name="YIP Pak Kei" userId="84071794-bab4-4b42-9f59-0a1beb5d37e7" providerId="ADAL" clId="{327E37EB-F7D8-42A2-B640-10DB968EB23A}" dt="2025-09-26T13:18:33.605" v="962"/>
            <ac:spMkLst>
              <pc:docMk/>
              <pc:sldMasterMk cId="1788353970" sldId="2147483648"/>
              <pc:sldLayoutMk cId="4293843047" sldId="2147483668"/>
              <ac:spMk id="29" creationId="{294AB31D-FEF2-F3B0-D726-81CE48F895EA}"/>
            </ac:spMkLst>
          </pc:spChg>
          <pc:cxnChg chg="mod">
            <ac:chgData name="YIP Pak Kei" userId="84071794-bab4-4b42-9f59-0a1beb5d37e7" providerId="ADAL" clId="{327E37EB-F7D8-42A2-B640-10DB968EB23A}" dt="2025-09-26T13:18:33.605" v="962"/>
            <ac:cxnSpMkLst>
              <pc:docMk/>
              <pc:sldMasterMk cId="1788353970" sldId="2147483648"/>
              <pc:sldLayoutMk cId="4293843047" sldId="2147483668"/>
              <ac:cxnSpMk id="28" creationId="{93303B57-FF55-B795-FAE7-5EF26BFCBEF3}"/>
            </ac:cxnSpMkLst>
          </pc:cxnChg>
        </pc:sldLayoutChg>
        <pc:sldLayoutChg chg="modSp">
          <pc:chgData name="YIP Pak Kei" userId="84071794-bab4-4b42-9f59-0a1beb5d37e7" providerId="ADAL" clId="{327E37EB-F7D8-42A2-B640-10DB968EB23A}" dt="2025-09-26T13:18:33.605" v="962"/>
          <pc:sldLayoutMkLst>
            <pc:docMk/>
            <pc:sldMasterMk cId="1788353970" sldId="2147483648"/>
            <pc:sldLayoutMk cId="1290831991" sldId="2147483669"/>
          </pc:sldLayoutMkLst>
          <pc:spChg chg="mod">
            <ac:chgData name="YIP Pak Kei" userId="84071794-bab4-4b42-9f59-0a1beb5d37e7" providerId="ADAL" clId="{327E37EB-F7D8-42A2-B640-10DB968EB23A}" dt="2025-09-26T13:18:33.605" v="962"/>
            <ac:spMkLst>
              <pc:docMk/>
              <pc:sldMasterMk cId="1788353970" sldId="2147483648"/>
              <pc:sldLayoutMk cId="1290831991" sldId="2147483669"/>
              <ac:spMk id="12" creationId="{8CEBAA34-A280-D694-891B-142A8D7FA33C}"/>
            </ac:spMkLst>
          </pc:spChg>
          <pc:spChg chg="mod">
            <ac:chgData name="YIP Pak Kei" userId="84071794-bab4-4b42-9f59-0a1beb5d37e7" providerId="ADAL" clId="{327E37EB-F7D8-42A2-B640-10DB968EB23A}" dt="2025-09-26T13:18:33.605" v="962"/>
            <ac:spMkLst>
              <pc:docMk/>
              <pc:sldMasterMk cId="1788353970" sldId="2147483648"/>
              <pc:sldLayoutMk cId="1290831991" sldId="2147483669"/>
              <ac:spMk id="13" creationId="{DEC576C9-CAB6-8D5D-5976-B4CC1FB6B5C0}"/>
            </ac:spMkLst>
          </pc:spChg>
          <pc:spChg chg="mod">
            <ac:chgData name="YIP Pak Kei" userId="84071794-bab4-4b42-9f59-0a1beb5d37e7" providerId="ADAL" clId="{327E37EB-F7D8-42A2-B640-10DB968EB23A}" dt="2025-09-26T13:18:33.605" v="962"/>
            <ac:spMkLst>
              <pc:docMk/>
              <pc:sldMasterMk cId="1788353970" sldId="2147483648"/>
              <pc:sldLayoutMk cId="1290831991" sldId="2147483669"/>
              <ac:spMk id="22" creationId="{C5237567-8AEF-3966-7CED-5DA3ACD21E7B}"/>
            </ac:spMkLst>
          </pc:spChg>
          <pc:spChg chg="mod">
            <ac:chgData name="YIP Pak Kei" userId="84071794-bab4-4b42-9f59-0a1beb5d37e7" providerId="ADAL" clId="{327E37EB-F7D8-42A2-B640-10DB968EB23A}" dt="2025-09-26T13:18:33.605" v="962"/>
            <ac:spMkLst>
              <pc:docMk/>
              <pc:sldMasterMk cId="1788353970" sldId="2147483648"/>
              <pc:sldLayoutMk cId="1290831991" sldId="2147483669"/>
              <ac:spMk id="25" creationId="{81308FE1-98CC-9FD0-5CF1-5A8E61C5BA93}"/>
            </ac:spMkLst>
          </pc:spChg>
          <pc:spChg chg="mod">
            <ac:chgData name="YIP Pak Kei" userId="84071794-bab4-4b42-9f59-0a1beb5d37e7" providerId="ADAL" clId="{327E37EB-F7D8-42A2-B640-10DB968EB23A}" dt="2025-09-26T13:18:33.605" v="962"/>
            <ac:spMkLst>
              <pc:docMk/>
              <pc:sldMasterMk cId="1788353970" sldId="2147483648"/>
              <pc:sldLayoutMk cId="1290831991" sldId="2147483669"/>
              <ac:spMk id="27" creationId="{BC5472B4-CBBF-AC70-5BA8-A0661E663D4A}"/>
            </ac:spMkLst>
          </pc:spChg>
          <pc:spChg chg="mod">
            <ac:chgData name="YIP Pak Kei" userId="84071794-bab4-4b42-9f59-0a1beb5d37e7" providerId="ADAL" clId="{327E37EB-F7D8-42A2-B640-10DB968EB23A}" dt="2025-09-26T13:18:33.605" v="962"/>
            <ac:spMkLst>
              <pc:docMk/>
              <pc:sldMasterMk cId="1788353970" sldId="2147483648"/>
              <pc:sldLayoutMk cId="1290831991" sldId="2147483669"/>
              <ac:spMk id="28" creationId="{C3CEEBDA-7860-91AD-704A-7A540E1E58F7}"/>
            </ac:spMkLst>
          </pc:spChg>
          <pc:spChg chg="mod">
            <ac:chgData name="YIP Pak Kei" userId="84071794-bab4-4b42-9f59-0a1beb5d37e7" providerId="ADAL" clId="{327E37EB-F7D8-42A2-B640-10DB968EB23A}" dt="2025-09-26T13:18:33.605" v="962"/>
            <ac:spMkLst>
              <pc:docMk/>
              <pc:sldMasterMk cId="1788353970" sldId="2147483648"/>
              <pc:sldLayoutMk cId="1290831991" sldId="2147483669"/>
              <ac:spMk id="32" creationId="{503DD6AB-C9B3-EBD7-080A-FB219B381225}"/>
            </ac:spMkLst>
          </pc:spChg>
          <pc:spChg chg="mod">
            <ac:chgData name="YIP Pak Kei" userId="84071794-bab4-4b42-9f59-0a1beb5d37e7" providerId="ADAL" clId="{327E37EB-F7D8-42A2-B640-10DB968EB23A}" dt="2025-09-26T13:18:33.605" v="962"/>
            <ac:spMkLst>
              <pc:docMk/>
              <pc:sldMasterMk cId="1788353970" sldId="2147483648"/>
              <pc:sldLayoutMk cId="1290831991" sldId="2147483669"/>
              <ac:spMk id="36" creationId="{0596D87F-0114-685D-7F97-873DBA557947}"/>
            </ac:spMkLst>
          </pc:spChg>
          <pc:spChg chg="mod">
            <ac:chgData name="YIP Pak Kei" userId="84071794-bab4-4b42-9f59-0a1beb5d37e7" providerId="ADAL" clId="{327E37EB-F7D8-42A2-B640-10DB968EB23A}" dt="2025-09-26T13:18:33.605" v="962"/>
            <ac:spMkLst>
              <pc:docMk/>
              <pc:sldMasterMk cId="1788353970" sldId="2147483648"/>
              <pc:sldLayoutMk cId="1290831991" sldId="2147483669"/>
              <ac:spMk id="38" creationId="{29543A01-39BF-D362-26F8-BD1E7D0D3C86}"/>
            </ac:spMkLst>
          </pc:spChg>
          <pc:spChg chg="mod">
            <ac:chgData name="YIP Pak Kei" userId="84071794-bab4-4b42-9f59-0a1beb5d37e7" providerId="ADAL" clId="{327E37EB-F7D8-42A2-B640-10DB968EB23A}" dt="2025-09-26T13:18:33.605" v="962"/>
            <ac:spMkLst>
              <pc:docMk/>
              <pc:sldMasterMk cId="1788353970" sldId="2147483648"/>
              <pc:sldLayoutMk cId="1290831991" sldId="2147483669"/>
              <ac:spMk id="39" creationId="{BB6B72CD-75B9-D90F-4767-2141AEF3B201}"/>
            </ac:spMkLst>
          </pc:spChg>
        </pc:sldLayoutChg>
        <pc:sldLayoutChg chg="modSp">
          <pc:chgData name="YIP Pak Kei" userId="84071794-bab4-4b42-9f59-0a1beb5d37e7" providerId="ADAL" clId="{327E37EB-F7D8-42A2-B640-10DB968EB23A}" dt="2025-09-26T13:18:33.605" v="962"/>
          <pc:sldLayoutMkLst>
            <pc:docMk/>
            <pc:sldMasterMk cId="1788353970" sldId="2147483648"/>
            <pc:sldLayoutMk cId="966900225" sldId="2147483670"/>
          </pc:sldLayoutMkLst>
          <pc:spChg chg="mod">
            <ac:chgData name="YIP Pak Kei" userId="84071794-bab4-4b42-9f59-0a1beb5d37e7" providerId="ADAL" clId="{327E37EB-F7D8-42A2-B640-10DB968EB23A}" dt="2025-09-26T13:18:33.605" v="962"/>
            <ac:spMkLst>
              <pc:docMk/>
              <pc:sldMasterMk cId="1788353970" sldId="2147483648"/>
              <pc:sldLayoutMk cId="966900225" sldId="2147483670"/>
              <ac:spMk id="2" creationId="{2653694F-11E9-3CF0-DCDE-FC7C6FAF569D}"/>
            </ac:spMkLst>
          </pc:spChg>
          <pc:spChg chg="mod">
            <ac:chgData name="YIP Pak Kei" userId="84071794-bab4-4b42-9f59-0a1beb5d37e7" providerId="ADAL" clId="{327E37EB-F7D8-42A2-B640-10DB968EB23A}" dt="2025-09-26T13:18:33.605" v="962"/>
            <ac:spMkLst>
              <pc:docMk/>
              <pc:sldMasterMk cId="1788353970" sldId="2147483648"/>
              <pc:sldLayoutMk cId="966900225" sldId="2147483670"/>
              <ac:spMk id="21" creationId="{20FBF32C-8DDB-F094-1C74-FDE91B64F981}"/>
            </ac:spMkLst>
          </pc:spChg>
          <pc:spChg chg="mod">
            <ac:chgData name="YIP Pak Kei" userId="84071794-bab4-4b42-9f59-0a1beb5d37e7" providerId="ADAL" clId="{327E37EB-F7D8-42A2-B640-10DB968EB23A}" dt="2025-09-26T13:18:33.605" v="962"/>
            <ac:spMkLst>
              <pc:docMk/>
              <pc:sldMasterMk cId="1788353970" sldId="2147483648"/>
              <pc:sldLayoutMk cId="966900225" sldId="2147483670"/>
              <ac:spMk id="22" creationId="{C5237567-8AEF-3966-7CED-5DA3ACD21E7B}"/>
            </ac:spMkLst>
          </pc:spChg>
          <pc:spChg chg="mod">
            <ac:chgData name="YIP Pak Kei" userId="84071794-bab4-4b42-9f59-0a1beb5d37e7" providerId="ADAL" clId="{327E37EB-F7D8-42A2-B640-10DB968EB23A}" dt="2025-09-26T13:18:33.605" v="962"/>
            <ac:spMkLst>
              <pc:docMk/>
              <pc:sldMasterMk cId="1788353970" sldId="2147483648"/>
              <pc:sldLayoutMk cId="966900225" sldId="2147483670"/>
              <ac:spMk id="23" creationId="{7137587B-C03C-671F-AED7-4B974605AF4F}"/>
            </ac:spMkLst>
          </pc:spChg>
          <pc:spChg chg="mod">
            <ac:chgData name="YIP Pak Kei" userId="84071794-bab4-4b42-9f59-0a1beb5d37e7" providerId="ADAL" clId="{327E37EB-F7D8-42A2-B640-10DB968EB23A}" dt="2025-09-26T13:18:33.605" v="962"/>
            <ac:spMkLst>
              <pc:docMk/>
              <pc:sldMasterMk cId="1788353970" sldId="2147483648"/>
              <pc:sldLayoutMk cId="966900225" sldId="2147483670"/>
              <ac:spMk id="24" creationId="{25D4A96A-10D9-D4AD-C775-61041F026BA1}"/>
            </ac:spMkLst>
          </pc:spChg>
          <pc:spChg chg="mod">
            <ac:chgData name="YIP Pak Kei" userId="84071794-bab4-4b42-9f59-0a1beb5d37e7" providerId="ADAL" clId="{327E37EB-F7D8-42A2-B640-10DB968EB23A}" dt="2025-09-26T13:18:33.605" v="962"/>
            <ac:spMkLst>
              <pc:docMk/>
              <pc:sldMasterMk cId="1788353970" sldId="2147483648"/>
              <pc:sldLayoutMk cId="966900225" sldId="2147483670"/>
              <ac:spMk id="25" creationId="{81308FE1-98CC-9FD0-5CF1-5A8E61C5BA93}"/>
            </ac:spMkLst>
          </pc:spChg>
          <pc:spChg chg="mod">
            <ac:chgData name="YIP Pak Kei" userId="84071794-bab4-4b42-9f59-0a1beb5d37e7" providerId="ADAL" clId="{327E37EB-F7D8-42A2-B640-10DB968EB23A}" dt="2025-09-26T13:18:33.605" v="962"/>
            <ac:spMkLst>
              <pc:docMk/>
              <pc:sldMasterMk cId="1788353970" sldId="2147483648"/>
              <pc:sldLayoutMk cId="966900225" sldId="2147483670"/>
              <ac:spMk id="26" creationId="{B6FB197B-711E-A949-62E5-216CBC83FFBC}"/>
            </ac:spMkLst>
          </pc:spChg>
          <pc:spChg chg="mod">
            <ac:chgData name="YIP Pak Kei" userId="84071794-bab4-4b42-9f59-0a1beb5d37e7" providerId="ADAL" clId="{327E37EB-F7D8-42A2-B640-10DB968EB23A}" dt="2025-09-26T13:18:33.605" v="962"/>
            <ac:spMkLst>
              <pc:docMk/>
              <pc:sldMasterMk cId="1788353970" sldId="2147483648"/>
              <pc:sldLayoutMk cId="966900225" sldId="2147483670"/>
              <ac:spMk id="51" creationId="{100A0D9B-ADC5-C41B-130F-1EA1EDE9F2E2}"/>
            </ac:spMkLst>
          </pc:spChg>
          <pc:spChg chg="mod">
            <ac:chgData name="YIP Pak Kei" userId="84071794-bab4-4b42-9f59-0a1beb5d37e7" providerId="ADAL" clId="{327E37EB-F7D8-42A2-B640-10DB968EB23A}" dt="2025-09-26T13:18:33.605" v="962"/>
            <ac:spMkLst>
              <pc:docMk/>
              <pc:sldMasterMk cId="1788353970" sldId="2147483648"/>
              <pc:sldLayoutMk cId="966900225" sldId="2147483670"/>
              <ac:spMk id="52" creationId="{C0111168-089D-E125-6CBB-0B288CE8D5B0}"/>
            </ac:spMkLst>
          </pc:spChg>
          <pc:spChg chg="mod">
            <ac:chgData name="YIP Pak Kei" userId="84071794-bab4-4b42-9f59-0a1beb5d37e7" providerId="ADAL" clId="{327E37EB-F7D8-42A2-B640-10DB968EB23A}" dt="2025-09-26T13:18:33.605" v="962"/>
            <ac:spMkLst>
              <pc:docMk/>
              <pc:sldMasterMk cId="1788353970" sldId="2147483648"/>
              <pc:sldLayoutMk cId="966900225" sldId="2147483670"/>
              <ac:spMk id="55" creationId="{76A5CBAC-0099-3E8F-E44D-7B999D707964}"/>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Series 3</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accent3">
                        <a:lumMod val="25000"/>
                      </a:schemeClr>
                    </a:solidFill>
                    <a:latin typeface="Segoe UI Light" panose="020B0502040204020203" pitchFamily="34" charset="0"/>
                    <a:ea typeface="+mn-ea"/>
                    <a:cs typeface="Segoe UI Light"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Q4</c:v>
                </c:pt>
                <c:pt idx="1">
                  <c:v>Q3</c:v>
                </c:pt>
                <c:pt idx="2">
                  <c:v>Q2</c:v>
                </c:pt>
                <c:pt idx="3">
                  <c:v>Q1</c:v>
                </c:pt>
              </c:strCache>
            </c:strRef>
          </c:cat>
          <c:val>
            <c:numRef>
              <c:f>Sheet1!$B$2:$B$5</c:f>
              <c:numCache>
                <c:formatCode>_(* #,##0.0_);_(* \(#,##0.0\);_(* "-"??_);_(@_)</c:formatCode>
                <c:ptCount val="4"/>
                <c:pt idx="0">
                  <c:v>4.5</c:v>
                </c:pt>
                <c:pt idx="1">
                  <c:v>3.5</c:v>
                </c:pt>
                <c:pt idx="2">
                  <c:v>2.5</c:v>
                </c:pt>
                <c:pt idx="3">
                  <c:v>4.3</c:v>
                </c:pt>
              </c:numCache>
            </c:numRef>
          </c:val>
          <c:extLst>
            <c:ext xmlns:c16="http://schemas.microsoft.com/office/drawing/2014/chart" uri="{C3380CC4-5D6E-409C-BE32-E72D297353CC}">
              <c16:uniqueId val="{00000000-448A-482A-987B-70234277E2E8}"/>
            </c:ext>
          </c:extLst>
        </c:ser>
        <c:ser>
          <c:idx val="1"/>
          <c:order val="1"/>
          <c:tx>
            <c:strRef>
              <c:f>Sheet1!$C$1</c:f>
              <c:strCache>
                <c:ptCount val="1"/>
                <c:pt idx="0">
                  <c:v>Series 2</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accent3">
                        <a:lumMod val="25000"/>
                      </a:schemeClr>
                    </a:solidFill>
                    <a:latin typeface="Segoe UI Light" panose="020B0502040204020203" pitchFamily="34" charset="0"/>
                    <a:ea typeface="+mn-ea"/>
                    <a:cs typeface="Segoe UI Light"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Q4</c:v>
                </c:pt>
                <c:pt idx="1">
                  <c:v>Q3</c:v>
                </c:pt>
                <c:pt idx="2">
                  <c:v>Q2</c:v>
                </c:pt>
                <c:pt idx="3">
                  <c:v>Q1</c:v>
                </c:pt>
              </c:strCache>
            </c:strRef>
          </c:cat>
          <c:val>
            <c:numRef>
              <c:f>Sheet1!$C$2:$C$5</c:f>
              <c:numCache>
                <c:formatCode>_(* #,##0.0_);_(* \(#,##0.0\);_(* "-"??_);_(@_)</c:formatCode>
                <c:ptCount val="4"/>
                <c:pt idx="0">
                  <c:v>2.8</c:v>
                </c:pt>
                <c:pt idx="1">
                  <c:v>1.8</c:v>
                </c:pt>
                <c:pt idx="2">
                  <c:v>4.4000000000000004</c:v>
                </c:pt>
                <c:pt idx="3">
                  <c:v>2.4</c:v>
                </c:pt>
              </c:numCache>
            </c:numRef>
          </c:val>
          <c:extLst>
            <c:ext xmlns:c16="http://schemas.microsoft.com/office/drawing/2014/chart" uri="{C3380CC4-5D6E-409C-BE32-E72D297353CC}">
              <c16:uniqueId val="{00000001-448A-482A-987B-70234277E2E8}"/>
            </c:ext>
          </c:extLst>
        </c:ser>
        <c:ser>
          <c:idx val="2"/>
          <c:order val="2"/>
          <c:tx>
            <c:strRef>
              <c:f>Sheet1!$D$1</c:f>
              <c:strCache>
                <c:ptCount val="1"/>
                <c:pt idx="0">
                  <c:v>Series 1</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accent3">
                        <a:lumMod val="25000"/>
                      </a:schemeClr>
                    </a:solidFill>
                    <a:latin typeface="Segoe UI Light" panose="020B0502040204020203" pitchFamily="34" charset="0"/>
                    <a:ea typeface="+mn-ea"/>
                    <a:cs typeface="Segoe UI Light"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Q4</c:v>
                </c:pt>
                <c:pt idx="1">
                  <c:v>Q3</c:v>
                </c:pt>
                <c:pt idx="2">
                  <c:v>Q2</c:v>
                </c:pt>
                <c:pt idx="3">
                  <c:v>Q1</c:v>
                </c:pt>
              </c:strCache>
            </c:strRef>
          </c:cat>
          <c:val>
            <c:numRef>
              <c:f>Sheet1!$D$2:$D$5</c:f>
              <c:numCache>
                <c:formatCode>_(* #,##0.0_);_(* \(#,##0.0\);_(* "-"??_);_(@_)</c:formatCode>
                <c:ptCount val="4"/>
                <c:pt idx="0">
                  <c:v>5</c:v>
                </c:pt>
                <c:pt idx="1">
                  <c:v>3</c:v>
                </c:pt>
                <c:pt idx="2">
                  <c:v>2</c:v>
                </c:pt>
                <c:pt idx="3">
                  <c:v>2</c:v>
                </c:pt>
              </c:numCache>
            </c:numRef>
          </c:val>
          <c:extLst>
            <c:ext xmlns:c16="http://schemas.microsoft.com/office/drawing/2014/chart" uri="{C3380CC4-5D6E-409C-BE32-E72D297353CC}">
              <c16:uniqueId val="{00000002-448A-482A-987B-70234277E2E8}"/>
            </c:ext>
          </c:extLst>
        </c:ser>
        <c:dLbls>
          <c:showLegendKey val="0"/>
          <c:showVal val="1"/>
          <c:showCatName val="0"/>
          <c:showSerName val="0"/>
          <c:showPercent val="0"/>
          <c:showBubbleSize val="0"/>
        </c:dLbls>
        <c:gapWidth val="326"/>
        <c:overlap val="100"/>
        <c:axId val="1111705064"/>
        <c:axId val="1111706704"/>
      </c:barChart>
      <c:catAx>
        <c:axId val="1111705064"/>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bg1"/>
                </a:solidFill>
                <a:latin typeface="Segoe UI Light" panose="020B0502040204020203" pitchFamily="34" charset="0"/>
                <a:ea typeface="+mn-ea"/>
                <a:cs typeface="Segoe UI Light" panose="020B0502040204020203" pitchFamily="34" charset="0"/>
              </a:defRPr>
            </a:pPr>
            <a:endParaRPr lang="en-US"/>
          </a:p>
        </c:txPr>
        <c:crossAx val="1111706704"/>
        <c:crosses val="autoZero"/>
        <c:auto val="1"/>
        <c:lblAlgn val="ctr"/>
        <c:lblOffset val="100"/>
        <c:noMultiLvlLbl val="0"/>
      </c:catAx>
      <c:valAx>
        <c:axId val="1111706704"/>
        <c:scaling>
          <c:orientation val="minMax"/>
        </c:scaling>
        <c:delete val="0"/>
        <c:axPos val="b"/>
        <c:majorGridlines>
          <c:spPr>
            <a:ln w="9525" cap="flat" cmpd="sng" algn="ctr">
              <a:gradFill>
                <a:gsLst>
                  <a:gs pos="99000">
                    <a:schemeClr val="tx1">
                      <a:lumMod val="25000"/>
                      <a:lumOff val="75000"/>
                    </a:schemeClr>
                  </a:gs>
                  <a:gs pos="0">
                    <a:schemeClr val="tx1">
                      <a:lumMod val="15000"/>
                      <a:lumOff val="85000"/>
                    </a:schemeClr>
                  </a:gs>
                </a:gsLst>
                <a:lin ang="5400000" scaled="0"/>
              </a:gradFill>
              <a:round/>
            </a:ln>
            <a:effectLst/>
          </c:spPr>
        </c:majorGridlines>
        <c:numFmt formatCode="_(* #,##0.0_);_(* \(#,##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Segoe UI Light" panose="020B0502040204020203" pitchFamily="34" charset="0"/>
                <a:ea typeface="+mn-ea"/>
                <a:cs typeface="Segoe UI Light" panose="020B0502040204020203" pitchFamily="34" charset="0"/>
              </a:defRPr>
            </a:pPr>
            <a:endParaRPr lang="en-US"/>
          </a:p>
        </c:txPr>
        <c:crossAx val="11117050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Segoe UI Light" panose="020B0502040204020203" pitchFamily="34" charset="0"/>
              <a:ea typeface="+mn-ea"/>
              <a:cs typeface="Segoe UI Light"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0" i="0">
          <a:solidFill>
            <a:schemeClr val="bg1"/>
          </a:solidFill>
          <a:latin typeface="Segoe UI Light" panose="020B0502040204020203" pitchFamily="34" charset="0"/>
          <a:cs typeface="Segoe UI Light" panose="020B0502040204020203"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9/26/2025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4"/>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7"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3"/>
            <a:ext cx="12218983"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41"/>
            <a:ext cx="12218983"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ltLang="zh-HK"/>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zh-HK"/>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1" y="1163359"/>
            <a:ext cx="6858000" cy="4531279"/>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2"/>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81" y="1582291"/>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ltLang="zh-HK"/>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63">
              <a:lnSpc>
                <a:spcPct val="150000"/>
              </a:lnSpc>
              <a:defRPr sz="2400"/>
            </a:lvl1pPr>
            <a:lvl2pPr>
              <a:defRPr sz="2000"/>
            </a:lvl2pPr>
            <a:lvl3pPr>
              <a:defRPr sz="1800"/>
            </a:lvl3pPr>
            <a:lvl4pPr>
              <a:defRPr sz="1600"/>
            </a:lvl4pPr>
            <a:lvl5pPr>
              <a:defRPr sz="1600"/>
            </a:lvl5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2"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4"/>
            <a:ext cx="2674795"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6"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ltLang="zh-HK"/>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zh-HK"/>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5"/>
            <a:ext cx="2769195"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4"/>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ltLang="zh-HK"/>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zh-HK"/>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2" y="5019503"/>
            <a:ext cx="9676771"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5"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7"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3"/>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2"/>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ltLang="zh-HK"/>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5" y="5650994"/>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1"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2"/>
            <a:ext cx="12218983"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1"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80"/>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1"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1" y="7399"/>
            <a:ext cx="4758727"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ltLang="zh-HK"/>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zh-HK"/>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ltLang="zh-HK"/>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ltLang="zh-HK"/>
              <a:t>Click to edit Master title style</a:t>
            </a:r>
            <a:endParaRPr lang="en-US"/>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40"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ltLang="zh-HK"/>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ltLang="zh-HK"/>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ltLang="zh-HK"/>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1"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ltLang="zh-HK"/>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ltLang="zh-HK"/>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ltLang="zh-HK"/>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ltLang="zh-HK"/>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1"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ltLang="zh-HK"/>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7"/>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ltLang="zh-HK"/>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ltLang="zh-HK"/>
              <a:t>Click to edit Master title style</a:t>
            </a:r>
            <a:endParaRPr lang="en-US"/>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8"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9"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9"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4"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6" y="2715966"/>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9" y="2721006"/>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8" y="2716979"/>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7" y="2726017"/>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21" y="2718522"/>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5"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3"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7"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ltLang="zh-HK"/>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ltLang="zh-HK"/>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ltLang="zh-HK"/>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ltLang="zh-HK"/>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ltLang="zh-HK"/>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ltLang="zh-HK"/>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ltLang="zh-HK"/>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ltLang="zh-HK"/>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ltLang="zh-HK"/>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ltLang="zh-HK"/>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ltLang="zh-HK"/>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ltLang="zh-HK"/>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ltLang="zh-HK"/>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ltLang="zh-HK"/>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ltLang="zh-HK"/>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ltLang="zh-HK"/>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ltLang="zh-HK"/>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ltLang="zh-HK"/>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ltLang="zh-HK"/>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ltLang="zh-HK"/>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3"/>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2" y="2543132"/>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ltLang="zh-HK"/>
              <a:t>Click to edit Master title style</a:t>
            </a:r>
            <a:endParaRPr lang="en-US"/>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ltLang="zh-HK"/>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594" indent="-228594">
              <a:defRPr sz="1800"/>
            </a:lvl1pPr>
            <a:lvl2pPr indent="-228594">
              <a:defRPr sz="1600"/>
            </a:lvl2pPr>
            <a:lvl3pPr indent="-228594">
              <a:defRPr sz="1400"/>
            </a:lvl3pPr>
            <a:lvl4pPr indent="-228594">
              <a:defRPr sz="1200"/>
            </a:lvl4pPr>
            <a:lvl5pPr indent="-228594">
              <a:defRPr sz="1200"/>
            </a:lvl5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ltLang="zh-HK"/>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594" indent="-228594">
              <a:defRPr sz="1800"/>
            </a:lvl1pPr>
            <a:lvl2pPr indent="-228594">
              <a:defRPr sz="1600"/>
            </a:lvl2pPr>
            <a:lvl3pPr indent="-228594">
              <a:defRPr sz="1400"/>
            </a:lvl3pPr>
            <a:lvl4pPr indent="-228594">
              <a:defRPr sz="1200"/>
            </a:lvl4pPr>
            <a:lvl5pPr indent="-228594">
              <a:defRPr sz="1200"/>
            </a:lvl5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7"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8" y="7664"/>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3"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8" y="2730131"/>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ltLang="zh-HK"/>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ltLang="zh-HK"/>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594" indent="-228594">
              <a:defRPr sz="1800"/>
            </a:lvl1pPr>
            <a:lvl2pPr indent="-228594">
              <a:defRPr sz="1600"/>
            </a:lvl2pPr>
            <a:lvl3pPr indent="-228594">
              <a:defRPr sz="1400"/>
            </a:lvl3pPr>
            <a:lvl4pPr indent="-228594">
              <a:defRPr sz="1200"/>
            </a:lvl4pPr>
            <a:lvl5pPr indent="-228594">
              <a:defRPr sz="1200"/>
            </a:lvl5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ltLang="zh-HK"/>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594" indent="-228594">
              <a:defRPr sz="1800"/>
            </a:lvl1pPr>
            <a:lvl2pPr indent="-228594">
              <a:defRPr sz="1600"/>
            </a:lvl2pPr>
            <a:lvl3pPr indent="-228594">
              <a:defRPr sz="1400"/>
            </a:lvl3pPr>
            <a:lvl4pPr indent="-228594">
              <a:defRPr sz="1200"/>
            </a:lvl4pPr>
            <a:lvl5pPr indent="-228594">
              <a:defRPr sz="1200"/>
            </a:lvl5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1"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ltLang="zh-HK"/>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594" indent="-228594">
              <a:defRPr sz="1800"/>
            </a:lvl1pPr>
            <a:lvl2pPr indent="-228594">
              <a:defRPr sz="1600"/>
            </a:lvl2pPr>
            <a:lvl3pPr indent="-228594">
              <a:defRPr sz="1400"/>
            </a:lvl3pPr>
            <a:lvl4pPr indent="-228594">
              <a:defRPr sz="1200"/>
            </a:lvl4pPr>
            <a:lvl5pPr indent="-228594">
              <a:defRPr sz="1200"/>
            </a:lvl5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ltLang="zh-HK"/>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8" y="2349816"/>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8" y="2349816"/>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8" y="2349816"/>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3" y="2349816"/>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ltLang="zh-HK"/>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ltLang="zh-HK"/>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ltLang="zh-HK"/>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ltLang="zh-HK"/>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ltLang="zh-HK"/>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ltLang="zh-HK"/>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ltLang="zh-HK"/>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ltLang="zh-HK"/>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ltLang="zh-HK"/>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9" y="4055524"/>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2" y="1853645"/>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7" y="4055277"/>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1" y="4066157"/>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2" y="4056368"/>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30" y="1861864"/>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7" y="1855812"/>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5" y="1846022"/>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ltLang="zh-HK"/>
              <a:t>Click to edit Master title style</a:t>
            </a:r>
            <a:endParaRPr lang="en-US"/>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3"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ltLang="zh-HK"/>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3" y="3447288"/>
            <a:ext cx="2286000" cy="265176"/>
          </a:xfrm>
        </p:spPr>
        <p:txBody>
          <a:bodyPr anchor="ctr"/>
          <a:lstStyle>
            <a:lvl1pPr marL="0" indent="0" algn="ctr">
              <a:lnSpc>
                <a:spcPct val="100000"/>
              </a:lnSpc>
              <a:spcBef>
                <a:spcPts val="0"/>
              </a:spcBef>
              <a:buNone/>
              <a:defRPr sz="1400" spc="20" baseline="0"/>
            </a:lvl1pPr>
          </a:lstStyle>
          <a:p>
            <a:pPr lvl="0"/>
            <a:r>
              <a:rPr lang="en-US" altLang="zh-HK"/>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ltLang="zh-HK"/>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ltLang="zh-HK"/>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3"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ltLang="zh-HK"/>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3" y="3447288"/>
            <a:ext cx="2286000" cy="265176"/>
          </a:xfrm>
        </p:spPr>
        <p:txBody>
          <a:bodyPr anchor="ctr"/>
          <a:lstStyle>
            <a:lvl1pPr marL="0" indent="0" algn="ctr">
              <a:lnSpc>
                <a:spcPct val="100000"/>
              </a:lnSpc>
              <a:spcBef>
                <a:spcPts val="0"/>
              </a:spcBef>
              <a:buNone/>
              <a:defRPr sz="1400" spc="20" baseline="0"/>
            </a:lvl1pPr>
          </a:lstStyle>
          <a:p>
            <a:pPr lvl="0"/>
            <a:r>
              <a:rPr lang="en-US" altLang="zh-HK"/>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ltLang="zh-HK"/>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ltLang="zh-HK"/>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1" y="1935987"/>
            <a:ext cx="1051560" cy="1051560"/>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3" y="1935987"/>
            <a:ext cx="1051560" cy="1051560"/>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3" y="4145489"/>
            <a:ext cx="1051560" cy="1051560"/>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3" y="4145242"/>
            <a:ext cx="1051560" cy="1051560"/>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ltLang="zh-HK"/>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3"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ltLang="zh-HK"/>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3" y="5678424"/>
            <a:ext cx="2286000" cy="265176"/>
          </a:xfrm>
        </p:spPr>
        <p:txBody>
          <a:bodyPr anchor="ctr"/>
          <a:lstStyle>
            <a:lvl1pPr marL="0" indent="0" algn="ctr">
              <a:lnSpc>
                <a:spcPct val="100000"/>
              </a:lnSpc>
              <a:spcBef>
                <a:spcPts val="0"/>
              </a:spcBef>
              <a:buNone/>
              <a:defRPr sz="1400" spc="20" baseline="0"/>
            </a:lvl1pPr>
          </a:lstStyle>
          <a:p>
            <a:pPr lvl="0"/>
            <a:r>
              <a:rPr lang="en-US" altLang="zh-HK"/>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ltLang="zh-HK"/>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ltLang="zh-HK"/>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3"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ltLang="zh-HK"/>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3" y="5678424"/>
            <a:ext cx="2286000" cy="265176"/>
          </a:xfrm>
        </p:spPr>
        <p:txBody>
          <a:bodyPr anchor="ctr"/>
          <a:lstStyle>
            <a:lvl1pPr marL="0" indent="0" algn="ctr">
              <a:lnSpc>
                <a:spcPct val="100000"/>
              </a:lnSpc>
              <a:spcBef>
                <a:spcPts val="0"/>
              </a:spcBef>
              <a:buNone/>
              <a:defRPr sz="1400" spc="20" baseline="0"/>
            </a:lvl1pPr>
          </a:lstStyle>
          <a:p>
            <a:pPr lvl="0"/>
            <a:r>
              <a:rPr lang="en-US" altLang="zh-HK"/>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ltLang="zh-HK"/>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ltLang="zh-HK"/>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1" y="3079991"/>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5"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5"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ltLang="zh-HK"/>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zh-HK"/>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4"/>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2"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3"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800"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ltLang="zh-HK"/>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ltLang="zh-HK"/>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71"/>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6"/>
            <a:ext cx="6858000" cy="4953951"/>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1" y="1513892"/>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7"/>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ltLang="zh-HK"/>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ltLang="zh-HK"/>
              <a:t>Click to edit Master title style</a:t>
            </a:r>
            <a:endParaRPr lang="en-US"/>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ltLang="zh-HK"/>
              <a:t>Click to edit Master title style</a:t>
            </a:r>
            <a:endParaRPr lang="en-US"/>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ltLang="zh-HK"/>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ltLang="zh-HK"/>
              <a:t>Click to edit Master title style</a:t>
            </a:r>
            <a:endParaRPr lang="en-US"/>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ltLang="zh-HK"/>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ltLang="zh-HK"/>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ltLang="zh-HK"/>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1"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377"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594" indent="-347463" algn="l" defTabSz="914377"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783" indent="-347463" algn="l" defTabSz="914377"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2971" indent="-347463" algn="l" defTabSz="914377"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160" indent="-347463" algn="l" defTabSz="914377"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349" indent="-347463" algn="l" defTabSz="914377"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9.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svg"/><Relationship Id="rId7"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dirty="0"/>
              <a:t>Loan Risk Data Pipeline (Bronze → Silver → Gold)</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dirty="0"/>
              <a:t>CS611 Assignment 1: Data Processing </a:t>
            </a:r>
            <a:r>
              <a:rPr lang="en-US" dirty="0" err="1"/>
              <a:t>Piplelines</a:t>
            </a:r>
            <a:endParaRPr lang="en-US" dirty="0"/>
          </a:p>
          <a:p>
            <a:r>
              <a:rPr lang="en-US" dirty="0"/>
              <a:t>Yip Pak Kei</a:t>
            </a:r>
          </a:p>
          <a:p>
            <a:r>
              <a:rPr lang="en-US" dirty="0"/>
              <a:t>October 2026</a:t>
            </a:r>
          </a:p>
          <a:p>
            <a:endParaRPr lang="en-US" dirty="0"/>
          </a:p>
          <a:p>
            <a:endParaRPr lang="en-US" dirty="0"/>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73D4-535B-6DCC-2268-43A5E9E12C45}"/>
              </a:ext>
            </a:extLst>
          </p:cNvPr>
          <p:cNvSpPr>
            <a:spLocks noGrp="1"/>
          </p:cNvSpPr>
          <p:nvPr>
            <p:ph type="title"/>
          </p:nvPr>
        </p:nvSpPr>
        <p:spPr>
          <a:xfrm>
            <a:off x="2355831" y="822960"/>
            <a:ext cx="8878824" cy="1069848"/>
          </a:xfrm>
        </p:spPr>
        <p:txBody>
          <a:bodyPr/>
          <a:lstStyle/>
          <a:p>
            <a:r>
              <a:rPr lang="en-US" dirty="0"/>
              <a:t>Why Build This Pipeline?</a:t>
            </a:r>
          </a:p>
        </p:txBody>
      </p:sp>
      <p:sp>
        <p:nvSpPr>
          <p:cNvPr id="3" name="Text Placeholder 2">
            <a:extLst>
              <a:ext uri="{FF2B5EF4-FFF2-40B4-BE49-F238E27FC236}">
                <a16:creationId xmlns:a16="http://schemas.microsoft.com/office/drawing/2014/main" id="{5830852F-3FB7-6D2E-F6AC-1F6B9CAD2158}"/>
              </a:ext>
            </a:extLst>
          </p:cNvPr>
          <p:cNvSpPr>
            <a:spLocks noGrp="1"/>
          </p:cNvSpPr>
          <p:nvPr>
            <p:ph type="body" idx="1"/>
          </p:nvPr>
        </p:nvSpPr>
        <p:spPr/>
        <p:txBody>
          <a:bodyPr/>
          <a:lstStyle/>
          <a:p>
            <a:r>
              <a:rPr lang="en-US" dirty="0"/>
              <a:t>Business Problem</a:t>
            </a:r>
          </a:p>
          <a:p>
            <a:endParaRPr lang="en-US" dirty="0"/>
          </a:p>
        </p:txBody>
      </p:sp>
      <p:sp>
        <p:nvSpPr>
          <p:cNvPr id="10" name="Content Placeholder 9">
            <a:extLst>
              <a:ext uri="{FF2B5EF4-FFF2-40B4-BE49-F238E27FC236}">
                <a16:creationId xmlns:a16="http://schemas.microsoft.com/office/drawing/2014/main" id="{E135D3F1-0C33-3404-5D49-E70C9D100F2A}"/>
              </a:ext>
            </a:extLst>
          </p:cNvPr>
          <p:cNvSpPr>
            <a:spLocks noGrp="1"/>
          </p:cNvSpPr>
          <p:nvPr>
            <p:ph sz="half" idx="2"/>
          </p:nvPr>
        </p:nvSpPr>
        <p:spPr/>
        <p:txBody>
          <a:bodyPr/>
          <a:lstStyle/>
          <a:p>
            <a:r>
              <a:rPr lang="en-US" dirty="0"/>
              <a:t>The bank issues cash loans.</a:t>
            </a:r>
          </a:p>
          <a:p>
            <a:r>
              <a:rPr lang="en-US" dirty="0"/>
              <a:t>Need to predict loan default risk at the point of application.</a:t>
            </a:r>
          </a:p>
          <a:p>
            <a:r>
              <a:rPr lang="en-US" dirty="0"/>
              <a:t>Why?</a:t>
            </a:r>
          </a:p>
          <a:p>
            <a:pPr lvl="1"/>
            <a:r>
              <a:rPr lang="en-US" dirty="0"/>
              <a:t>Reduce credit losses.</a:t>
            </a:r>
          </a:p>
          <a:p>
            <a:pPr lvl="1"/>
            <a:r>
              <a:rPr lang="en-US" dirty="0"/>
              <a:t>Support responsible lending.</a:t>
            </a:r>
          </a:p>
          <a:p>
            <a:pPr lvl="1"/>
            <a:r>
              <a:rPr lang="en-US" dirty="0"/>
              <a:t>Improve regulatory compliance.</a:t>
            </a:r>
          </a:p>
          <a:p>
            <a:endParaRPr lang="en-US" dirty="0"/>
          </a:p>
        </p:txBody>
      </p:sp>
      <p:sp>
        <p:nvSpPr>
          <p:cNvPr id="5" name="Text Placeholder 4">
            <a:extLst>
              <a:ext uri="{FF2B5EF4-FFF2-40B4-BE49-F238E27FC236}">
                <a16:creationId xmlns:a16="http://schemas.microsoft.com/office/drawing/2014/main" id="{BE5F7BD8-DA37-58AB-1F45-D0F045DF4B7B}"/>
              </a:ext>
            </a:extLst>
          </p:cNvPr>
          <p:cNvSpPr>
            <a:spLocks noGrp="1"/>
          </p:cNvSpPr>
          <p:nvPr>
            <p:ph type="body" sz="quarter" idx="3"/>
          </p:nvPr>
        </p:nvSpPr>
        <p:spPr/>
        <p:txBody>
          <a:bodyPr/>
          <a:lstStyle/>
          <a:p>
            <a:r>
              <a:rPr lang="en-US" dirty="0"/>
              <a:t>Technical Objective</a:t>
            </a:r>
          </a:p>
        </p:txBody>
      </p:sp>
      <p:sp>
        <p:nvSpPr>
          <p:cNvPr id="11" name="Content Placeholder 10">
            <a:extLst>
              <a:ext uri="{FF2B5EF4-FFF2-40B4-BE49-F238E27FC236}">
                <a16:creationId xmlns:a16="http://schemas.microsoft.com/office/drawing/2014/main" id="{724F2AAC-B18D-1D49-15F1-2D69101664AA}"/>
              </a:ext>
            </a:extLst>
          </p:cNvPr>
          <p:cNvSpPr>
            <a:spLocks noGrp="1"/>
          </p:cNvSpPr>
          <p:nvPr>
            <p:ph sz="quarter" idx="4"/>
          </p:nvPr>
        </p:nvSpPr>
        <p:spPr>
          <a:xfrm>
            <a:off x="4754881" y="2743200"/>
            <a:ext cx="5241175" cy="2578608"/>
          </a:xfrm>
        </p:spPr>
        <p:txBody>
          <a:bodyPr/>
          <a:lstStyle/>
          <a:p>
            <a:pPr>
              <a:defRPr sz="1800"/>
            </a:pPr>
            <a:r>
              <a:rPr lang="en-US" altLang="zh-HK" dirty="0"/>
              <a:t>Build a structured, reproducible and auditable data pipeline following medallion architecture.</a:t>
            </a:r>
          </a:p>
          <a:p>
            <a:pPr>
              <a:defRPr sz="1800"/>
            </a:pPr>
            <a:r>
              <a:rPr lang="en-US" altLang="zh-HK" dirty="0"/>
              <a:t>Outputs:</a:t>
            </a:r>
          </a:p>
          <a:p>
            <a:pPr lvl="1">
              <a:defRPr sz="1800"/>
            </a:pPr>
            <a:r>
              <a:rPr lang="en-US" altLang="zh-HK" dirty="0"/>
              <a:t>Feature Store (Gold): model-ready features.</a:t>
            </a:r>
          </a:p>
          <a:p>
            <a:pPr lvl="1">
              <a:defRPr sz="1800"/>
            </a:pPr>
            <a:r>
              <a:rPr lang="en-US" altLang="zh-HK" dirty="0"/>
              <a:t>Label Store (Gold): default labels</a:t>
            </a:r>
          </a:p>
          <a:p>
            <a:pPr>
              <a:defRPr sz="1800"/>
            </a:pPr>
            <a:r>
              <a:rPr lang="en-US" altLang="zh-HK" dirty="0"/>
              <a:t>Ensure:</a:t>
            </a:r>
          </a:p>
          <a:p>
            <a:pPr lvl="1">
              <a:defRPr sz="1800"/>
            </a:pPr>
            <a:r>
              <a:rPr lang="en-US" altLang="zh-HK" dirty="0"/>
              <a:t>Clean, consistent data</a:t>
            </a:r>
          </a:p>
          <a:p>
            <a:pPr lvl="1">
              <a:defRPr sz="1800"/>
            </a:pPr>
            <a:r>
              <a:rPr lang="en-US" altLang="zh-HK" dirty="0"/>
              <a:t>Scalable for future loan risk ML models</a:t>
            </a:r>
          </a:p>
          <a:p>
            <a:pPr lvl="1">
              <a:defRPr sz="1800"/>
            </a:pPr>
            <a:r>
              <a:rPr lang="en-US" altLang="zh-HK" dirty="0"/>
              <a:t>Traceable from raw to Model.</a:t>
            </a:r>
          </a:p>
          <a:p>
            <a:endParaRPr lang="en-US" dirty="0"/>
          </a:p>
          <a:p>
            <a:endParaRPr lang="en-US" dirty="0"/>
          </a:p>
        </p:txBody>
      </p:sp>
      <p:sp>
        <p:nvSpPr>
          <p:cNvPr id="6" name="Slide Number Placeholder 5">
            <a:extLst>
              <a:ext uri="{FF2B5EF4-FFF2-40B4-BE49-F238E27FC236}">
                <a16:creationId xmlns:a16="http://schemas.microsoft.com/office/drawing/2014/main" id="{6459FCA3-0124-0FA6-220B-D72E8F8034C8}"/>
              </a:ext>
            </a:extLst>
          </p:cNvPr>
          <p:cNvSpPr>
            <a:spLocks noGrp="1"/>
          </p:cNvSpPr>
          <p:nvPr>
            <p:ph type="sldNum" sz="quarter" idx="12"/>
          </p:nvPr>
        </p:nvSpPr>
        <p:spPr/>
        <p:txBody>
          <a:bodyPr/>
          <a:lstStyle/>
          <a:p>
            <a:fld id="{294A09A9-5501-47C1-A89A-A340965A2BE2}" type="slidenum">
              <a:rPr lang="en-US" smtClean="0"/>
              <a:t>2</a:t>
            </a:fld>
            <a:endParaRPr lang="en-US" dirty="0"/>
          </a:p>
        </p:txBody>
      </p:sp>
      <p:sp>
        <p:nvSpPr>
          <p:cNvPr id="4" name="Footer Placeholder 3">
            <a:extLst>
              <a:ext uri="{FF2B5EF4-FFF2-40B4-BE49-F238E27FC236}">
                <a16:creationId xmlns:a16="http://schemas.microsoft.com/office/drawing/2014/main" id="{A107ABA7-FC97-4D42-C4BC-897A88CF39AF}"/>
              </a:ext>
            </a:extLst>
          </p:cNvPr>
          <p:cNvSpPr>
            <a:spLocks noGrp="1"/>
          </p:cNvSpPr>
          <p:nvPr>
            <p:ph type="ftr" sz="quarter" idx="11"/>
          </p:nvPr>
        </p:nvSpPr>
        <p:spPr/>
        <p:txBody>
          <a:bodyPr/>
          <a:lstStyle/>
          <a:p>
            <a:r>
              <a:rPr lang="en-US" altLang="zh-HK" dirty="0"/>
              <a:t>Loan Risk Data Pipeline</a:t>
            </a:r>
            <a:endParaRPr lang="en-US" dirty="0"/>
          </a:p>
        </p:txBody>
      </p:sp>
      <p:pic>
        <p:nvPicPr>
          <p:cNvPr id="16" name="Graphic 15" descr="Target with solid fill">
            <a:extLst>
              <a:ext uri="{FF2B5EF4-FFF2-40B4-BE49-F238E27FC236}">
                <a16:creationId xmlns:a16="http://schemas.microsoft.com/office/drawing/2014/main" id="{C96E723F-5581-A138-C871-CF19669A1A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88918" y="1114321"/>
            <a:ext cx="914400" cy="914400"/>
          </a:xfrm>
          <a:prstGeom prst="rect">
            <a:avLst/>
          </a:prstGeom>
        </p:spPr>
      </p:pic>
    </p:spTree>
    <p:extLst>
      <p:ext uri="{BB962C8B-B14F-4D97-AF65-F5344CB8AC3E}">
        <p14:creationId xmlns:p14="http://schemas.microsoft.com/office/powerpoint/2010/main" val="1877080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a:extLst>
            <a:ext uri="{FF2B5EF4-FFF2-40B4-BE49-F238E27FC236}">
              <a16:creationId xmlns:a16="http://schemas.microsoft.com/office/drawing/2014/main" id="{9664A991-FA54-E99A-8E9C-AD254AD19CA8}"/>
            </a:ext>
          </a:extLst>
        </p:cNvPr>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86575217-11E2-0A22-5994-CE479FED1E8D}"/>
              </a:ext>
            </a:extLst>
          </p:cNvPr>
          <p:cNvSpPr>
            <a:spLocks/>
          </p:cNvSpPr>
          <p:nvPr/>
        </p:nvSpPr>
        <p:spPr>
          <a:xfrm>
            <a:off x="2109355" y="1932713"/>
            <a:ext cx="6556663" cy="2724912"/>
          </a:xfrm>
          <a:prstGeom prst="roundRect">
            <a:avLst>
              <a:gd name="adj" fmla="val 4827"/>
            </a:avLst>
          </a:prstGeom>
          <a:solidFill>
            <a:schemeClr val="bg1">
              <a:lumMod val="85000"/>
              <a:alpha val="1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HK" altLang="en-US" dirty="0"/>
          </a:p>
        </p:txBody>
      </p:sp>
      <p:sp>
        <p:nvSpPr>
          <p:cNvPr id="2" name="Title 1">
            <a:extLst>
              <a:ext uri="{FF2B5EF4-FFF2-40B4-BE49-F238E27FC236}">
                <a16:creationId xmlns:a16="http://schemas.microsoft.com/office/drawing/2014/main" id="{3303D0A8-13D2-09F3-219C-38156020085F}"/>
              </a:ext>
            </a:extLst>
          </p:cNvPr>
          <p:cNvSpPr>
            <a:spLocks noGrp="1"/>
          </p:cNvSpPr>
          <p:nvPr>
            <p:ph type="title"/>
          </p:nvPr>
        </p:nvSpPr>
        <p:spPr>
          <a:xfrm>
            <a:off x="1545336" y="22858"/>
            <a:ext cx="8878824" cy="1069848"/>
          </a:xfrm>
        </p:spPr>
        <p:txBody>
          <a:bodyPr/>
          <a:lstStyle/>
          <a:p>
            <a:r>
              <a:rPr lang="en-US" altLang="zh-HK" dirty="0"/>
              <a:t>Architecture Overview</a:t>
            </a:r>
            <a:endParaRPr lang="en-US" dirty="0"/>
          </a:p>
        </p:txBody>
      </p:sp>
      <p:sp>
        <p:nvSpPr>
          <p:cNvPr id="15" name="Text Placeholder 14">
            <a:extLst>
              <a:ext uri="{FF2B5EF4-FFF2-40B4-BE49-F238E27FC236}">
                <a16:creationId xmlns:a16="http://schemas.microsoft.com/office/drawing/2014/main" id="{92B8F584-2104-8F4B-AC30-4854E003473A}"/>
              </a:ext>
            </a:extLst>
          </p:cNvPr>
          <p:cNvSpPr>
            <a:spLocks noGrp="1"/>
          </p:cNvSpPr>
          <p:nvPr>
            <p:ph type="body" idx="1"/>
          </p:nvPr>
        </p:nvSpPr>
        <p:spPr>
          <a:xfrm>
            <a:off x="2974145" y="2501055"/>
            <a:ext cx="1112722" cy="493776"/>
          </a:xfrm>
        </p:spPr>
        <p:txBody>
          <a:bodyPr/>
          <a:lstStyle/>
          <a:p>
            <a:r>
              <a:rPr lang="en-US" altLang="zh-HK" sz="2000" b="0" dirty="0">
                <a:solidFill>
                  <a:srgbClr val="D0B74C"/>
                </a:solidFill>
              </a:rPr>
              <a:t>Bronze</a:t>
            </a:r>
            <a:endParaRPr lang="zh-HK" altLang="en-US" sz="2000" b="0" dirty="0">
              <a:solidFill>
                <a:srgbClr val="D0B74C"/>
              </a:solidFill>
            </a:endParaRPr>
          </a:p>
        </p:txBody>
      </p:sp>
      <p:sp>
        <p:nvSpPr>
          <p:cNvPr id="4" name="Content Placeholder 3">
            <a:extLst>
              <a:ext uri="{FF2B5EF4-FFF2-40B4-BE49-F238E27FC236}">
                <a16:creationId xmlns:a16="http://schemas.microsoft.com/office/drawing/2014/main" id="{BFCCF6EE-8682-36B1-ECCE-78913B4DAB8F}"/>
              </a:ext>
            </a:extLst>
          </p:cNvPr>
          <p:cNvSpPr>
            <a:spLocks noGrp="1"/>
          </p:cNvSpPr>
          <p:nvPr>
            <p:ph sz="half" idx="2"/>
          </p:nvPr>
        </p:nvSpPr>
        <p:spPr>
          <a:xfrm>
            <a:off x="2119453" y="5027221"/>
            <a:ext cx="2103417" cy="799440"/>
          </a:xfrm>
        </p:spPr>
        <p:txBody>
          <a:bodyPr/>
          <a:lstStyle/>
          <a:p>
            <a:pPr marL="0" indent="0">
              <a:buNone/>
            </a:pPr>
            <a:r>
              <a:rPr lang="en-US" altLang="zh-HK" sz="1600" dirty="0"/>
              <a:t>“Landing zone” for raw data, no schema needed.</a:t>
            </a:r>
            <a:endParaRPr lang="en-US" sz="1600" dirty="0"/>
          </a:p>
          <a:p>
            <a:endParaRPr lang="en-US" dirty="0"/>
          </a:p>
        </p:txBody>
      </p:sp>
      <p:sp>
        <p:nvSpPr>
          <p:cNvPr id="7" name="Footer Placeholder 6">
            <a:extLst>
              <a:ext uri="{FF2B5EF4-FFF2-40B4-BE49-F238E27FC236}">
                <a16:creationId xmlns:a16="http://schemas.microsoft.com/office/drawing/2014/main" id="{37959E25-9EED-7A2B-D2BE-C0D76B83E247}"/>
              </a:ext>
            </a:extLst>
          </p:cNvPr>
          <p:cNvSpPr>
            <a:spLocks noGrp="1"/>
          </p:cNvSpPr>
          <p:nvPr>
            <p:ph type="ftr" sz="quarter" idx="11"/>
          </p:nvPr>
        </p:nvSpPr>
        <p:spPr/>
        <p:txBody>
          <a:bodyPr/>
          <a:lstStyle/>
          <a:p>
            <a:r>
              <a:rPr lang="en-US"/>
              <a:t>Crypto: investing &amp; trading</a:t>
            </a:r>
            <a:endParaRPr lang="en-US" dirty="0"/>
          </a:p>
        </p:txBody>
      </p:sp>
      <p:sp>
        <p:nvSpPr>
          <p:cNvPr id="8" name="Slide Number Placeholder 7">
            <a:extLst>
              <a:ext uri="{FF2B5EF4-FFF2-40B4-BE49-F238E27FC236}">
                <a16:creationId xmlns:a16="http://schemas.microsoft.com/office/drawing/2014/main" id="{9855B7CD-A9EB-3785-A24B-6B46E4E8A1C5}"/>
              </a:ext>
            </a:extLst>
          </p:cNvPr>
          <p:cNvSpPr>
            <a:spLocks noGrp="1"/>
          </p:cNvSpPr>
          <p:nvPr>
            <p:ph type="sldNum" sz="quarter" idx="12"/>
          </p:nvPr>
        </p:nvSpPr>
        <p:spPr/>
        <p:txBody>
          <a:bodyPr/>
          <a:lstStyle/>
          <a:p>
            <a:fld id="{294A09A9-5501-47C1-A89A-A340965A2BE2}" type="slidenum">
              <a:rPr lang="en-US" smtClean="0"/>
              <a:t>3</a:t>
            </a:fld>
            <a:endParaRPr lang="en-US" dirty="0"/>
          </a:p>
        </p:txBody>
      </p:sp>
      <p:pic>
        <p:nvPicPr>
          <p:cNvPr id="17" name="Picture 16">
            <a:extLst>
              <a:ext uri="{FF2B5EF4-FFF2-40B4-BE49-F238E27FC236}">
                <a16:creationId xmlns:a16="http://schemas.microsoft.com/office/drawing/2014/main" id="{5AF21D71-404D-D132-09CE-D41451D4A559}"/>
              </a:ext>
            </a:extLst>
          </p:cNvPr>
          <p:cNvPicPr>
            <a:picLocks noChangeAspect="1"/>
          </p:cNvPicPr>
          <p:nvPr/>
        </p:nvPicPr>
        <p:blipFill>
          <a:blip r:embed="rId2"/>
          <a:stretch>
            <a:fillRect/>
          </a:stretch>
        </p:blipFill>
        <p:spPr>
          <a:xfrm>
            <a:off x="9642237" y="2883676"/>
            <a:ext cx="781923" cy="781923"/>
          </a:xfrm>
          <a:prstGeom prst="rect">
            <a:avLst/>
          </a:prstGeom>
        </p:spPr>
      </p:pic>
      <p:pic>
        <p:nvPicPr>
          <p:cNvPr id="29" name="Graphic 28" descr="Database with solid fill">
            <a:extLst>
              <a:ext uri="{FF2B5EF4-FFF2-40B4-BE49-F238E27FC236}">
                <a16:creationId xmlns:a16="http://schemas.microsoft.com/office/drawing/2014/main" id="{47F50A4F-1CBF-9C35-4A87-301E351EEB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15543" y="2734638"/>
            <a:ext cx="1080000" cy="1080000"/>
          </a:xfrm>
          <a:prstGeom prst="rect">
            <a:avLst/>
          </a:prstGeom>
        </p:spPr>
      </p:pic>
      <p:pic>
        <p:nvPicPr>
          <p:cNvPr id="31" name="Graphic 30" descr="Download from cloud with solid fill">
            <a:extLst>
              <a:ext uri="{FF2B5EF4-FFF2-40B4-BE49-F238E27FC236}">
                <a16:creationId xmlns:a16="http://schemas.microsoft.com/office/drawing/2014/main" id="{C3E09D47-A09A-0D11-CD80-A00D4CA84E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8161" y="3760104"/>
            <a:ext cx="686794" cy="686794"/>
          </a:xfrm>
          <a:prstGeom prst="rect">
            <a:avLst/>
          </a:prstGeom>
        </p:spPr>
      </p:pic>
      <p:pic>
        <p:nvPicPr>
          <p:cNvPr id="32" name="Graphic 31" descr="Database with solid fill">
            <a:extLst>
              <a:ext uri="{FF2B5EF4-FFF2-40B4-BE49-F238E27FC236}">
                <a16:creationId xmlns:a16="http://schemas.microsoft.com/office/drawing/2014/main" id="{873F876A-06F5-598F-992B-33F6E253D8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86091" y="2734638"/>
            <a:ext cx="1080000" cy="1080000"/>
          </a:xfrm>
          <a:prstGeom prst="rect">
            <a:avLst/>
          </a:prstGeom>
        </p:spPr>
      </p:pic>
      <p:pic>
        <p:nvPicPr>
          <p:cNvPr id="33" name="Graphic 32" descr="Database with solid fill">
            <a:extLst>
              <a:ext uri="{FF2B5EF4-FFF2-40B4-BE49-F238E27FC236}">
                <a16:creationId xmlns:a16="http://schemas.microsoft.com/office/drawing/2014/main" id="{695E9150-95C2-22C7-D564-DEA044708CA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00817" y="2734638"/>
            <a:ext cx="1080000" cy="1080000"/>
          </a:xfrm>
          <a:prstGeom prst="rect">
            <a:avLst/>
          </a:prstGeom>
        </p:spPr>
      </p:pic>
      <p:cxnSp>
        <p:nvCxnSpPr>
          <p:cNvPr id="38" name="Straight Arrow Connector 37">
            <a:extLst>
              <a:ext uri="{FF2B5EF4-FFF2-40B4-BE49-F238E27FC236}">
                <a16:creationId xmlns:a16="http://schemas.microsoft.com/office/drawing/2014/main" id="{44147784-DB73-BD48-397A-DC053B74ADC8}"/>
              </a:ext>
            </a:extLst>
          </p:cNvPr>
          <p:cNvCxnSpPr>
            <a:cxnSpLocks/>
          </p:cNvCxnSpPr>
          <p:nvPr/>
        </p:nvCxnSpPr>
        <p:spPr>
          <a:xfrm>
            <a:off x="4073236" y="3286526"/>
            <a:ext cx="833178" cy="0"/>
          </a:xfrm>
          <a:prstGeom prst="straightConnector1">
            <a:avLst/>
          </a:prstGeom>
          <a:ln w="25400">
            <a:solidFill>
              <a:schemeClr val="bg2">
                <a:lumMod val="75000"/>
              </a:schemeClr>
            </a:solidFill>
            <a:tailEnd type="arrow" w="lg" len="lg"/>
          </a:ln>
        </p:spPr>
        <p:style>
          <a:lnRef idx="1">
            <a:schemeClr val="accent1"/>
          </a:lnRef>
          <a:fillRef idx="0">
            <a:schemeClr val="accent1"/>
          </a:fillRef>
          <a:effectRef idx="0">
            <a:schemeClr val="accent1"/>
          </a:effectRef>
          <a:fontRef idx="minor">
            <a:schemeClr val="tx1"/>
          </a:fontRef>
        </p:style>
      </p:cxnSp>
      <p:sp>
        <p:nvSpPr>
          <p:cNvPr id="42" name="Text Placeholder 14">
            <a:extLst>
              <a:ext uri="{FF2B5EF4-FFF2-40B4-BE49-F238E27FC236}">
                <a16:creationId xmlns:a16="http://schemas.microsoft.com/office/drawing/2014/main" id="{12B1865E-07B4-AF9A-8D45-08DB53FAAA79}"/>
              </a:ext>
            </a:extLst>
          </p:cNvPr>
          <p:cNvSpPr txBox="1">
            <a:spLocks/>
          </p:cNvSpPr>
          <p:nvPr/>
        </p:nvSpPr>
        <p:spPr>
          <a:xfrm>
            <a:off x="5055752" y="2507701"/>
            <a:ext cx="1112722" cy="493776"/>
          </a:xfrm>
          <a:prstGeom prst="rect">
            <a:avLst/>
          </a:prstGeom>
        </p:spPr>
        <p:txBody>
          <a:bodyPr vert="horz" lIns="91440" tIns="45720" rIns="91440" bIns="45720" rtlCol="0" anchor="t">
            <a:noAutofit/>
          </a:bodyPr>
          <a:lstStyle>
            <a:lvl1pPr marL="0" indent="0" algn="l" defTabSz="914377" rtl="0" eaLnBrk="1" latinLnBrk="0" hangingPunct="1">
              <a:lnSpc>
                <a:spcPct val="90000"/>
              </a:lnSpc>
              <a:spcBef>
                <a:spcPts val="1000"/>
              </a:spcBef>
              <a:buClr>
                <a:schemeClr val="accent6"/>
              </a:buClr>
              <a:buFont typeface="Courier New" panose="02070309020205020404" pitchFamily="49" charset="0"/>
              <a:buNone/>
              <a:defRPr sz="2400" b="1" kern="1200">
                <a:solidFill>
                  <a:schemeClr val="bg1"/>
                </a:solidFill>
                <a:latin typeface="+mj-lt"/>
                <a:ea typeface="+mn-ea"/>
                <a:cs typeface="Segoe UI" panose="020B0502040204020203" pitchFamily="34" charset="0"/>
              </a:defRPr>
            </a:lvl1pPr>
            <a:lvl2pPr marL="457189" indent="0" algn="l" defTabSz="914377" rtl="0" eaLnBrk="1" latinLnBrk="0" hangingPunct="1">
              <a:lnSpc>
                <a:spcPct val="90000"/>
              </a:lnSpc>
              <a:spcBef>
                <a:spcPts val="500"/>
              </a:spcBef>
              <a:buClr>
                <a:schemeClr val="accent6"/>
              </a:buClr>
              <a:buFont typeface="Courier New" panose="02070309020205020404" pitchFamily="49" charset="0"/>
              <a:buNone/>
              <a:defRPr sz="2000" b="1" kern="1200">
                <a:solidFill>
                  <a:schemeClr val="bg1"/>
                </a:solidFill>
                <a:latin typeface="+mn-lt"/>
                <a:ea typeface="+mn-ea"/>
                <a:cs typeface="Segoe UI" panose="020B0502040204020203" pitchFamily="34" charset="0"/>
              </a:defRPr>
            </a:lvl2pPr>
            <a:lvl3pPr marL="914377" indent="0" algn="l" defTabSz="914377" rtl="0" eaLnBrk="1" latinLnBrk="0" hangingPunct="1">
              <a:lnSpc>
                <a:spcPct val="90000"/>
              </a:lnSpc>
              <a:spcBef>
                <a:spcPts val="500"/>
              </a:spcBef>
              <a:buClr>
                <a:schemeClr val="accent6"/>
              </a:buClr>
              <a:buFont typeface="Courier New" panose="02070309020205020404" pitchFamily="49" charset="0"/>
              <a:buNone/>
              <a:defRPr sz="1800" b="1" kern="1200">
                <a:solidFill>
                  <a:schemeClr val="bg1"/>
                </a:solidFill>
                <a:latin typeface="+mn-lt"/>
                <a:ea typeface="+mn-ea"/>
                <a:cs typeface="Segoe UI" panose="020B0502040204020203" pitchFamily="34" charset="0"/>
              </a:defRPr>
            </a:lvl3pPr>
            <a:lvl4pPr marL="1371566"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4pPr>
            <a:lvl5pPr marL="1828754"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5pPr>
            <a:lvl6pPr marL="2285943"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tLang="zh-HK" sz="2000" b="0" dirty="0">
                <a:solidFill>
                  <a:srgbClr val="A6A6A6"/>
                </a:solidFill>
              </a:rPr>
              <a:t>Silver</a:t>
            </a:r>
            <a:endParaRPr lang="zh-HK" altLang="en-US" sz="2000" b="0" dirty="0">
              <a:solidFill>
                <a:srgbClr val="A6A6A6"/>
              </a:solidFill>
            </a:endParaRPr>
          </a:p>
        </p:txBody>
      </p:sp>
      <p:sp>
        <p:nvSpPr>
          <p:cNvPr id="43" name="Text Placeholder 14">
            <a:extLst>
              <a:ext uri="{FF2B5EF4-FFF2-40B4-BE49-F238E27FC236}">
                <a16:creationId xmlns:a16="http://schemas.microsoft.com/office/drawing/2014/main" id="{373535CD-F4A1-D73C-353F-67BE4F650EF0}"/>
              </a:ext>
            </a:extLst>
          </p:cNvPr>
          <p:cNvSpPr txBox="1">
            <a:spLocks/>
          </p:cNvSpPr>
          <p:nvPr/>
        </p:nvSpPr>
        <p:spPr>
          <a:xfrm>
            <a:off x="7077883" y="2499560"/>
            <a:ext cx="839990" cy="493776"/>
          </a:xfrm>
          <a:prstGeom prst="rect">
            <a:avLst/>
          </a:prstGeom>
        </p:spPr>
        <p:txBody>
          <a:bodyPr vert="horz" lIns="91440" tIns="45720" rIns="91440" bIns="45720" rtlCol="0" anchor="t">
            <a:noAutofit/>
          </a:bodyPr>
          <a:lstStyle>
            <a:lvl1pPr marL="0" indent="0" algn="l" defTabSz="914377" rtl="0" eaLnBrk="1" latinLnBrk="0" hangingPunct="1">
              <a:lnSpc>
                <a:spcPct val="90000"/>
              </a:lnSpc>
              <a:spcBef>
                <a:spcPts val="1000"/>
              </a:spcBef>
              <a:buClr>
                <a:schemeClr val="accent6"/>
              </a:buClr>
              <a:buFont typeface="Courier New" panose="02070309020205020404" pitchFamily="49" charset="0"/>
              <a:buNone/>
              <a:defRPr sz="2400" b="1" kern="1200">
                <a:solidFill>
                  <a:schemeClr val="bg1"/>
                </a:solidFill>
                <a:latin typeface="+mj-lt"/>
                <a:ea typeface="+mn-ea"/>
                <a:cs typeface="Segoe UI" panose="020B0502040204020203" pitchFamily="34" charset="0"/>
              </a:defRPr>
            </a:lvl1pPr>
            <a:lvl2pPr marL="457189" indent="0" algn="l" defTabSz="914377" rtl="0" eaLnBrk="1" latinLnBrk="0" hangingPunct="1">
              <a:lnSpc>
                <a:spcPct val="90000"/>
              </a:lnSpc>
              <a:spcBef>
                <a:spcPts val="500"/>
              </a:spcBef>
              <a:buClr>
                <a:schemeClr val="accent6"/>
              </a:buClr>
              <a:buFont typeface="Courier New" panose="02070309020205020404" pitchFamily="49" charset="0"/>
              <a:buNone/>
              <a:defRPr sz="2000" b="1" kern="1200">
                <a:solidFill>
                  <a:schemeClr val="bg1"/>
                </a:solidFill>
                <a:latin typeface="+mn-lt"/>
                <a:ea typeface="+mn-ea"/>
                <a:cs typeface="Segoe UI" panose="020B0502040204020203" pitchFamily="34" charset="0"/>
              </a:defRPr>
            </a:lvl2pPr>
            <a:lvl3pPr marL="914377" indent="0" algn="l" defTabSz="914377" rtl="0" eaLnBrk="1" latinLnBrk="0" hangingPunct="1">
              <a:lnSpc>
                <a:spcPct val="90000"/>
              </a:lnSpc>
              <a:spcBef>
                <a:spcPts val="500"/>
              </a:spcBef>
              <a:buClr>
                <a:schemeClr val="accent6"/>
              </a:buClr>
              <a:buFont typeface="Courier New" panose="02070309020205020404" pitchFamily="49" charset="0"/>
              <a:buNone/>
              <a:defRPr sz="1800" b="1" kern="1200">
                <a:solidFill>
                  <a:schemeClr val="bg1"/>
                </a:solidFill>
                <a:latin typeface="+mn-lt"/>
                <a:ea typeface="+mn-ea"/>
                <a:cs typeface="Segoe UI" panose="020B0502040204020203" pitchFamily="34" charset="0"/>
              </a:defRPr>
            </a:lvl3pPr>
            <a:lvl4pPr marL="1371566"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4pPr>
            <a:lvl5pPr marL="1828754"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5pPr>
            <a:lvl6pPr marL="2285943"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tLang="zh-HK" sz="2000" b="0" dirty="0">
                <a:solidFill>
                  <a:srgbClr val="ECC830"/>
                </a:solidFill>
              </a:rPr>
              <a:t>Gold</a:t>
            </a:r>
            <a:endParaRPr lang="zh-HK" altLang="en-US" sz="2000" b="0" dirty="0">
              <a:solidFill>
                <a:srgbClr val="ECC830"/>
              </a:solidFill>
            </a:endParaRPr>
          </a:p>
        </p:txBody>
      </p:sp>
      <p:sp>
        <p:nvSpPr>
          <p:cNvPr id="44" name="Content Placeholder 3">
            <a:extLst>
              <a:ext uri="{FF2B5EF4-FFF2-40B4-BE49-F238E27FC236}">
                <a16:creationId xmlns:a16="http://schemas.microsoft.com/office/drawing/2014/main" id="{C1AD2056-C8AD-B01D-2B7B-95C842038ACC}"/>
              </a:ext>
            </a:extLst>
          </p:cNvPr>
          <p:cNvSpPr txBox="1">
            <a:spLocks/>
          </p:cNvSpPr>
          <p:nvPr/>
        </p:nvSpPr>
        <p:spPr>
          <a:xfrm>
            <a:off x="4366355" y="5027221"/>
            <a:ext cx="2066921" cy="933845"/>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1pPr>
            <a:lvl2pPr marL="685783" indent="-228594" algn="l" defTabSz="914377" rtl="0" eaLnBrk="1" latinLnBrk="0" hangingPunct="1">
              <a:lnSpc>
                <a:spcPct val="90000"/>
              </a:lnSpc>
              <a:spcBef>
                <a:spcPts val="500"/>
              </a:spcBef>
              <a:buClr>
                <a:schemeClr val="accent6"/>
              </a:buClr>
              <a:buFont typeface="Courier New" panose="02070309020205020404" pitchFamily="49" charset="0"/>
              <a:buChar char="o"/>
              <a:defRPr sz="1600" kern="1200">
                <a:solidFill>
                  <a:schemeClr val="bg1"/>
                </a:solidFill>
                <a:latin typeface="+mn-lt"/>
                <a:ea typeface="+mn-ea"/>
                <a:cs typeface="Segoe UI" panose="020B0502040204020203" pitchFamily="34" charset="0"/>
              </a:defRPr>
            </a:lvl2pPr>
            <a:lvl3pPr marL="1142971" indent="-228594" algn="l" defTabSz="914377" rtl="0" eaLnBrk="1" latinLnBrk="0" hangingPunct="1">
              <a:lnSpc>
                <a:spcPct val="90000"/>
              </a:lnSpc>
              <a:spcBef>
                <a:spcPts val="500"/>
              </a:spcBef>
              <a:buClr>
                <a:schemeClr val="accent6"/>
              </a:buClr>
              <a:buFont typeface="Courier New" panose="02070309020205020404" pitchFamily="49" charset="0"/>
              <a:buChar char="o"/>
              <a:defRPr sz="1400" kern="1200">
                <a:solidFill>
                  <a:schemeClr val="bg1"/>
                </a:solidFill>
                <a:latin typeface="+mn-lt"/>
                <a:ea typeface="+mn-ea"/>
                <a:cs typeface="Segoe UI" panose="020B0502040204020203" pitchFamily="34" charset="0"/>
              </a:defRPr>
            </a:lvl3pPr>
            <a:lvl4pPr marL="1600160" indent="-228594" algn="l" defTabSz="914377" rtl="0" eaLnBrk="1" latinLnBrk="0" hangingPunct="1">
              <a:lnSpc>
                <a:spcPct val="90000"/>
              </a:lnSpc>
              <a:spcBef>
                <a:spcPts val="500"/>
              </a:spcBef>
              <a:buClr>
                <a:schemeClr val="accent6"/>
              </a:buClr>
              <a:buFont typeface="Courier New" panose="02070309020205020404" pitchFamily="49" charset="0"/>
              <a:buChar char="o"/>
              <a:defRPr sz="1200" kern="1200">
                <a:solidFill>
                  <a:schemeClr val="bg1"/>
                </a:solidFill>
                <a:latin typeface="+mn-lt"/>
                <a:ea typeface="+mn-ea"/>
                <a:cs typeface="Segoe UI" panose="020B0502040204020203" pitchFamily="34" charset="0"/>
              </a:defRPr>
            </a:lvl4pPr>
            <a:lvl5pPr marL="2057349" indent="-228594" algn="l" defTabSz="914377" rtl="0" eaLnBrk="1" latinLnBrk="0" hangingPunct="1">
              <a:lnSpc>
                <a:spcPct val="90000"/>
              </a:lnSpc>
              <a:spcBef>
                <a:spcPts val="500"/>
              </a:spcBef>
              <a:buClr>
                <a:schemeClr val="accent6"/>
              </a:buClr>
              <a:buFont typeface="Courier New" panose="02070309020205020404" pitchFamily="49" charset="0"/>
              <a:buChar char="o"/>
              <a:defRPr sz="1200" kern="1200">
                <a:solidFill>
                  <a:schemeClr val="bg1"/>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Define structure, enforce schema, evolve as needed.</a:t>
            </a:r>
          </a:p>
        </p:txBody>
      </p:sp>
      <p:sp>
        <p:nvSpPr>
          <p:cNvPr id="46" name="TextBox 45">
            <a:extLst>
              <a:ext uri="{FF2B5EF4-FFF2-40B4-BE49-F238E27FC236}">
                <a16:creationId xmlns:a16="http://schemas.microsoft.com/office/drawing/2014/main" id="{7FC3E0D4-E10A-B7AE-38FD-C172BCD001E7}"/>
              </a:ext>
            </a:extLst>
          </p:cNvPr>
          <p:cNvSpPr txBox="1"/>
          <p:nvPr/>
        </p:nvSpPr>
        <p:spPr>
          <a:xfrm>
            <a:off x="2444037" y="2012879"/>
            <a:ext cx="1850168" cy="461665"/>
          </a:xfrm>
          <a:prstGeom prst="rect">
            <a:avLst/>
          </a:prstGeom>
          <a:noFill/>
        </p:spPr>
        <p:txBody>
          <a:bodyPr wrap="square">
            <a:spAutoFit/>
          </a:bodyPr>
          <a:lstStyle/>
          <a:p>
            <a:pPr marL="0" indent="0">
              <a:buNone/>
            </a:pPr>
            <a:r>
              <a:rPr lang="en-US" altLang="zh-HK" sz="2400" dirty="0">
                <a:solidFill>
                  <a:schemeClr val="tx1">
                    <a:lumMod val="65000"/>
                    <a:lumOff val="35000"/>
                  </a:schemeClr>
                </a:solidFill>
                <a:latin typeface="+mj-lt"/>
                <a:cs typeface="Segoe UI" panose="020B0502040204020203" pitchFamily="34" charset="0"/>
              </a:rPr>
              <a:t>Datamart</a:t>
            </a:r>
          </a:p>
        </p:txBody>
      </p:sp>
      <p:sp>
        <p:nvSpPr>
          <p:cNvPr id="47" name="TextBox 46">
            <a:extLst>
              <a:ext uri="{FF2B5EF4-FFF2-40B4-BE49-F238E27FC236}">
                <a16:creationId xmlns:a16="http://schemas.microsoft.com/office/drawing/2014/main" id="{A24ED7CD-1F53-5DFA-D96B-BB946783EE76}"/>
              </a:ext>
            </a:extLst>
          </p:cNvPr>
          <p:cNvSpPr txBox="1"/>
          <p:nvPr/>
        </p:nvSpPr>
        <p:spPr>
          <a:xfrm>
            <a:off x="2516187" y="3819571"/>
            <a:ext cx="1850168" cy="523220"/>
          </a:xfrm>
          <a:prstGeom prst="rect">
            <a:avLst/>
          </a:prstGeom>
          <a:noFill/>
        </p:spPr>
        <p:txBody>
          <a:bodyPr wrap="square">
            <a:spAutoFit/>
          </a:bodyPr>
          <a:lstStyle/>
          <a:p>
            <a:pPr marL="0" indent="0" algn="ctr">
              <a:buNone/>
            </a:pPr>
            <a:r>
              <a:rPr lang="en-US" altLang="zh-HK" sz="1400" b="1" dirty="0">
                <a:solidFill>
                  <a:schemeClr val="bg1">
                    <a:lumMod val="50000"/>
                  </a:schemeClr>
                </a:solidFill>
              </a:rPr>
              <a:t>Raw </a:t>
            </a:r>
          </a:p>
          <a:p>
            <a:pPr marL="0" indent="0" algn="ctr">
              <a:buNone/>
            </a:pPr>
            <a:r>
              <a:rPr lang="en-US" altLang="zh-HK" sz="1400" b="1" dirty="0">
                <a:solidFill>
                  <a:schemeClr val="bg1">
                    <a:lumMod val="50000"/>
                  </a:schemeClr>
                </a:solidFill>
              </a:rPr>
              <a:t>Integration</a:t>
            </a:r>
          </a:p>
        </p:txBody>
      </p:sp>
      <p:sp>
        <p:nvSpPr>
          <p:cNvPr id="48" name="TextBox 47">
            <a:extLst>
              <a:ext uri="{FF2B5EF4-FFF2-40B4-BE49-F238E27FC236}">
                <a16:creationId xmlns:a16="http://schemas.microsoft.com/office/drawing/2014/main" id="{477317B7-8143-CAEB-A35F-06B677C9718A}"/>
              </a:ext>
            </a:extLst>
          </p:cNvPr>
          <p:cNvSpPr txBox="1"/>
          <p:nvPr/>
        </p:nvSpPr>
        <p:spPr>
          <a:xfrm>
            <a:off x="4523323" y="3841891"/>
            <a:ext cx="1850168" cy="523220"/>
          </a:xfrm>
          <a:prstGeom prst="rect">
            <a:avLst/>
          </a:prstGeom>
          <a:noFill/>
        </p:spPr>
        <p:txBody>
          <a:bodyPr wrap="square">
            <a:spAutoFit/>
          </a:bodyPr>
          <a:lstStyle/>
          <a:p>
            <a:pPr marL="0" indent="0" algn="ctr">
              <a:buNone/>
            </a:pPr>
            <a:r>
              <a:rPr lang="en-US" altLang="zh-HK" sz="1400" b="1" dirty="0">
                <a:solidFill>
                  <a:schemeClr val="bg1">
                    <a:lumMod val="50000"/>
                  </a:schemeClr>
                </a:solidFill>
              </a:rPr>
              <a:t>Filtered, Cleaned, Augmented</a:t>
            </a:r>
          </a:p>
        </p:txBody>
      </p:sp>
      <p:sp>
        <p:nvSpPr>
          <p:cNvPr id="49" name="TextBox 48">
            <a:extLst>
              <a:ext uri="{FF2B5EF4-FFF2-40B4-BE49-F238E27FC236}">
                <a16:creationId xmlns:a16="http://schemas.microsoft.com/office/drawing/2014/main" id="{5D314DCF-6503-2D17-34E2-FDC0790105D2}"/>
              </a:ext>
            </a:extLst>
          </p:cNvPr>
          <p:cNvSpPr txBox="1"/>
          <p:nvPr/>
        </p:nvSpPr>
        <p:spPr>
          <a:xfrm>
            <a:off x="6530459" y="3841891"/>
            <a:ext cx="1850168" cy="523220"/>
          </a:xfrm>
          <a:prstGeom prst="rect">
            <a:avLst/>
          </a:prstGeom>
          <a:noFill/>
        </p:spPr>
        <p:txBody>
          <a:bodyPr wrap="square">
            <a:spAutoFit/>
          </a:bodyPr>
          <a:lstStyle/>
          <a:p>
            <a:pPr marL="0" indent="0" algn="ctr">
              <a:buNone/>
            </a:pPr>
            <a:r>
              <a:rPr lang="en-US" altLang="zh-HK" sz="1400" b="1" dirty="0">
                <a:solidFill>
                  <a:schemeClr val="bg1">
                    <a:lumMod val="50000"/>
                  </a:schemeClr>
                </a:solidFill>
              </a:rPr>
              <a:t>Business-Level Aggregates</a:t>
            </a:r>
          </a:p>
        </p:txBody>
      </p:sp>
      <p:cxnSp>
        <p:nvCxnSpPr>
          <p:cNvPr id="50" name="Straight Arrow Connector 49">
            <a:extLst>
              <a:ext uri="{FF2B5EF4-FFF2-40B4-BE49-F238E27FC236}">
                <a16:creationId xmlns:a16="http://schemas.microsoft.com/office/drawing/2014/main" id="{B5198B8D-97D2-CDAB-6E1D-66422349C4D4}"/>
              </a:ext>
            </a:extLst>
          </p:cNvPr>
          <p:cNvCxnSpPr>
            <a:cxnSpLocks/>
          </p:cNvCxnSpPr>
          <p:nvPr/>
        </p:nvCxnSpPr>
        <p:spPr>
          <a:xfrm flipV="1">
            <a:off x="3952703" y="1669924"/>
            <a:ext cx="4612977" cy="9792"/>
          </a:xfrm>
          <a:prstGeom prst="straightConnector1">
            <a:avLst/>
          </a:prstGeom>
          <a:ln w="25400">
            <a:solidFill>
              <a:schemeClr val="bg2">
                <a:lumMod val="75000"/>
              </a:schemeClr>
            </a:solidFill>
            <a:tailEnd type="arrow"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A2DBDDF-6945-1CBF-BDCA-1D584B22196E}"/>
              </a:ext>
            </a:extLst>
          </p:cNvPr>
          <p:cNvCxnSpPr>
            <a:cxnSpLocks/>
          </p:cNvCxnSpPr>
          <p:nvPr/>
        </p:nvCxnSpPr>
        <p:spPr>
          <a:xfrm>
            <a:off x="6051524" y="3263778"/>
            <a:ext cx="833178" cy="0"/>
          </a:xfrm>
          <a:prstGeom prst="straightConnector1">
            <a:avLst/>
          </a:prstGeom>
          <a:ln w="25400">
            <a:solidFill>
              <a:schemeClr val="bg2">
                <a:lumMod val="75000"/>
              </a:schemeClr>
            </a:solidFill>
            <a:tailEnd type="arrow" w="lg" len="lg"/>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381C386-3F39-27B8-D8E7-FBEBEC817EDD}"/>
              </a:ext>
            </a:extLst>
          </p:cNvPr>
          <p:cNvSpPr txBox="1"/>
          <p:nvPr/>
        </p:nvSpPr>
        <p:spPr>
          <a:xfrm>
            <a:off x="2109355" y="1387046"/>
            <a:ext cx="1850168" cy="461665"/>
          </a:xfrm>
          <a:prstGeom prst="rect">
            <a:avLst/>
          </a:prstGeom>
          <a:noFill/>
        </p:spPr>
        <p:txBody>
          <a:bodyPr wrap="square">
            <a:spAutoFit/>
          </a:bodyPr>
          <a:lstStyle/>
          <a:p>
            <a:pPr marL="0" indent="0">
              <a:buNone/>
            </a:pPr>
            <a:r>
              <a:rPr lang="en-US" altLang="zh-HK" sz="2400" dirty="0">
                <a:solidFill>
                  <a:srgbClr val="A6A6A6"/>
                </a:solidFill>
                <a:latin typeface="+mj-lt"/>
                <a:cs typeface="Segoe UI" panose="020B0502040204020203" pitchFamily="34" charset="0"/>
              </a:rPr>
              <a:t>Data Quality</a:t>
            </a:r>
          </a:p>
        </p:txBody>
      </p:sp>
      <p:cxnSp>
        <p:nvCxnSpPr>
          <p:cNvPr id="65" name="Connector: Elbow 64">
            <a:extLst>
              <a:ext uri="{FF2B5EF4-FFF2-40B4-BE49-F238E27FC236}">
                <a16:creationId xmlns:a16="http://schemas.microsoft.com/office/drawing/2014/main" id="{B10BB54C-583A-F674-B70C-FD88A7C87975}"/>
              </a:ext>
            </a:extLst>
          </p:cNvPr>
          <p:cNvCxnSpPr>
            <a:cxnSpLocks/>
          </p:cNvCxnSpPr>
          <p:nvPr/>
        </p:nvCxnSpPr>
        <p:spPr>
          <a:xfrm flipV="1">
            <a:off x="1351558" y="3295169"/>
            <a:ext cx="1534533" cy="331453"/>
          </a:xfrm>
          <a:prstGeom prst="bentConnector3">
            <a:avLst>
              <a:gd name="adj1" fmla="val 569"/>
            </a:avLst>
          </a:prstGeom>
          <a:ln w="25400">
            <a:solidFill>
              <a:srgbClr val="A6A6A6"/>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CAC3F15-D0DB-F94C-7E7A-C552E7D3A112}"/>
              </a:ext>
            </a:extLst>
          </p:cNvPr>
          <p:cNvCxnSpPr>
            <a:cxnSpLocks/>
          </p:cNvCxnSpPr>
          <p:nvPr/>
        </p:nvCxnSpPr>
        <p:spPr>
          <a:xfrm>
            <a:off x="7995543" y="3263778"/>
            <a:ext cx="1512139" cy="0"/>
          </a:xfrm>
          <a:prstGeom prst="straightConnector1">
            <a:avLst/>
          </a:prstGeom>
          <a:ln w="25400">
            <a:solidFill>
              <a:schemeClr val="bg2">
                <a:lumMod val="75000"/>
              </a:schemeClr>
            </a:solidFill>
            <a:tailEnd type="arrow" w="lg" len="lg"/>
          </a:ln>
        </p:spPr>
        <p:style>
          <a:lnRef idx="1">
            <a:schemeClr val="accent1"/>
          </a:lnRef>
          <a:fillRef idx="0">
            <a:schemeClr val="accent1"/>
          </a:fillRef>
          <a:effectRef idx="0">
            <a:schemeClr val="accent1"/>
          </a:effectRef>
          <a:fontRef idx="minor">
            <a:schemeClr val="tx1"/>
          </a:fontRef>
        </p:style>
      </p:cxnSp>
      <p:sp>
        <p:nvSpPr>
          <p:cNvPr id="73" name="Content Placeholder 3">
            <a:extLst>
              <a:ext uri="{FF2B5EF4-FFF2-40B4-BE49-F238E27FC236}">
                <a16:creationId xmlns:a16="http://schemas.microsoft.com/office/drawing/2014/main" id="{FA96D04F-C218-B0DB-9DA1-434970D2F2B1}"/>
              </a:ext>
            </a:extLst>
          </p:cNvPr>
          <p:cNvSpPr txBox="1">
            <a:spLocks/>
          </p:cNvSpPr>
          <p:nvPr/>
        </p:nvSpPr>
        <p:spPr>
          <a:xfrm>
            <a:off x="6576761" y="5025132"/>
            <a:ext cx="2105978" cy="933845"/>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1pPr>
            <a:lvl2pPr marL="685783" indent="-228594" algn="l" defTabSz="914377" rtl="0" eaLnBrk="1" latinLnBrk="0" hangingPunct="1">
              <a:lnSpc>
                <a:spcPct val="90000"/>
              </a:lnSpc>
              <a:spcBef>
                <a:spcPts val="500"/>
              </a:spcBef>
              <a:buClr>
                <a:schemeClr val="accent6"/>
              </a:buClr>
              <a:buFont typeface="Courier New" panose="02070309020205020404" pitchFamily="49" charset="0"/>
              <a:buChar char="o"/>
              <a:defRPr sz="1600" kern="1200">
                <a:solidFill>
                  <a:schemeClr val="bg1"/>
                </a:solidFill>
                <a:latin typeface="+mn-lt"/>
                <a:ea typeface="+mn-ea"/>
                <a:cs typeface="Segoe UI" panose="020B0502040204020203" pitchFamily="34" charset="0"/>
              </a:defRPr>
            </a:lvl2pPr>
            <a:lvl3pPr marL="1142971" indent="-228594" algn="l" defTabSz="914377" rtl="0" eaLnBrk="1" latinLnBrk="0" hangingPunct="1">
              <a:lnSpc>
                <a:spcPct val="90000"/>
              </a:lnSpc>
              <a:spcBef>
                <a:spcPts val="500"/>
              </a:spcBef>
              <a:buClr>
                <a:schemeClr val="accent6"/>
              </a:buClr>
              <a:buFont typeface="Courier New" panose="02070309020205020404" pitchFamily="49" charset="0"/>
              <a:buChar char="o"/>
              <a:defRPr sz="1400" kern="1200">
                <a:solidFill>
                  <a:schemeClr val="bg1"/>
                </a:solidFill>
                <a:latin typeface="+mn-lt"/>
                <a:ea typeface="+mn-ea"/>
                <a:cs typeface="Segoe UI" panose="020B0502040204020203" pitchFamily="34" charset="0"/>
              </a:defRPr>
            </a:lvl3pPr>
            <a:lvl4pPr marL="1600160" indent="-228594" algn="l" defTabSz="914377" rtl="0" eaLnBrk="1" latinLnBrk="0" hangingPunct="1">
              <a:lnSpc>
                <a:spcPct val="90000"/>
              </a:lnSpc>
              <a:spcBef>
                <a:spcPts val="500"/>
              </a:spcBef>
              <a:buClr>
                <a:schemeClr val="accent6"/>
              </a:buClr>
              <a:buFont typeface="Courier New" panose="02070309020205020404" pitchFamily="49" charset="0"/>
              <a:buChar char="o"/>
              <a:defRPr sz="1200" kern="1200">
                <a:solidFill>
                  <a:schemeClr val="bg1"/>
                </a:solidFill>
                <a:latin typeface="+mn-lt"/>
                <a:ea typeface="+mn-ea"/>
                <a:cs typeface="Segoe UI" panose="020B0502040204020203" pitchFamily="34" charset="0"/>
              </a:defRPr>
            </a:lvl4pPr>
            <a:lvl5pPr marL="2057349" indent="-228594" algn="l" defTabSz="914377" rtl="0" eaLnBrk="1" latinLnBrk="0" hangingPunct="1">
              <a:lnSpc>
                <a:spcPct val="90000"/>
              </a:lnSpc>
              <a:spcBef>
                <a:spcPts val="500"/>
              </a:spcBef>
              <a:buClr>
                <a:schemeClr val="accent6"/>
              </a:buClr>
              <a:buFont typeface="Courier New" panose="02070309020205020404" pitchFamily="49" charset="0"/>
              <a:buChar char="o"/>
              <a:defRPr sz="1200" kern="1200">
                <a:solidFill>
                  <a:schemeClr val="bg1"/>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Deliver continuously updated, clean data to downstream users and apps.</a:t>
            </a:r>
          </a:p>
        </p:txBody>
      </p:sp>
      <p:sp>
        <p:nvSpPr>
          <p:cNvPr id="75" name="Rectangle 74">
            <a:extLst>
              <a:ext uri="{FF2B5EF4-FFF2-40B4-BE49-F238E27FC236}">
                <a16:creationId xmlns:a16="http://schemas.microsoft.com/office/drawing/2014/main" id="{8526B0E7-48FC-76D7-15C5-58498DD3195B}"/>
              </a:ext>
            </a:extLst>
          </p:cNvPr>
          <p:cNvSpPr/>
          <p:nvPr/>
        </p:nvSpPr>
        <p:spPr>
          <a:xfrm>
            <a:off x="2109354" y="4838526"/>
            <a:ext cx="2103417" cy="79098"/>
          </a:xfrm>
          <a:prstGeom prst="rect">
            <a:avLst/>
          </a:prstGeom>
          <a:gradFill flip="none" rotWithShape="1">
            <a:gsLst>
              <a:gs pos="0">
                <a:srgbClr val="D0B74C"/>
              </a:gs>
              <a:gs pos="100000">
                <a:srgbClr val="A6A6A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8" name="Rectangle 77">
            <a:extLst>
              <a:ext uri="{FF2B5EF4-FFF2-40B4-BE49-F238E27FC236}">
                <a16:creationId xmlns:a16="http://schemas.microsoft.com/office/drawing/2014/main" id="{54B4B253-DC2B-C1C5-1BB3-D7C1EACFE0B1}"/>
              </a:ext>
            </a:extLst>
          </p:cNvPr>
          <p:cNvSpPr/>
          <p:nvPr/>
        </p:nvSpPr>
        <p:spPr>
          <a:xfrm>
            <a:off x="6550365" y="4838526"/>
            <a:ext cx="2103417" cy="79098"/>
          </a:xfrm>
          <a:prstGeom prst="rect">
            <a:avLst/>
          </a:prstGeom>
          <a:gradFill flip="none" rotWithShape="1">
            <a:gsLst>
              <a:gs pos="100000">
                <a:srgbClr val="ECC830"/>
              </a:gs>
              <a:gs pos="0">
                <a:srgbClr val="A6A6A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9" name="Rectangle 78">
            <a:extLst>
              <a:ext uri="{FF2B5EF4-FFF2-40B4-BE49-F238E27FC236}">
                <a16:creationId xmlns:a16="http://schemas.microsoft.com/office/drawing/2014/main" id="{2CF23465-86A6-8D8E-38D9-B82ADE7D093B}"/>
              </a:ext>
            </a:extLst>
          </p:cNvPr>
          <p:cNvSpPr/>
          <p:nvPr/>
        </p:nvSpPr>
        <p:spPr>
          <a:xfrm>
            <a:off x="4329859" y="4838526"/>
            <a:ext cx="2103417" cy="79098"/>
          </a:xfrm>
          <a:prstGeom prst="rect">
            <a:avLst/>
          </a:prstGeom>
          <a:gradFill flip="none" rotWithShape="1">
            <a:gsLst>
              <a:gs pos="0">
                <a:srgbClr val="A6A6A6"/>
              </a:gs>
              <a:gs pos="100000">
                <a:srgbClr val="A6A6A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a:p>
        </p:txBody>
      </p:sp>
    </p:spTree>
    <p:extLst>
      <p:ext uri="{BB962C8B-B14F-4D97-AF65-F5344CB8AC3E}">
        <p14:creationId xmlns:p14="http://schemas.microsoft.com/office/powerpoint/2010/main" val="7450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a:extLst>
            <a:ext uri="{FF2B5EF4-FFF2-40B4-BE49-F238E27FC236}">
              <a16:creationId xmlns:a16="http://schemas.microsoft.com/office/drawing/2014/main" id="{514A5818-DBB5-4B0E-0EBB-AA28715896DF}"/>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D536939D-F4CD-7AEE-9980-7BA7514F9C14}"/>
              </a:ext>
            </a:extLst>
          </p:cNvPr>
          <p:cNvSpPr>
            <a:spLocks noGrp="1"/>
          </p:cNvSpPr>
          <p:nvPr>
            <p:ph type="body" idx="1"/>
          </p:nvPr>
        </p:nvSpPr>
        <p:spPr>
          <a:xfrm>
            <a:off x="1545336" y="4661495"/>
            <a:ext cx="3621024" cy="493776"/>
          </a:xfrm>
        </p:spPr>
        <p:txBody>
          <a:bodyPr/>
          <a:lstStyle/>
          <a:p>
            <a:r>
              <a:rPr lang="en-US" altLang="zh-HK" dirty="0"/>
              <a:t>Design Rationales</a:t>
            </a:r>
            <a:endParaRPr lang="zh-HK" altLang="en-US" dirty="0"/>
          </a:p>
        </p:txBody>
      </p:sp>
      <p:sp>
        <p:nvSpPr>
          <p:cNvPr id="4" name="Content Placeholder 3">
            <a:extLst>
              <a:ext uri="{FF2B5EF4-FFF2-40B4-BE49-F238E27FC236}">
                <a16:creationId xmlns:a16="http://schemas.microsoft.com/office/drawing/2014/main" id="{51D88663-7CDC-80AB-5286-19CD732E32CB}"/>
              </a:ext>
            </a:extLst>
          </p:cNvPr>
          <p:cNvSpPr>
            <a:spLocks noGrp="1"/>
          </p:cNvSpPr>
          <p:nvPr>
            <p:ph sz="half" idx="2"/>
          </p:nvPr>
        </p:nvSpPr>
        <p:spPr>
          <a:xfrm>
            <a:off x="1459992" y="5110558"/>
            <a:ext cx="5006122" cy="865164"/>
          </a:xfrm>
        </p:spPr>
        <p:txBody>
          <a:bodyPr/>
          <a:lstStyle/>
          <a:p>
            <a:r>
              <a:rPr lang="en-US" altLang="zh-HK" dirty="0"/>
              <a:t>Keep data untouched for audit trail.</a:t>
            </a:r>
          </a:p>
          <a:p>
            <a:r>
              <a:rPr lang="en-US" dirty="0"/>
              <a:t>Partition by snapshot month for reproducibility.</a:t>
            </a:r>
          </a:p>
          <a:p>
            <a:endParaRPr lang="en-US" dirty="0"/>
          </a:p>
        </p:txBody>
      </p:sp>
      <p:sp>
        <p:nvSpPr>
          <p:cNvPr id="7" name="Footer Placeholder 6">
            <a:extLst>
              <a:ext uri="{FF2B5EF4-FFF2-40B4-BE49-F238E27FC236}">
                <a16:creationId xmlns:a16="http://schemas.microsoft.com/office/drawing/2014/main" id="{B5425655-879A-44DB-D3A9-C335799E8FA2}"/>
              </a:ext>
            </a:extLst>
          </p:cNvPr>
          <p:cNvSpPr>
            <a:spLocks noGrp="1"/>
          </p:cNvSpPr>
          <p:nvPr>
            <p:ph type="ftr" sz="quarter" idx="11"/>
          </p:nvPr>
        </p:nvSpPr>
        <p:spPr/>
        <p:txBody>
          <a:bodyPr/>
          <a:lstStyle/>
          <a:p>
            <a:r>
              <a:rPr lang="en-US"/>
              <a:t>Crypto: investing &amp; trading</a:t>
            </a:r>
            <a:endParaRPr lang="en-US" dirty="0"/>
          </a:p>
        </p:txBody>
      </p:sp>
      <p:sp>
        <p:nvSpPr>
          <p:cNvPr id="8" name="Slide Number Placeholder 7">
            <a:extLst>
              <a:ext uri="{FF2B5EF4-FFF2-40B4-BE49-F238E27FC236}">
                <a16:creationId xmlns:a16="http://schemas.microsoft.com/office/drawing/2014/main" id="{B9911851-E6DF-24FD-7E8D-8B6D57F8FEA0}"/>
              </a:ext>
            </a:extLst>
          </p:cNvPr>
          <p:cNvSpPr>
            <a:spLocks noGrp="1"/>
          </p:cNvSpPr>
          <p:nvPr>
            <p:ph type="sldNum" sz="quarter" idx="12"/>
          </p:nvPr>
        </p:nvSpPr>
        <p:spPr/>
        <p:txBody>
          <a:bodyPr/>
          <a:lstStyle/>
          <a:p>
            <a:fld id="{294A09A9-5501-47C1-A89A-A340965A2BE2}" type="slidenum">
              <a:rPr lang="en-US" smtClean="0"/>
              <a:t>4</a:t>
            </a:fld>
            <a:endParaRPr lang="en-US" dirty="0"/>
          </a:p>
        </p:txBody>
      </p:sp>
      <p:sp>
        <p:nvSpPr>
          <p:cNvPr id="2" name="Title 1">
            <a:extLst>
              <a:ext uri="{FF2B5EF4-FFF2-40B4-BE49-F238E27FC236}">
                <a16:creationId xmlns:a16="http://schemas.microsoft.com/office/drawing/2014/main" id="{8DDE1B8B-D485-872C-35FF-0ABDCA859604}"/>
              </a:ext>
            </a:extLst>
          </p:cNvPr>
          <p:cNvSpPr>
            <a:spLocks noGrp="1"/>
          </p:cNvSpPr>
          <p:nvPr>
            <p:ph type="title"/>
          </p:nvPr>
        </p:nvSpPr>
        <p:spPr>
          <a:xfrm>
            <a:off x="1545336" y="6529"/>
            <a:ext cx="8878824" cy="1069848"/>
          </a:xfrm>
        </p:spPr>
        <p:txBody>
          <a:bodyPr/>
          <a:lstStyle/>
          <a:p>
            <a:r>
              <a:rPr lang="en-US" altLang="zh-HK" dirty="0"/>
              <a:t>Raw Data to Bronze</a:t>
            </a:r>
            <a:endParaRPr lang="en-US" dirty="0"/>
          </a:p>
        </p:txBody>
      </p:sp>
      <p:pic>
        <p:nvPicPr>
          <p:cNvPr id="10" name="Graphic 9" descr="Database with solid fill">
            <a:extLst>
              <a:ext uri="{FF2B5EF4-FFF2-40B4-BE49-F238E27FC236}">
                <a16:creationId xmlns:a16="http://schemas.microsoft.com/office/drawing/2014/main" id="{C1AEDA98-BB89-3F61-B56D-F166A1CE8A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76265" y="1552377"/>
            <a:ext cx="2460171" cy="2460171"/>
          </a:xfrm>
          <a:prstGeom prst="rect">
            <a:avLst/>
          </a:prstGeom>
        </p:spPr>
      </p:pic>
      <p:grpSp>
        <p:nvGrpSpPr>
          <p:cNvPr id="17" name="Group 16">
            <a:extLst>
              <a:ext uri="{FF2B5EF4-FFF2-40B4-BE49-F238E27FC236}">
                <a16:creationId xmlns:a16="http://schemas.microsoft.com/office/drawing/2014/main" id="{972704D6-BAA4-9B0D-1CE7-B2B1B8C0E8AB}"/>
              </a:ext>
            </a:extLst>
          </p:cNvPr>
          <p:cNvGrpSpPr/>
          <p:nvPr/>
        </p:nvGrpSpPr>
        <p:grpSpPr>
          <a:xfrm>
            <a:off x="4600733" y="1420080"/>
            <a:ext cx="3124198" cy="2595773"/>
            <a:chOff x="3787142" y="1809348"/>
            <a:chExt cx="3124198" cy="2595773"/>
          </a:xfrm>
        </p:grpSpPr>
        <p:sp>
          <p:nvSpPr>
            <p:cNvPr id="16" name="Rectangle: Rounded Corners 15">
              <a:extLst>
                <a:ext uri="{FF2B5EF4-FFF2-40B4-BE49-F238E27FC236}">
                  <a16:creationId xmlns:a16="http://schemas.microsoft.com/office/drawing/2014/main" id="{8B78ED48-BAB7-7214-2E92-2E4FAA3F494A}"/>
                </a:ext>
              </a:extLst>
            </p:cNvPr>
            <p:cNvSpPr/>
            <p:nvPr/>
          </p:nvSpPr>
          <p:spPr>
            <a:xfrm>
              <a:off x="3787142" y="1809348"/>
              <a:ext cx="3124198" cy="2595773"/>
            </a:xfrm>
            <a:prstGeom prst="roundRect">
              <a:avLst>
                <a:gd name="adj" fmla="val 4948"/>
              </a:avLst>
            </a:prstGeom>
            <a:solidFill>
              <a:schemeClr val="bg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p>
          </p:txBody>
        </p:sp>
        <p:sp>
          <p:nvSpPr>
            <p:cNvPr id="5" name="Content Placeholder 3">
              <a:extLst>
                <a:ext uri="{FF2B5EF4-FFF2-40B4-BE49-F238E27FC236}">
                  <a16:creationId xmlns:a16="http://schemas.microsoft.com/office/drawing/2014/main" id="{7B8B47C0-6976-F479-9ABF-566DE88CE5BC}"/>
                </a:ext>
              </a:extLst>
            </p:cNvPr>
            <p:cNvSpPr txBox="1">
              <a:spLocks/>
            </p:cNvSpPr>
            <p:nvPr/>
          </p:nvSpPr>
          <p:spPr>
            <a:xfrm>
              <a:off x="3864431" y="1931883"/>
              <a:ext cx="2881228" cy="1693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1pPr>
              <a:lvl2pPr marL="685800" indent="-228600" algn="l" defTabSz="914400" rtl="0" eaLnBrk="1" latinLnBrk="0" hangingPunct="1">
                <a:lnSpc>
                  <a:spcPct val="90000"/>
                </a:lnSpc>
                <a:spcBef>
                  <a:spcPts val="500"/>
                </a:spcBef>
                <a:buClr>
                  <a:schemeClr val="accent6"/>
                </a:buClr>
                <a:buFont typeface="Courier New" panose="02070309020205020404" pitchFamily="49" charset="0"/>
                <a:buChar char="o"/>
                <a:defRPr sz="1600" kern="1200">
                  <a:solidFill>
                    <a:schemeClr val="bg1"/>
                  </a:solidFill>
                  <a:latin typeface="+mn-lt"/>
                  <a:ea typeface="+mn-ea"/>
                  <a:cs typeface="Segoe UI" panose="020B0502040204020203" pitchFamily="34" charset="0"/>
                </a:defRPr>
              </a:lvl2pPr>
              <a:lvl3pPr marL="1143000" indent="-228600" algn="l" defTabSz="914400" rtl="0" eaLnBrk="1" latinLnBrk="0" hangingPunct="1">
                <a:lnSpc>
                  <a:spcPct val="90000"/>
                </a:lnSpc>
                <a:spcBef>
                  <a:spcPts val="500"/>
                </a:spcBef>
                <a:buClr>
                  <a:schemeClr val="accent6"/>
                </a:buClr>
                <a:buFont typeface="Courier New" panose="02070309020205020404" pitchFamily="49" charset="0"/>
                <a:buChar char="o"/>
                <a:defRPr sz="1400" kern="1200">
                  <a:solidFill>
                    <a:schemeClr val="bg1"/>
                  </a:solidFill>
                  <a:latin typeface="+mn-lt"/>
                  <a:ea typeface="+mn-ea"/>
                  <a:cs typeface="Segoe UI" panose="020B0502040204020203" pitchFamily="34" charset="0"/>
                </a:defRPr>
              </a:lvl3pPr>
              <a:lvl4pPr marL="1600200" indent="-228600" algn="l" defTabSz="914400" rtl="0" eaLnBrk="1" latinLnBrk="0" hangingPunct="1">
                <a:lnSpc>
                  <a:spcPct val="90000"/>
                </a:lnSpc>
                <a:spcBef>
                  <a:spcPts val="500"/>
                </a:spcBef>
                <a:buClr>
                  <a:schemeClr val="accent6"/>
                </a:buClr>
                <a:buFont typeface="Courier New" panose="02070309020205020404" pitchFamily="49" charset="0"/>
                <a:buChar char="o"/>
                <a:defRPr sz="1200" kern="1200">
                  <a:solidFill>
                    <a:schemeClr val="bg1"/>
                  </a:solidFill>
                  <a:latin typeface="+mn-lt"/>
                  <a:ea typeface="+mn-ea"/>
                  <a:cs typeface="Segoe UI" panose="020B0502040204020203" pitchFamily="34" charset="0"/>
                </a:defRPr>
              </a:lvl4pPr>
              <a:lvl5pPr marL="2057400" indent="-228600" algn="l" defTabSz="914400" rtl="0" eaLnBrk="1" latinLnBrk="0" hangingPunct="1">
                <a:lnSpc>
                  <a:spcPct val="90000"/>
                </a:lnSpc>
                <a:spcBef>
                  <a:spcPts val="500"/>
                </a:spcBef>
                <a:buClr>
                  <a:schemeClr val="accent6"/>
                </a:buClr>
                <a:buFont typeface="Courier New" panose="02070309020205020404" pitchFamily="49" charset="0"/>
                <a:buChar char="o"/>
                <a:defRPr sz="12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3400" indent="0">
                <a:buNone/>
              </a:pPr>
              <a:r>
                <a:rPr lang="en-US" altLang="zh-HK" sz="2400" b="1" dirty="0">
                  <a:latin typeface="+mj-lt"/>
                  <a:ea typeface="+mj-ea"/>
                </a:rPr>
                <a:t>ETL</a:t>
              </a:r>
            </a:p>
            <a:p>
              <a:r>
                <a:rPr lang="en-US" altLang="zh-HK" sz="1600" dirty="0"/>
                <a:t>Extract: Loans, Clickstream, Financials</a:t>
              </a:r>
            </a:p>
            <a:p>
              <a:r>
                <a:rPr lang="en-US" altLang="zh-HK" sz="1600" dirty="0"/>
                <a:t>Transform: Keep minimal and just filtering by snapshot date.</a:t>
              </a:r>
            </a:p>
            <a:p>
              <a:r>
                <a:rPr lang="en-US" altLang="zh-HK" sz="1600" dirty="0"/>
                <a:t>Load: Stored as partitioned CSVs.</a:t>
              </a:r>
            </a:p>
          </p:txBody>
        </p:sp>
        <p:pic>
          <p:nvPicPr>
            <p:cNvPr id="12" name="Graphic 11" descr="Circles with arrows with solid fill">
              <a:extLst>
                <a:ext uri="{FF2B5EF4-FFF2-40B4-BE49-F238E27FC236}">
                  <a16:creationId xmlns:a16="http://schemas.microsoft.com/office/drawing/2014/main" id="{1C0BF736-4FF9-7198-BD73-7E8EF22FD9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35473" y="1842076"/>
              <a:ext cx="614405" cy="614405"/>
            </a:xfrm>
            <a:prstGeom prst="rect">
              <a:avLst/>
            </a:prstGeom>
          </p:spPr>
        </p:pic>
      </p:grpSp>
      <p:grpSp>
        <p:nvGrpSpPr>
          <p:cNvPr id="21" name="Group 20">
            <a:extLst>
              <a:ext uri="{FF2B5EF4-FFF2-40B4-BE49-F238E27FC236}">
                <a16:creationId xmlns:a16="http://schemas.microsoft.com/office/drawing/2014/main" id="{60E8C7A6-C2F3-FF64-F200-4DF7D33EDFD0}"/>
              </a:ext>
            </a:extLst>
          </p:cNvPr>
          <p:cNvGrpSpPr/>
          <p:nvPr/>
        </p:nvGrpSpPr>
        <p:grpSpPr>
          <a:xfrm>
            <a:off x="2313249" y="3146451"/>
            <a:ext cx="1071589" cy="971219"/>
            <a:chOff x="1564949" y="2869825"/>
            <a:chExt cx="1071589" cy="971219"/>
          </a:xfrm>
        </p:grpSpPr>
        <p:pic>
          <p:nvPicPr>
            <p:cNvPr id="18" name="Graphic 17" descr="Document with solid fill">
              <a:extLst>
                <a:ext uri="{FF2B5EF4-FFF2-40B4-BE49-F238E27FC236}">
                  <a16:creationId xmlns:a16="http://schemas.microsoft.com/office/drawing/2014/main" id="{4D1876B8-123C-6936-649A-B3C25B9F0C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65088" y="3178322"/>
              <a:ext cx="662722" cy="662722"/>
            </a:xfrm>
            <a:prstGeom prst="rect">
              <a:avLst/>
            </a:prstGeom>
          </p:spPr>
        </p:pic>
        <p:sp>
          <p:nvSpPr>
            <p:cNvPr id="20" name="Text Placeholder 14">
              <a:extLst>
                <a:ext uri="{FF2B5EF4-FFF2-40B4-BE49-F238E27FC236}">
                  <a16:creationId xmlns:a16="http://schemas.microsoft.com/office/drawing/2014/main" id="{1360334F-38A8-AE9C-A27C-DFE735BA505F}"/>
                </a:ext>
              </a:extLst>
            </p:cNvPr>
            <p:cNvSpPr txBox="1">
              <a:spLocks/>
            </p:cNvSpPr>
            <p:nvPr/>
          </p:nvSpPr>
          <p:spPr>
            <a:xfrm>
              <a:off x="1564949" y="2869825"/>
              <a:ext cx="1071589" cy="493776"/>
            </a:xfrm>
            <a:prstGeom prst="rect">
              <a:avLst/>
            </a:prstGeom>
          </p:spPr>
          <p:txBody>
            <a:bodyPr vert="horz" lIns="91440" tIns="45720" rIns="91440" bIns="45720" rtlCol="0" anchor="t">
              <a:noAutofit/>
            </a:bodyPr>
            <a:lstStyle>
              <a:lvl1pPr marL="0" indent="0" algn="l" defTabSz="914377" rtl="0" eaLnBrk="1" latinLnBrk="0" hangingPunct="1">
                <a:lnSpc>
                  <a:spcPct val="90000"/>
                </a:lnSpc>
                <a:spcBef>
                  <a:spcPts val="1000"/>
                </a:spcBef>
                <a:buClr>
                  <a:schemeClr val="accent6"/>
                </a:buClr>
                <a:buFont typeface="Courier New" panose="02070309020205020404" pitchFamily="49" charset="0"/>
                <a:buNone/>
                <a:defRPr sz="2400" b="1" kern="1200">
                  <a:solidFill>
                    <a:schemeClr val="bg1"/>
                  </a:solidFill>
                  <a:latin typeface="+mj-lt"/>
                  <a:ea typeface="+mn-ea"/>
                  <a:cs typeface="Segoe UI" panose="020B0502040204020203" pitchFamily="34" charset="0"/>
                </a:defRPr>
              </a:lvl1pPr>
              <a:lvl2pPr marL="457189" indent="0" algn="l" defTabSz="914377" rtl="0" eaLnBrk="1" latinLnBrk="0" hangingPunct="1">
                <a:lnSpc>
                  <a:spcPct val="90000"/>
                </a:lnSpc>
                <a:spcBef>
                  <a:spcPts val="500"/>
                </a:spcBef>
                <a:buClr>
                  <a:schemeClr val="accent6"/>
                </a:buClr>
                <a:buFont typeface="Courier New" panose="02070309020205020404" pitchFamily="49" charset="0"/>
                <a:buNone/>
                <a:defRPr sz="2000" b="1" kern="1200">
                  <a:solidFill>
                    <a:schemeClr val="bg1"/>
                  </a:solidFill>
                  <a:latin typeface="+mn-lt"/>
                  <a:ea typeface="+mn-ea"/>
                  <a:cs typeface="Segoe UI" panose="020B0502040204020203" pitchFamily="34" charset="0"/>
                </a:defRPr>
              </a:lvl2pPr>
              <a:lvl3pPr marL="914377" indent="0" algn="l" defTabSz="914377" rtl="0" eaLnBrk="1" latinLnBrk="0" hangingPunct="1">
                <a:lnSpc>
                  <a:spcPct val="90000"/>
                </a:lnSpc>
                <a:spcBef>
                  <a:spcPts val="500"/>
                </a:spcBef>
                <a:buClr>
                  <a:schemeClr val="accent6"/>
                </a:buClr>
                <a:buFont typeface="Courier New" panose="02070309020205020404" pitchFamily="49" charset="0"/>
                <a:buNone/>
                <a:defRPr sz="1800" b="1" kern="1200">
                  <a:solidFill>
                    <a:schemeClr val="bg1"/>
                  </a:solidFill>
                  <a:latin typeface="+mn-lt"/>
                  <a:ea typeface="+mn-ea"/>
                  <a:cs typeface="Segoe UI" panose="020B0502040204020203" pitchFamily="34" charset="0"/>
                </a:defRPr>
              </a:lvl3pPr>
              <a:lvl4pPr marL="1371566"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4pPr>
              <a:lvl5pPr marL="1828754"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5pPr>
              <a:lvl6pPr marL="2285943"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tLang="zh-HK" dirty="0"/>
                <a:t>Loans</a:t>
              </a:r>
              <a:endParaRPr lang="zh-HK" altLang="en-US" dirty="0"/>
            </a:p>
          </p:txBody>
        </p:sp>
      </p:grpSp>
      <p:grpSp>
        <p:nvGrpSpPr>
          <p:cNvPr id="25" name="Group 24">
            <a:extLst>
              <a:ext uri="{FF2B5EF4-FFF2-40B4-BE49-F238E27FC236}">
                <a16:creationId xmlns:a16="http://schemas.microsoft.com/office/drawing/2014/main" id="{FC5D910B-93AE-4EAC-74E0-E591B1C0FFCA}"/>
              </a:ext>
            </a:extLst>
          </p:cNvPr>
          <p:cNvGrpSpPr/>
          <p:nvPr/>
        </p:nvGrpSpPr>
        <p:grpSpPr>
          <a:xfrm>
            <a:off x="1998469" y="1708341"/>
            <a:ext cx="1693380" cy="988799"/>
            <a:chOff x="1583220" y="1296412"/>
            <a:chExt cx="1693380" cy="988799"/>
          </a:xfrm>
        </p:grpSpPr>
        <p:pic>
          <p:nvPicPr>
            <p:cNvPr id="13" name="Graphic 12" descr="Document with solid fill">
              <a:extLst>
                <a:ext uri="{FF2B5EF4-FFF2-40B4-BE49-F238E27FC236}">
                  <a16:creationId xmlns:a16="http://schemas.microsoft.com/office/drawing/2014/main" id="{3CBBEE36-8ABF-49F2-324F-B8109929182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29106" y="1622489"/>
              <a:ext cx="662722" cy="662722"/>
            </a:xfrm>
            <a:prstGeom prst="rect">
              <a:avLst/>
            </a:prstGeom>
          </p:spPr>
        </p:pic>
        <p:sp>
          <p:nvSpPr>
            <p:cNvPr id="22" name="Text Placeholder 14">
              <a:extLst>
                <a:ext uri="{FF2B5EF4-FFF2-40B4-BE49-F238E27FC236}">
                  <a16:creationId xmlns:a16="http://schemas.microsoft.com/office/drawing/2014/main" id="{F3EC42AB-90BB-2BBD-B37F-A8F8D87B51F5}"/>
                </a:ext>
              </a:extLst>
            </p:cNvPr>
            <p:cNvSpPr txBox="1">
              <a:spLocks/>
            </p:cNvSpPr>
            <p:nvPr/>
          </p:nvSpPr>
          <p:spPr>
            <a:xfrm>
              <a:off x="1583220" y="1296412"/>
              <a:ext cx="1693380" cy="493776"/>
            </a:xfrm>
            <a:prstGeom prst="rect">
              <a:avLst/>
            </a:prstGeom>
          </p:spPr>
          <p:txBody>
            <a:bodyPr vert="horz" lIns="91440" tIns="45720" rIns="91440" bIns="45720" rtlCol="0" anchor="t">
              <a:noAutofit/>
            </a:bodyPr>
            <a:lstStyle>
              <a:lvl1pPr marL="0" indent="0" algn="l" defTabSz="914377" rtl="0" eaLnBrk="1" latinLnBrk="0" hangingPunct="1">
                <a:lnSpc>
                  <a:spcPct val="90000"/>
                </a:lnSpc>
                <a:spcBef>
                  <a:spcPts val="1000"/>
                </a:spcBef>
                <a:buClr>
                  <a:schemeClr val="accent6"/>
                </a:buClr>
                <a:buFont typeface="Courier New" panose="02070309020205020404" pitchFamily="49" charset="0"/>
                <a:buNone/>
                <a:defRPr sz="2400" b="1" kern="1200">
                  <a:solidFill>
                    <a:schemeClr val="bg1"/>
                  </a:solidFill>
                  <a:latin typeface="+mj-lt"/>
                  <a:ea typeface="+mn-ea"/>
                  <a:cs typeface="Segoe UI" panose="020B0502040204020203" pitchFamily="34" charset="0"/>
                </a:defRPr>
              </a:lvl1pPr>
              <a:lvl2pPr marL="457189" indent="0" algn="l" defTabSz="914377" rtl="0" eaLnBrk="1" latinLnBrk="0" hangingPunct="1">
                <a:lnSpc>
                  <a:spcPct val="90000"/>
                </a:lnSpc>
                <a:spcBef>
                  <a:spcPts val="500"/>
                </a:spcBef>
                <a:buClr>
                  <a:schemeClr val="accent6"/>
                </a:buClr>
                <a:buFont typeface="Courier New" panose="02070309020205020404" pitchFamily="49" charset="0"/>
                <a:buNone/>
                <a:defRPr sz="2000" b="1" kern="1200">
                  <a:solidFill>
                    <a:schemeClr val="bg1"/>
                  </a:solidFill>
                  <a:latin typeface="+mn-lt"/>
                  <a:ea typeface="+mn-ea"/>
                  <a:cs typeface="Segoe UI" panose="020B0502040204020203" pitchFamily="34" charset="0"/>
                </a:defRPr>
              </a:lvl2pPr>
              <a:lvl3pPr marL="914377" indent="0" algn="l" defTabSz="914377" rtl="0" eaLnBrk="1" latinLnBrk="0" hangingPunct="1">
                <a:lnSpc>
                  <a:spcPct val="90000"/>
                </a:lnSpc>
                <a:spcBef>
                  <a:spcPts val="500"/>
                </a:spcBef>
                <a:buClr>
                  <a:schemeClr val="accent6"/>
                </a:buClr>
                <a:buFont typeface="Courier New" panose="02070309020205020404" pitchFamily="49" charset="0"/>
                <a:buNone/>
                <a:defRPr sz="1800" b="1" kern="1200">
                  <a:solidFill>
                    <a:schemeClr val="bg1"/>
                  </a:solidFill>
                  <a:latin typeface="+mn-lt"/>
                  <a:ea typeface="+mn-ea"/>
                  <a:cs typeface="Segoe UI" panose="020B0502040204020203" pitchFamily="34" charset="0"/>
                </a:defRPr>
              </a:lvl3pPr>
              <a:lvl4pPr marL="1371566"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4pPr>
              <a:lvl5pPr marL="1828754"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5pPr>
              <a:lvl6pPr marL="2285943"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tLang="zh-HK" dirty="0"/>
                <a:t>Clickstream</a:t>
              </a:r>
              <a:endParaRPr lang="zh-HK" altLang="en-US" dirty="0"/>
            </a:p>
          </p:txBody>
        </p:sp>
      </p:grpSp>
      <p:grpSp>
        <p:nvGrpSpPr>
          <p:cNvPr id="26" name="Group 25">
            <a:extLst>
              <a:ext uri="{FF2B5EF4-FFF2-40B4-BE49-F238E27FC236}">
                <a16:creationId xmlns:a16="http://schemas.microsoft.com/office/drawing/2014/main" id="{908853D1-1B5F-82C7-23EC-7FF501F363DE}"/>
              </a:ext>
            </a:extLst>
          </p:cNvPr>
          <p:cNvGrpSpPr/>
          <p:nvPr/>
        </p:nvGrpSpPr>
        <p:grpSpPr>
          <a:xfrm>
            <a:off x="1086343" y="1103416"/>
            <a:ext cx="1693380" cy="979386"/>
            <a:chOff x="634429" y="996401"/>
            <a:chExt cx="1693380" cy="979386"/>
          </a:xfrm>
        </p:grpSpPr>
        <p:pic>
          <p:nvPicPr>
            <p:cNvPr id="9" name="Graphic 8" descr="Document with solid fill">
              <a:extLst>
                <a:ext uri="{FF2B5EF4-FFF2-40B4-BE49-F238E27FC236}">
                  <a16:creationId xmlns:a16="http://schemas.microsoft.com/office/drawing/2014/main" id="{2C6615D8-1332-7F47-0B0F-332AD09669F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5564" y="1313065"/>
              <a:ext cx="662722" cy="662722"/>
            </a:xfrm>
            <a:prstGeom prst="rect">
              <a:avLst/>
            </a:prstGeom>
          </p:spPr>
        </p:pic>
        <p:sp>
          <p:nvSpPr>
            <p:cNvPr id="23" name="Text Placeholder 14">
              <a:extLst>
                <a:ext uri="{FF2B5EF4-FFF2-40B4-BE49-F238E27FC236}">
                  <a16:creationId xmlns:a16="http://schemas.microsoft.com/office/drawing/2014/main" id="{DAD77C66-0CC1-7C13-8E17-4216E43F87DE}"/>
                </a:ext>
              </a:extLst>
            </p:cNvPr>
            <p:cNvSpPr txBox="1">
              <a:spLocks/>
            </p:cNvSpPr>
            <p:nvPr/>
          </p:nvSpPr>
          <p:spPr>
            <a:xfrm>
              <a:off x="634429" y="996401"/>
              <a:ext cx="1693380" cy="493776"/>
            </a:xfrm>
            <a:prstGeom prst="rect">
              <a:avLst/>
            </a:prstGeom>
          </p:spPr>
          <p:txBody>
            <a:bodyPr vert="horz" lIns="91440" tIns="45720" rIns="91440" bIns="45720" rtlCol="0" anchor="t">
              <a:noAutofit/>
            </a:bodyPr>
            <a:lstStyle>
              <a:lvl1pPr marL="0" indent="0" algn="l" defTabSz="914377" rtl="0" eaLnBrk="1" latinLnBrk="0" hangingPunct="1">
                <a:lnSpc>
                  <a:spcPct val="90000"/>
                </a:lnSpc>
                <a:spcBef>
                  <a:spcPts val="1000"/>
                </a:spcBef>
                <a:buClr>
                  <a:schemeClr val="accent6"/>
                </a:buClr>
                <a:buFont typeface="Courier New" panose="02070309020205020404" pitchFamily="49" charset="0"/>
                <a:buNone/>
                <a:defRPr sz="2400" b="1" kern="1200">
                  <a:solidFill>
                    <a:schemeClr val="bg1"/>
                  </a:solidFill>
                  <a:latin typeface="+mj-lt"/>
                  <a:ea typeface="+mn-ea"/>
                  <a:cs typeface="Segoe UI" panose="020B0502040204020203" pitchFamily="34" charset="0"/>
                </a:defRPr>
              </a:lvl1pPr>
              <a:lvl2pPr marL="457189" indent="0" algn="l" defTabSz="914377" rtl="0" eaLnBrk="1" latinLnBrk="0" hangingPunct="1">
                <a:lnSpc>
                  <a:spcPct val="90000"/>
                </a:lnSpc>
                <a:spcBef>
                  <a:spcPts val="500"/>
                </a:spcBef>
                <a:buClr>
                  <a:schemeClr val="accent6"/>
                </a:buClr>
                <a:buFont typeface="Courier New" panose="02070309020205020404" pitchFamily="49" charset="0"/>
                <a:buNone/>
                <a:defRPr sz="2000" b="1" kern="1200">
                  <a:solidFill>
                    <a:schemeClr val="bg1"/>
                  </a:solidFill>
                  <a:latin typeface="+mn-lt"/>
                  <a:ea typeface="+mn-ea"/>
                  <a:cs typeface="Segoe UI" panose="020B0502040204020203" pitchFamily="34" charset="0"/>
                </a:defRPr>
              </a:lvl2pPr>
              <a:lvl3pPr marL="914377" indent="0" algn="l" defTabSz="914377" rtl="0" eaLnBrk="1" latinLnBrk="0" hangingPunct="1">
                <a:lnSpc>
                  <a:spcPct val="90000"/>
                </a:lnSpc>
                <a:spcBef>
                  <a:spcPts val="500"/>
                </a:spcBef>
                <a:buClr>
                  <a:schemeClr val="accent6"/>
                </a:buClr>
                <a:buFont typeface="Courier New" panose="02070309020205020404" pitchFamily="49" charset="0"/>
                <a:buNone/>
                <a:defRPr sz="1800" b="1" kern="1200">
                  <a:solidFill>
                    <a:schemeClr val="bg1"/>
                  </a:solidFill>
                  <a:latin typeface="+mn-lt"/>
                  <a:ea typeface="+mn-ea"/>
                  <a:cs typeface="Segoe UI" panose="020B0502040204020203" pitchFamily="34" charset="0"/>
                </a:defRPr>
              </a:lvl3pPr>
              <a:lvl4pPr marL="1371566"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4pPr>
              <a:lvl5pPr marL="1828754"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5pPr>
              <a:lvl6pPr marL="2285943"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tLang="zh-HK" dirty="0"/>
                <a:t>Attributes</a:t>
              </a:r>
              <a:endParaRPr lang="zh-HK" altLang="en-US" dirty="0"/>
            </a:p>
          </p:txBody>
        </p:sp>
      </p:grpSp>
      <p:grpSp>
        <p:nvGrpSpPr>
          <p:cNvPr id="27" name="Group 26">
            <a:extLst>
              <a:ext uri="{FF2B5EF4-FFF2-40B4-BE49-F238E27FC236}">
                <a16:creationId xmlns:a16="http://schemas.microsoft.com/office/drawing/2014/main" id="{CCE9ACC8-6FB4-7844-259E-F972FF3F57B6}"/>
              </a:ext>
            </a:extLst>
          </p:cNvPr>
          <p:cNvGrpSpPr/>
          <p:nvPr/>
        </p:nvGrpSpPr>
        <p:grpSpPr>
          <a:xfrm>
            <a:off x="1048278" y="2196505"/>
            <a:ext cx="1693380" cy="1057891"/>
            <a:chOff x="610821" y="2100027"/>
            <a:chExt cx="1693380" cy="1057891"/>
          </a:xfrm>
        </p:grpSpPr>
        <p:pic>
          <p:nvPicPr>
            <p:cNvPr id="14" name="Graphic 13" descr="Document with solid fill">
              <a:extLst>
                <a:ext uri="{FF2B5EF4-FFF2-40B4-BE49-F238E27FC236}">
                  <a16:creationId xmlns:a16="http://schemas.microsoft.com/office/drawing/2014/main" id="{487C9334-F3FC-236E-CB24-C1299A7FC34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5564" y="2100027"/>
              <a:ext cx="662722" cy="662722"/>
            </a:xfrm>
            <a:prstGeom prst="rect">
              <a:avLst/>
            </a:prstGeom>
          </p:spPr>
        </p:pic>
        <p:sp>
          <p:nvSpPr>
            <p:cNvPr id="24" name="Text Placeholder 14">
              <a:extLst>
                <a:ext uri="{FF2B5EF4-FFF2-40B4-BE49-F238E27FC236}">
                  <a16:creationId xmlns:a16="http://schemas.microsoft.com/office/drawing/2014/main" id="{BD93B105-C10D-ABBE-D17D-8D052C66A3C2}"/>
                </a:ext>
              </a:extLst>
            </p:cNvPr>
            <p:cNvSpPr txBox="1">
              <a:spLocks/>
            </p:cNvSpPr>
            <p:nvPr/>
          </p:nvSpPr>
          <p:spPr>
            <a:xfrm>
              <a:off x="610821" y="2664142"/>
              <a:ext cx="1693380" cy="493776"/>
            </a:xfrm>
            <a:prstGeom prst="rect">
              <a:avLst/>
            </a:prstGeom>
          </p:spPr>
          <p:txBody>
            <a:bodyPr vert="horz" lIns="91440" tIns="45720" rIns="91440" bIns="45720" rtlCol="0" anchor="t">
              <a:noAutofit/>
            </a:bodyPr>
            <a:lstStyle>
              <a:lvl1pPr marL="0" indent="0" algn="l" defTabSz="914377" rtl="0" eaLnBrk="1" latinLnBrk="0" hangingPunct="1">
                <a:lnSpc>
                  <a:spcPct val="90000"/>
                </a:lnSpc>
                <a:spcBef>
                  <a:spcPts val="1000"/>
                </a:spcBef>
                <a:buClr>
                  <a:schemeClr val="accent6"/>
                </a:buClr>
                <a:buFont typeface="Courier New" panose="02070309020205020404" pitchFamily="49" charset="0"/>
                <a:buNone/>
                <a:defRPr sz="2400" b="1" kern="1200">
                  <a:solidFill>
                    <a:schemeClr val="bg1"/>
                  </a:solidFill>
                  <a:latin typeface="+mj-lt"/>
                  <a:ea typeface="+mn-ea"/>
                  <a:cs typeface="Segoe UI" panose="020B0502040204020203" pitchFamily="34" charset="0"/>
                </a:defRPr>
              </a:lvl1pPr>
              <a:lvl2pPr marL="457189" indent="0" algn="l" defTabSz="914377" rtl="0" eaLnBrk="1" latinLnBrk="0" hangingPunct="1">
                <a:lnSpc>
                  <a:spcPct val="90000"/>
                </a:lnSpc>
                <a:spcBef>
                  <a:spcPts val="500"/>
                </a:spcBef>
                <a:buClr>
                  <a:schemeClr val="accent6"/>
                </a:buClr>
                <a:buFont typeface="Courier New" panose="02070309020205020404" pitchFamily="49" charset="0"/>
                <a:buNone/>
                <a:defRPr sz="2000" b="1" kern="1200">
                  <a:solidFill>
                    <a:schemeClr val="bg1"/>
                  </a:solidFill>
                  <a:latin typeface="+mn-lt"/>
                  <a:ea typeface="+mn-ea"/>
                  <a:cs typeface="Segoe UI" panose="020B0502040204020203" pitchFamily="34" charset="0"/>
                </a:defRPr>
              </a:lvl2pPr>
              <a:lvl3pPr marL="914377" indent="0" algn="l" defTabSz="914377" rtl="0" eaLnBrk="1" latinLnBrk="0" hangingPunct="1">
                <a:lnSpc>
                  <a:spcPct val="90000"/>
                </a:lnSpc>
                <a:spcBef>
                  <a:spcPts val="500"/>
                </a:spcBef>
                <a:buClr>
                  <a:schemeClr val="accent6"/>
                </a:buClr>
                <a:buFont typeface="Courier New" panose="02070309020205020404" pitchFamily="49" charset="0"/>
                <a:buNone/>
                <a:defRPr sz="1800" b="1" kern="1200">
                  <a:solidFill>
                    <a:schemeClr val="bg1"/>
                  </a:solidFill>
                  <a:latin typeface="+mn-lt"/>
                  <a:ea typeface="+mn-ea"/>
                  <a:cs typeface="Segoe UI" panose="020B0502040204020203" pitchFamily="34" charset="0"/>
                </a:defRPr>
              </a:lvl3pPr>
              <a:lvl4pPr marL="1371566"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4pPr>
              <a:lvl5pPr marL="1828754" indent="0" algn="l" defTabSz="914377"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5pPr>
              <a:lvl6pPr marL="2285943"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tLang="zh-HK" dirty="0"/>
                <a:t>Financials</a:t>
              </a:r>
              <a:endParaRPr lang="zh-HK" altLang="en-US" dirty="0"/>
            </a:p>
          </p:txBody>
        </p:sp>
      </p:grpSp>
      <p:cxnSp>
        <p:nvCxnSpPr>
          <p:cNvPr id="30" name="Connector: Elbow 29">
            <a:extLst>
              <a:ext uri="{FF2B5EF4-FFF2-40B4-BE49-F238E27FC236}">
                <a16:creationId xmlns:a16="http://schemas.microsoft.com/office/drawing/2014/main" id="{99929559-59A3-8DEF-2915-39782BBD49F9}"/>
              </a:ext>
            </a:extLst>
          </p:cNvPr>
          <p:cNvCxnSpPr>
            <a:cxnSpLocks/>
            <a:stCxn id="13" idx="3"/>
            <a:endCxn id="16" idx="1"/>
          </p:cNvCxnSpPr>
          <p:nvPr/>
        </p:nvCxnSpPr>
        <p:spPr>
          <a:xfrm>
            <a:off x="3107077" y="2365779"/>
            <a:ext cx="1493656" cy="352188"/>
          </a:xfrm>
          <a:prstGeom prst="bentConnector3">
            <a:avLst>
              <a:gd name="adj1" fmla="val 50000"/>
            </a:avLst>
          </a:prstGeom>
          <a:ln w="25400">
            <a:solidFill>
              <a:srgbClr val="A6A6A6"/>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781D8DAE-F150-843E-458F-33E2698A5CFA}"/>
              </a:ext>
            </a:extLst>
          </p:cNvPr>
          <p:cNvCxnSpPr>
            <a:cxnSpLocks/>
            <a:stCxn id="18" idx="3"/>
            <a:endCxn id="16" idx="1"/>
          </p:cNvCxnSpPr>
          <p:nvPr/>
        </p:nvCxnSpPr>
        <p:spPr>
          <a:xfrm flipV="1">
            <a:off x="3076110" y="2717967"/>
            <a:ext cx="1524623" cy="1068342"/>
          </a:xfrm>
          <a:prstGeom prst="bentConnector3">
            <a:avLst>
              <a:gd name="adj1" fmla="val 50000"/>
            </a:avLst>
          </a:prstGeom>
          <a:ln w="25400">
            <a:solidFill>
              <a:srgbClr val="A6A6A6"/>
            </a:solidFill>
            <a:headEnd type="none"/>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9623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89127-5A1E-BDE7-AD53-18E320E91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F4B79-AC64-F326-7FBE-13DC706F69D7}"/>
              </a:ext>
            </a:extLst>
          </p:cNvPr>
          <p:cNvSpPr>
            <a:spLocks noGrp="1"/>
          </p:cNvSpPr>
          <p:nvPr>
            <p:ph type="title"/>
          </p:nvPr>
        </p:nvSpPr>
        <p:spPr>
          <a:xfrm>
            <a:off x="1545336" y="12468"/>
            <a:ext cx="8878824" cy="1069848"/>
          </a:xfrm>
        </p:spPr>
        <p:txBody>
          <a:bodyPr/>
          <a:lstStyle/>
          <a:p>
            <a:r>
              <a:rPr lang="en-US" altLang="zh-HK" dirty="0"/>
              <a:t>Bronze TO Silver(Users)</a:t>
            </a:r>
            <a:endParaRPr lang="en-US" dirty="0"/>
          </a:p>
        </p:txBody>
      </p:sp>
      <p:sp>
        <p:nvSpPr>
          <p:cNvPr id="15" name="Text Placeholder 14">
            <a:extLst>
              <a:ext uri="{FF2B5EF4-FFF2-40B4-BE49-F238E27FC236}">
                <a16:creationId xmlns:a16="http://schemas.microsoft.com/office/drawing/2014/main" id="{4306B68E-D5FE-21E1-4FCB-965AC0D35F1D}"/>
              </a:ext>
            </a:extLst>
          </p:cNvPr>
          <p:cNvSpPr>
            <a:spLocks noGrp="1"/>
          </p:cNvSpPr>
          <p:nvPr>
            <p:ph type="body" idx="1"/>
          </p:nvPr>
        </p:nvSpPr>
        <p:spPr/>
        <p:txBody>
          <a:bodyPr/>
          <a:lstStyle/>
          <a:p>
            <a:r>
              <a:rPr lang="en-US" altLang="zh-HK" dirty="0"/>
              <a:t>Design Rationales</a:t>
            </a:r>
            <a:endParaRPr lang="zh-HK" altLang="en-US" dirty="0"/>
          </a:p>
        </p:txBody>
      </p:sp>
      <p:sp>
        <p:nvSpPr>
          <p:cNvPr id="4" name="Content Placeholder 3">
            <a:extLst>
              <a:ext uri="{FF2B5EF4-FFF2-40B4-BE49-F238E27FC236}">
                <a16:creationId xmlns:a16="http://schemas.microsoft.com/office/drawing/2014/main" id="{F8188227-9D65-DD3E-9F09-F2FEADAED96B}"/>
              </a:ext>
            </a:extLst>
          </p:cNvPr>
          <p:cNvSpPr>
            <a:spLocks noGrp="1"/>
          </p:cNvSpPr>
          <p:nvPr>
            <p:ph sz="half" idx="2"/>
          </p:nvPr>
        </p:nvSpPr>
        <p:spPr/>
        <p:txBody>
          <a:bodyPr/>
          <a:lstStyle/>
          <a:p>
            <a:r>
              <a:rPr lang="en-US" altLang="zh-HK" dirty="0"/>
              <a:t>The PII are masked in the silver layer to ensure sensitive information would not be accidentally shared within the enterprise.</a:t>
            </a:r>
          </a:p>
          <a:p>
            <a:r>
              <a:rPr lang="en-US" altLang="zh-HK" dirty="0"/>
              <a:t>Schema enforcement prevents dirty data from propagating.</a:t>
            </a:r>
          </a:p>
          <a:p>
            <a:r>
              <a:rPr lang="en-US" altLang="zh-HK" dirty="0"/>
              <a:t>Separate logic per data domain ensures data quality early.</a:t>
            </a:r>
          </a:p>
          <a:p>
            <a:r>
              <a:rPr lang="en-US" dirty="0"/>
              <a:t>Partition by snapshot month for reproducibility.</a:t>
            </a:r>
          </a:p>
          <a:p>
            <a:endParaRPr lang="en-US" dirty="0"/>
          </a:p>
        </p:txBody>
      </p:sp>
      <p:sp>
        <p:nvSpPr>
          <p:cNvPr id="7" name="Footer Placeholder 6">
            <a:extLst>
              <a:ext uri="{FF2B5EF4-FFF2-40B4-BE49-F238E27FC236}">
                <a16:creationId xmlns:a16="http://schemas.microsoft.com/office/drawing/2014/main" id="{6ACD2C30-8353-9CF2-BB5E-62B48A974DCC}"/>
              </a:ext>
            </a:extLst>
          </p:cNvPr>
          <p:cNvSpPr>
            <a:spLocks noGrp="1"/>
          </p:cNvSpPr>
          <p:nvPr>
            <p:ph type="ftr" sz="quarter" idx="11"/>
          </p:nvPr>
        </p:nvSpPr>
        <p:spPr/>
        <p:txBody>
          <a:bodyPr/>
          <a:lstStyle/>
          <a:p>
            <a:r>
              <a:rPr lang="en-US"/>
              <a:t>Crypto: investing &amp; trading</a:t>
            </a:r>
            <a:endParaRPr lang="en-US" dirty="0"/>
          </a:p>
        </p:txBody>
      </p:sp>
      <p:sp>
        <p:nvSpPr>
          <p:cNvPr id="8" name="Slide Number Placeholder 7">
            <a:extLst>
              <a:ext uri="{FF2B5EF4-FFF2-40B4-BE49-F238E27FC236}">
                <a16:creationId xmlns:a16="http://schemas.microsoft.com/office/drawing/2014/main" id="{5451D83A-5F64-0829-694A-68996100D310}"/>
              </a:ext>
            </a:extLst>
          </p:cNvPr>
          <p:cNvSpPr>
            <a:spLocks noGrp="1"/>
          </p:cNvSpPr>
          <p:nvPr>
            <p:ph type="sldNum" sz="quarter" idx="12"/>
          </p:nvPr>
        </p:nvSpPr>
        <p:spPr/>
        <p:txBody>
          <a:bodyPr/>
          <a:lstStyle/>
          <a:p>
            <a:fld id="{294A09A9-5501-47C1-A89A-A340965A2BE2}" type="slidenum">
              <a:rPr lang="en-US" smtClean="0"/>
              <a:t>5</a:t>
            </a:fld>
            <a:endParaRPr lang="en-US" dirty="0"/>
          </a:p>
        </p:txBody>
      </p:sp>
      <p:sp>
        <p:nvSpPr>
          <p:cNvPr id="3" name="Content Placeholder 3">
            <a:extLst>
              <a:ext uri="{FF2B5EF4-FFF2-40B4-BE49-F238E27FC236}">
                <a16:creationId xmlns:a16="http://schemas.microsoft.com/office/drawing/2014/main" id="{75347462-2E70-7AAC-8501-D5726A00A945}"/>
              </a:ext>
            </a:extLst>
          </p:cNvPr>
          <p:cNvSpPr txBox="1">
            <a:spLocks/>
          </p:cNvSpPr>
          <p:nvPr/>
        </p:nvSpPr>
        <p:spPr>
          <a:xfrm>
            <a:off x="4972120" y="2185416"/>
            <a:ext cx="5940413" cy="25786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1pPr>
            <a:lvl2pPr marL="685800" indent="-228600" algn="l" defTabSz="914400" rtl="0" eaLnBrk="1" latinLnBrk="0" hangingPunct="1">
              <a:lnSpc>
                <a:spcPct val="90000"/>
              </a:lnSpc>
              <a:spcBef>
                <a:spcPts val="500"/>
              </a:spcBef>
              <a:buClr>
                <a:schemeClr val="accent6"/>
              </a:buClr>
              <a:buFont typeface="Courier New" panose="02070309020205020404" pitchFamily="49" charset="0"/>
              <a:buChar char="o"/>
              <a:defRPr sz="1600" kern="1200">
                <a:solidFill>
                  <a:schemeClr val="bg1"/>
                </a:solidFill>
                <a:latin typeface="+mn-lt"/>
                <a:ea typeface="+mn-ea"/>
                <a:cs typeface="Segoe UI" panose="020B0502040204020203" pitchFamily="34" charset="0"/>
              </a:defRPr>
            </a:lvl2pPr>
            <a:lvl3pPr marL="1143000" indent="-228600" algn="l" defTabSz="914400" rtl="0" eaLnBrk="1" latinLnBrk="0" hangingPunct="1">
              <a:lnSpc>
                <a:spcPct val="90000"/>
              </a:lnSpc>
              <a:spcBef>
                <a:spcPts val="500"/>
              </a:spcBef>
              <a:buClr>
                <a:schemeClr val="accent6"/>
              </a:buClr>
              <a:buFont typeface="Courier New" panose="02070309020205020404" pitchFamily="49" charset="0"/>
              <a:buChar char="o"/>
              <a:defRPr sz="1400" kern="1200">
                <a:solidFill>
                  <a:schemeClr val="bg1"/>
                </a:solidFill>
                <a:latin typeface="+mn-lt"/>
                <a:ea typeface="+mn-ea"/>
                <a:cs typeface="Segoe UI" panose="020B0502040204020203" pitchFamily="34" charset="0"/>
              </a:defRPr>
            </a:lvl3pPr>
            <a:lvl4pPr marL="1600200" indent="-228600" algn="l" defTabSz="914400" rtl="0" eaLnBrk="1" latinLnBrk="0" hangingPunct="1">
              <a:lnSpc>
                <a:spcPct val="90000"/>
              </a:lnSpc>
              <a:spcBef>
                <a:spcPts val="500"/>
              </a:spcBef>
              <a:buClr>
                <a:schemeClr val="accent6"/>
              </a:buClr>
              <a:buFont typeface="Courier New" panose="02070309020205020404" pitchFamily="49" charset="0"/>
              <a:buChar char="o"/>
              <a:defRPr sz="1200" kern="1200">
                <a:solidFill>
                  <a:schemeClr val="bg1"/>
                </a:solidFill>
                <a:latin typeface="+mn-lt"/>
                <a:ea typeface="+mn-ea"/>
                <a:cs typeface="Segoe UI" panose="020B0502040204020203" pitchFamily="34" charset="0"/>
              </a:defRPr>
            </a:lvl4pPr>
            <a:lvl5pPr marL="2057400" indent="-228600" algn="l" defTabSz="914400" rtl="0" eaLnBrk="1" latinLnBrk="0" hangingPunct="1">
              <a:lnSpc>
                <a:spcPct val="90000"/>
              </a:lnSpc>
              <a:spcBef>
                <a:spcPts val="500"/>
              </a:spcBef>
              <a:buClr>
                <a:schemeClr val="accent6"/>
              </a:buClr>
              <a:buFont typeface="Courier New" panose="02070309020205020404" pitchFamily="49" charset="0"/>
              <a:buChar char="o"/>
              <a:defRPr sz="12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HK" dirty="0"/>
              <a:t>Extract: Bronze clickstream, attributes and financials.</a:t>
            </a:r>
          </a:p>
          <a:p>
            <a:r>
              <a:rPr lang="en-US" altLang="zh-HK" dirty="0"/>
              <a:t>Transform: </a:t>
            </a:r>
          </a:p>
          <a:p>
            <a:pPr lvl="1"/>
            <a:r>
              <a:rPr lang="en-US" altLang="zh-HK" dirty="0"/>
              <a:t>Enforce schema on all features.</a:t>
            </a:r>
          </a:p>
          <a:p>
            <a:pPr lvl="1"/>
            <a:r>
              <a:rPr lang="en-US" altLang="zh-HK" dirty="0"/>
              <a:t>Attributes: </a:t>
            </a:r>
          </a:p>
          <a:p>
            <a:pPr lvl="2"/>
            <a:r>
              <a:rPr lang="en-US" altLang="zh-HK" dirty="0"/>
              <a:t>Mask Personal Identifiable Information (PII) including Name and SSN.</a:t>
            </a:r>
          </a:p>
          <a:p>
            <a:pPr lvl="2"/>
            <a:r>
              <a:rPr lang="en-US" altLang="zh-HK" dirty="0"/>
              <a:t>Set invalid Age range to Null.</a:t>
            </a:r>
          </a:p>
          <a:p>
            <a:pPr lvl="1"/>
            <a:r>
              <a:rPr lang="en-US" altLang="zh-HK" dirty="0"/>
              <a:t>Clickstream: </a:t>
            </a:r>
          </a:p>
          <a:p>
            <a:pPr lvl="2"/>
            <a:r>
              <a:rPr lang="en-US" altLang="zh-HK" dirty="0"/>
              <a:t>Convert 20 features (fe_1 to fe_20) to integers.</a:t>
            </a:r>
          </a:p>
          <a:p>
            <a:pPr lvl="1"/>
            <a:r>
              <a:rPr lang="en-US" altLang="zh-HK" dirty="0"/>
              <a:t>Financials:</a:t>
            </a:r>
          </a:p>
          <a:p>
            <a:pPr lvl="2"/>
            <a:r>
              <a:rPr lang="en-US" altLang="zh-HK" dirty="0"/>
              <a:t>Parse </a:t>
            </a:r>
            <a:r>
              <a:rPr lang="en-US" altLang="zh-HK" dirty="0" err="1"/>
              <a:t>Annual_Income</a:t>
            </a:r>
            <a:r>
              <a:rPr lang="en-US" altLang="zh-HK" dirty="0"/>
              <a:t>, </a:t>
            </a:r>
            <a:r>
              <a:rPr lang="en-US" altLang="zh-HK" dirty="0" err="1"/>
              <a:t>Num_of_Loan</a:t>
            </a:r>
            <a:r>
              <a:rPr lang="en-US" altLang="zh-HK" dirty="0"/>
              <a:t>, </a:t>
            </a:r>
            <a:r>
              <a:rPr lang="en-US" altLang="zh-HK" dirty="0" err="1"/>
              <a:t>Num_of_Delayed_Payment</a:t>
            </a:r>
            <a:r>
              <a:rPr lang="en-US" altLang="zh-HK" dirty="0"/>
              <a:t>, </a:t>
            </a:r>
            <a:r>
              <a:rPr lang="en-US" altLang="zh-HK" dirty="0" err="1"/>
              <a:t>Outstanding_Debt</a:t>
            </a:r>
            <a:r>
              <a:rPr lang="en-US" altLang="zh-HK" dirty="0"/>
              <a:t>, </a:t>
            </a:r>
            <a:r>
              <a:rPr lang="en-US" altLang="zh-HK" dirty="0" err="1"/>
              <a:t>Changed_Credit_Limit</a:t>
            </a:r>
            <a:r>
              <a:rPr lang="en-US" altLang="zh-HK" dirty="0"/>
              <a:t>, </a:t>
            </a:r>
            <a:r>
              <a:rPr lang="en-US" altLang="zh-HK" dirty="0" err="1"/>
              <a:t>Outstanding_Debt</a:t>
            </a:r>
            <a:r>
              <a:rPr lang="en-US" altLang="zh-HK" dirty="0"/>
              <a:t>, </a:t>
            </a:r>
            <a:r>
              <a:rPr lang="en-US" altLang="zh-HK" dirty="0" err="1"/>
              <a:t>Amount_invested_monthly</a:t>
            </a:r>
            <a:r>
              <a:rPr lang="en-US" altLang="zh-HK" dirty="0"/>
              <a:t>, </a:t>
            </a:r>
            <a:r>
              <a:rPr lang="en-US" altLang="zh-HK" dirty="0" err="1"/>
              <a:t>Monthly_Balance</a:t>
            </a:r>
            <a:r>
              <a:rPr lang="en-US" altLang="zh-HK" dirty="0"/>
              <a:t> to numerical.</a:t>
            </a:r>
          </a:p>
          <a:p>
            <a:pPr lvl="2"/>
            <a:r>
              <a:rPr lang="en-US" altLang="zh-HK" dirty="0"/>
              <a:t>Clean “</a:t>
            </a:r>
            <a:r>
              <a:rPr lang="en-US" altLang="zh-HK" dirty="0" err="1"/>
              <a:t>Type_of_Loan</a:t>
            </a:r>
            <a:r>
              <a:rPr lang="en-US" altLang="zh-HK" dirty="0"/>
              <a:t>”</a:t>
            </a:r>
          </a:p>
          <a:p>
            <a:pPr lvl="2"/>
            <a:r>
              <a:rPr lang="en-US" altLang="zh-HK" dirty="0"/>
              <a:t>Parse “</a:t>
            </a:r>
            <a:r>
              <a:rPr lang="en-US" altLang="zh-HK" dirty="0" err="1"/>
              <a:t>Credit_History_Age</a:t>
            </a:r>
            <a:r>
              <a:rPr lang="en-US" altLang="zh-HK" dirty="0"/>
              <a:t>” to number of month.</a:t>
            </a:r>
          </a:p>
          <a:p>
            <a:pPr lvl="2"/>
            <a:r>
              <a:rPr lang="en-US" altLang="zh-HK" dirty="0"/>
              <a:t>Split </a:t>
            </a:r>
            <a:r>
              <a:rPr lang="en-US" altLang="zh-HK" dirty="0" err="1"/>
              <a:t>Payment_Behaviour</a:t>
            </a:r>
            <a:r>
              <a:rPr lang="en-US" altLang="zh-HK" dirty="0"/>
              <a:t>”</a:t>
            </a:r>
          </a:p>
          <a:p>
            <a:r>
              <a:rPr lang="en-US" altLang="zh-HK" dirty="0"/>
              <a:t>Load: Stored as standardized Parquet files.</a:t>
            </a:r>
          </a:p>
        </p:txBody>
      </p:sp>
    </p:spTree>
    <p:extLst>
      <p:ext uri="{BB962C8B-B14F-4D97-AF65-F5344CB8AC3E}">
        <p14:creationId xmlns:p14="http://schemas.microsoft.com/office/powerpoint/2010/main" val="645705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itle 105">
            <a:extLst>
              <a:ext uri="{FF2B5EF4-FFF2-40B4-BE49-F238E27FC236}">
                <a16:creationId xmlns:a16="http://schemas.microsoft.com/office/drawing/2014/main" id="{734F8B63-0C1D-770B-CA9D-EE7ACF817C1F}"/>
              </a:ext>
            </a:extLst>
          </p:cNvPr>
          <p:cNvSpPr>
            <a:spLocks noGrp="1"/>
          </p:cNvSpPr>
          <p:nvPr>
            <p:ph type="title"/>
          </p:nvPr>
        </p:nvSpPr>
        <p:spPr/>
        <p:txBody>
          <a:bodyPr/>
          <a:lstStyle/>
          <a:p>
            <a:r>
              <a:rPr lang="en-US" dirty="0"/>
              <a:t>Architecture Overview</a:t>
            </a:r>
          </a:p>
        </p:txBody>
      </p:sp>
      <p:sp>
        <p:nvSpPr>
          <p:cNvPr id="138" name="Footer Placeholder 137">
            <a:extLst>
              <a:ext uri="{FF2B5EF4-FFF2-40B4-BE49-F238E27FC236}">
                <a16:creationId xmlns:a16="http://schemas.microsoft.com/office/drawing/2014/main" id="{8BC11123-4B26-8100-E85C-F218651524A5}"/>
              </a:ext>
            </a:extLst>
          </p:cNvPr>
          <p:cNvSpPr>
            <a:spLocks noGrp="1"/>
          </p:cNvSpPr>
          <p:nvPr>
            <p:ph type="ftr" sz="quarter" idx="10"/>
          </p:nvPr>
        </p:nvSpPr>
        <p:spPr/>
        <p:txBody>
          <a:bodyPr/>
          <a:lstStyle/>
          <a:p>
            <a:r>
              <a:rPr lang="en-US"/>
              <a:t>Crypto: investing &amp; trading</a:t>
            </a:r>
            <a:endParaRPr lang="en-US" dirty="0"/>
          </a:p>
        </p:txBody>
      </p:sp>
      <p:sp>
        <p:nvSpPr>
          <p:cNvPr id="139" name="Slide Number Placeholder 138">
            <a:extLst>
              <a:ext uri="{FF2B5EF4-FFF2-40B4-BE49-F238E27FC236}">
                <a16:creationId xmlns:a16="http://schemas.microsoft.com/office/drawing/2014/main" id="{0C6CCCC3-BCC9-AE9B-C2AE-4D9986B5F8AE}"/>
              </a:ext>
            </a:extLst>
          </p:cNvPr>
          <p:cNvSpPr>
            <a:spLocks noGrp="1"/>
          </p:cNvSpPr>
          <p:nvPr>
            <p:ph type="sldNum" sz="quarter" idx="11"/>
          </p:nvPr>
        </p:nvSpPr>
        <p:spPr/>
        <p:txBody>
          <a:bodyPr/>
          <a:lstStyle/>
          <a:p>
            <a:fld id="{294A09A9-5501-47C1-A89A-A340965A2BE2}" type="slidenum">
              <a:rPr lang="en-US" smtClean="0"/>
              <a:pPr/>
              <a:t>6</a:t>
            </a:fld>
            <a:endParaRPr lang="en-US" dirty="0"/>
          </a:p>
        </p:txBody>
      </p:sp>
      <p:sp>
        <p:nvSpPr>
          <p:cNvPr id="3" name="Text Placeholder 2">
            <a:extLst>
              <a:ext uri="{FF2B5EF4-FFF2-40B4-BE49-F238E27FC236}">
                <a16:creationId xmlns:a16="http://schemas.microsoft.com/office/drawing/2014/main" id="{0CF4EECB-47E7-26A0-F3A1-ACAE7AEE5741}"/>
              </a:ext>
            </a:extLst>
          </p:cNvPr>
          <p:cNvSpPr>
            <a:spLocks noGrp="1"/>
          </p:cNvSpPr>
          <p:nvPr>
            <p:ph type="body" sz="quarter" idx="12"/>
          </p:nvPr>
        </p:nvSpPr>
        <p:spPr/>
        <p:txBody>
          <a:bodyPr/>
          <a:lstStyle/>
          <a:p>
            <a:r>
              <a:rPr lang="en-US" dirty="0"/>
              <a:t>Step 1</a:t>
            </a:r>
          </a:p>
        </p:txBody>
      </p:sp>
      <p:sp>
        <p:nvSpPr>
          <p:cNvPr id="69" name="Text Placeholder 68">
            <a:extLst>
              <a:ext uri="{FF2B5EF4-FFF2-40B4-BE49-F238E27FC236}">
                <a16:creationId xmlns:a16="http://schemas.microsoft.com/office/drawing/2014/main" id="{4BBDF45D-9B32-0154-7602-2C43DAF6C0A6}"/>
              </a:ext>
            </a:extLst>
          </p:cNvPr>
          <p:cNvSpPr>
            <a:spLocks noGrp="1"/>
          </p:cNvSpPr>
          <p:nvPr>
            <p:ph type="body" sz="quarter" idx="13"/>
          </p:nvPr>
        </p:nvSpPr>
        <p:spPr/>
        <p:txBody>
          <a:bodyPr/>
          <a:lstStyle/>
          <a:p>
            <a:r>
              <a:rPr lang="en-US" dirty="0"/>
              <a:t>Choose a cryptocurrency exchange</a:t>
            </a:r>
          </a:p>
          <a:p>
            <a:endParaRPr lang="en-US" dirty="0"/>
          </a:p>
        </p:txBody>
      </p:sp>
      <p:sp>
        <p:nvSpPr>
          <p:cNvPr id="5" name="Text Placeholder 4">
            <a:extLst>
              <a:ext uri="{FF2B5EF4-FFF2-40B4-BE49-F238E27FC236}">
                <a16:creationId xmlns:a16="http://schemas.microsoft.com/office/drawing/2014/main" id="{AC2F0535-53EA-30FB-770D-0C92BEEF3F6D}"/>
              </a:ext>
            </a:extLst>
          </p:cNvPr>
          <p:cNvSpPr>
            <a:spLocks noGrp="1"/>
          </p:cNvSpPr>
          <p:nvPr>
            <p:ph type="body" sz="quarter" idx="14"/>
          </p:nvPr>
        </p:nvSpPr>
        <p:spPr/>
        <p:txBody>
          <a:bodyPr/>
          <a:lstStyle/>
          <a:p>
            <a:pPr lvl="0"/>
            <a:r>
              <a:rPr lang="en-US" dirty="0"/>
              <a:t>Step 2</a:t>
            </a:r>
          </a:p>
        </p:txBody>
      </p:sp>
      <p:sp>
        <p:nvSpPr>
          <p:cNvPr id="70" name="Text Placeholder 69">
            <a:extLst>
              <a:ext uri="{FF2B5EF4-FFF2-40B4-BE49-F238E27FC236}">
                <a16:creationId xmlns:a16="http://schemas.microsoft.com/office/drawing/2014/main" id="{38FF6C9F-C7C5-37D5-4C61-BA14A636B732}"/>
              </a:ext>
            </a:extLst>
          </p:cNvPr>
          <p:cNvSpPr>
            <a:spLocks noGrp="1"/>
          </p:cNvSpPr>
          <p:nvPr>
            <p:ph type="body" sz="quarter" idx="15"/>
          </p:nvPr>
        </p:nvSpPr>
        <p:spPr/>
        <p:txBody>
          <a:bodyPr/>
          <a:lstStyle/>
          <a:p>
            <a:r>
              <a:rPr lang="en-US" dirty="0"/>
              <a:t>Purchase preferred coins &amp; create "wallet"</a:t>
            </a:r>
          </a:p>
          <a:p>
            <a:endParaRPr lang="en-US" dirty="0"/>
          </a:p>
        </p:txBody>
      </p:sp>
      <p:sp>
        <p:nvSpPr>
          <p:cNvPr id="7" name="Text Placeholder 6">
            <a:extLst>
              <a:ext uri="{FF2B5EF4-FFF2-40B4-BE49-F238E27FC236}">
                <a16:creationId xmlns:a16="http://schemas.microsoft.com/office/drawing/2014/main" id="{31511481-29C6-275B-963E-B5AF2E87ADA2}"/>
              </a:ext>
            </a:extLst>
          </p:cNvPr>
          <p:cNvSpPr>
            <a:spLocks noGrp="1"/>
          </p:cNvSpPr>
          <p:nvPr>
            <p:ph type="body" sz="quarter" idx="16"/>
          </p:nvPr>
        </p:nvSpPr>
        <p:spPr/>
        <p:txBody>
          <a:bodyPr/>
          <a:lstStyle/>
          <a:p>
            <a:pPr lvl="0"/>
            <a:r>
              <a:rPr lang="en-US" dirty="0"/>
              <a:t>Step 3</a:t>
            </a:r>
          </a:p>
        </p:txBody>
      </p:sp>
      <p:sp>
        <p:nvSpPr>
          <p:cNvPr id="71" name="Text Placeholder 70">
            <a:extLst>
              <a:ext uri="{FF2B5EF4-FFF2-40B4-BE49-F238E27FC236}">
                <a16:creationId xmlns:a16="http://schemas.microsoft.com/office/drawing/2014/main" id="{5973BD56-1612-983E-EA67-F4039B062085}"/>
              </a:ext>
            </a:extLst>
          </p:cNvPr>
          <p:cNvSpPr>
            <a:spLocks noGrp="1"/>
          </p:cNvSpPr>
          <p:nvPr>
            <p:ph type="body" sz="quarter" idx="17"/>
          </p:nvPr>
        </p:nvSpPr>
        <p:spPr/>
        <p:txBody>
          <a:bodyPr/>
          <a:lstStyle/>
          <a:p>
            <a:r>
              <a:rPr lang="en-US" dirty="0"/>
              <a:t>Research investment and trading options</a:t>
            </a:r>
          </a:p>
          <a:p>
            <a:endParaRPr lang="en-US" dirty="0"/>
          </a:p>
        </p:txBody>
      </p:sp>
      <p:sp>
        <p:nvSpPr>
          <p:cNvPr id="9" name="Text Placeholder 8">
            <a:extLst>
              <a:ext uri="{FF2B5EF4-FFF2-40B4-BE49-F238E27FC236}">
                <a16:creationId xmlns:a16="http://schemas.microsoft.com/office/drawing/2014/main" id="{2F32973A-CF94-1C2B-BB12-B563173CC79A}"/>
              </a:ext>
            </a:extLst>
          </p:cNvPr>
          <p:cNvSpPr>
            <a:spLocks noGrp="1"/>
          </p:cNvSpPr>
          <p:nvPr>
            <p:ph type="body" sz="quarter" idx="18"/>
          </p:nvPr>
        </p:nvSpPr>
        <p:spPr/>
        <p:txBody>
          <a:bodyPr/>
          <a:lstStyle/>
          <a:p>
            <a:pPr lvl="0"/>
            <a:r>
              <a:rPr lang="en-US" dirty="0"/>
              <a:t>Step 4</a:t>
            </a:r>
          </a:p>
        </p:txBody>
      </p:sp>
      <p:sp>
        <p:nvSpPr>
          <p:cNvPr id="72" name="Text Placeholder 71">
            <a:extLst>
              <a:ext uri="{FF2B5EF4-FFF2-40B4-BE49-F238E27FC236}">
                <a16:creationId xmlns:a16="http://schemas.microsoft.com/office/drawing/2014/main" id="{840CFADA-CAD6-2A04-5B15-5DB4DD6A84E0}"/>
              </a:ext>
            </a:extLst>
          </p:cNvPr>
          <p:cNvSpPr>
            <a:spLocks noGrp="1"/>
          </p:cNvSpPr>
          <p:nvPr>
            <p:ph type="body" sz="quarter" idx="19"/>
          </p:nvPr>
        </p:nvSpPr>
        <p:spPr/>
        <p:txBody>
          <a:bodyPr/>
          <a:lstStyle/>
          <a:p>
            <a:r>
              <a:rPr lang="en-US" dirty="0"/>
              <a:t>Stake preferred coins in chosen company</a:t>
            </a:r>
          </a:p>
          <a:p>
            <a:endParaRPr lang="en-US" dirty="0"/>
          </a:p>
        </p:txBody>
      </p:sp>
      <p:sp>
        <p:nvSpPr>
          <p:cNvPr id="11" name="Text Placeholder 10">
            <a:extLst>
              <a:ext uri="{FF2B5EF4-FFF2-40B4-BE49-F238E27FC236}">
                <a16:creationId xmlns:a16="http://schemas.microsoft.com/office/drawing/2014/main" id="{CE7AA813-84F0-DB50-F6B6-A29A94662DAD}"/>
              </a:ext>
            </a:extLst>
          </p:cNvPr>
          <p:cNvSpPr>
            <a:spLocks noGrp="1"/>
          </p:cNvSpPr>
          <p:nvPr>
            <p:ph type="body" sz="quarter" idx="20"/>
          </p:nvPr>
        </p:nvSpPr>
        <p:spPr/>
        <p:txBody>
          <a:bodyPr/>
          <a:lstStyle/>
          <a:p>
            <a:pPr lvl="0"/>
            <a:r>
              <a:rPr lang="en-US" dirty="0"/>
              <a:t>Step 5</a:t>
            </a:r>
          </a:p>
        </p:txBody>
      </p:sp>
      <p:sp>
        <p:nvSpPr>
          <p:cNvPr id="73" name="Text Placeholder 72">
            <a:extLst>
              <a:ext uri="{FF2B5EF4-FFF2-40B4-BE49-F238E27FC236}">
                <a16:creationId xmlns:a16="http://schemas.microsoft.com/office/drawing/2014/main" id="{DB3347BB-2913-A230-8362-2B778394E7CE}"/>
              </a:ext>
            </a:extLst>
          </p:cNvPr>
          <p:cNvSpPr>
            <a:spLocks noGrp="1"/>
          </p:cNvSpPr>
          <p:nvPr>
            <p:ph type="body" sz="quarter" idx="21"/>
          </p:nvPr>
        </p:nvSpPr>
        <p:spPr/>
        <p:txBody>
          <a:bodyPr/>
          <a:lstStyle/>
          <a:p>
            <a:pPr lvl="0"/>
            <a:r>
              <a:rPr lang="en-US" dirty="0"/>
              <a:t>Set exponential growth goals</a:t>
            </a:r>
          </a:p>
        </p:txBody>
      </p:sp>
      <p:pic>
        <p:nvPicPr>
          <p:cNvPr id="85" name="Picture Placeholder 84" descr="Continuous Improvement outline">
            <a:extLst>
              <a:ext uri="{FF2B5EF4-FFF2-40B4-BE49-F238E27FC236}">
                <a16:creationId xmlns:a16="http://schemas.microsoft.com/office/drawing/2014/main" id="{D65F5CE9-1D9A-9BF0-5ADD-C4E2693DA4CB}"/>
              </a:ext>
            </a:extLst>
          </p:cNvPr>
          <p:cNvPicPr>
            <a:picLocks noGrp="1" noChangeAspect="1"/>
          </p:cNvPicPr>
          <p:nvPr>
            <p:ph type="pic" sz="quarter" idx="22"/>
          </p:nvPr>
        </p:nvPicPr>
        <p:blipFill rotWithShape="1">
          <a:blip r:embed="rId2"/>
          <a:srcRect t="517" b="517"/>
          <a:stretch/>
        </p:blipFill>
        <p:spPr>
          <a:xfrm>
            <a:off x="1583555" y="2980517"/>
            <a:ext cx="713075" cy="713075"/>
          </a:xfrm>
        </p:spPr>
      </p:pic>
      <p:pic>
        <p:nvPicPr>
          <p:cNvPr id="86" name="Picture Placeholder 85" descr="Wallet outline">
            <a:extLst>
              <a:ext uri="{FF2B5EF4-FFF2-40B4-BE49-F238E27FC236}">
                <a16:creationId xmlns:a16="http://schemas.microsoft.com/office/drawing/2014/main" id="{EDC60F06-D73E-F719-14FA-A6F1ECF09300}"/>
              </a:ext>
            </a:extLst>
          </p:cNvPr>
          <p:cNvPicPr>
            <a:picLocks noGrp="1" noChangeAspect="1"/>
          </p:cNvPicPr>
          <p:nvPr>
            <p:ph type="pic" sz="quarter" idx="23"/>
          </p:nvPr>
        </p:nvPicPr>
        <p:blipFill rotWithShape="1">
          <a:blip r:embed="rId3"/>
          <a:srcRect t="128" b="128"/>
          <a:stretch/>
        </p:blipFill>
        <p:spPr/>
      </p:pic>
      <p:pic>
        <p:nvPicPr>
          <p:cNvPr id="87" name="Picture Placeholder 86" descr="Piggy Bank outline">
            <a:extLst>
              <a:ext uri="{FF2B5EF4-FFF2-40B4-BE49-F238E27FC236}">
                <a16:creationId xmlns:a16="http://schemas.microsoft.com/office/drawing/2014/main" id="{ED53247D-56A2-6AB9-6FF9-0313BD7DB9E8}"/>
              </a:ext>
            </a:extLst>
          </p:cNvPr>
          <p:cNvPicPr>
            <a:picLocks noGrp="1" noChangeAspect="1"/>
          </p:cNvPicPr>
          <p:nvPr>
            <p:ph type="pic" sz="quarter" idx="24"/>
          </p:nvPr>
        </p:nvPicPr>
        <p:blipFill rotWithShape="1">
          <a:blip r:embed="rId4"/>
          <a:srcRect/>
          <a:stretch/>
        </p:blipFill>
        <p:spPr/>
      </p:pic>
      <p:pic>
        <p:nvPicPr>
          <p:cNvPr id="88" name="Picture Placeholder 87" descr="Bitcoin outline">
            <a:extLst>
              <a:ext uri="{FF2B5EF4-FFF2-40B4-BE49-F238E27FC236}">
                <a16:creationId xmlns:a16="http://schemas.microsoft.com/office/drawing/2014/main" id="{32BC0F61-A0C8-5BEF-A6E9-0E7ADE645FA6}"/>
              </a:ext>
            </a:extLst>
          </p:cNvPr>
          <p:cNvPicPr>
            <a:picLocks noGrp="1" noChangeAspect="1"/>
          </p:cNvPicPr>
          <p:nvPr>
            <p:ph type="pic" sz="quarter" idx="25"/>
          </p:nvPr>
        </p:nvPicPr>
        <p:blipFill rotWithShape="1">
          <a:blip r:embed="rId5"/>
          <a:srcRect l="345" r="345"/>
          <a:stretch/>
        </p:blipFill>
        <p:spPr/>
      </p:pic>
      <p:pic>
        <p:nvPicPr>
          <p:cNvPr id="90" name="Picture Placeholder 89" descr="Exponential Graph outline">
            <a:extLst>
              <a:ext uri="{FF2B5EF4-FFF2-40B4-BE49-F238E27FC236}">
                <a16:creationId xmlns:a16="http://schemas.microsoft.com/office/drawing/2014/main" id="{86472D92-CAA9-AF6F-549B-2EE170C70DD7}"/>
              </a:ext>
            </a:extLst>
          </p:cNvPr>
          <p:cNvPicPr>
            <a:picLocks noGrp="1" noChangeAspect="1"/>
          </p:cNvPicPr>
          <p:nvPr>
            <p:ph type="pic" sz="quarter" idx="26"/>
          </p:nvPr>
        </p:nvPicPr>
        <p:blipFill rotWithShape="1">
          <a:blip r:embed="rId6"/>
          <a:srcRect/>
          <a:stretch/>
        </p:blipFill>
        <p:spPr>
          <a:xfrm>
            <a:off x="10360152" y="3011109"/>
            <a:ext cx="621792" cy="621792"/>
          </a:xfrm>
        </p:spPr>
      </p:pic>
      <p:sp>
        <p:nvSpPr>
          <p:cNvPr id="133" name="Text Placeholder 132">
            <a:extLst>
              <a:ext uri="{FF2B5EF4-FFF2-40B4-BE49-F238E27FC236}">
                <a16:creationId xmlns:a16="http://schemas.microsoft.com/office/drawing/2014/main" id="{0D7DF893-CDC1-A213-86BF-C9C73F979CC5}"/>
              </a:ext>
            </a:extLst>
          </p:cNvPr>
          <p:cNvSpPr>
            <a:spLocks noGrp="1"/>
          </p:cNvSpPr>
          <p:nvPr>
            <p:ph type="body" sz="quarter" idx="28"/>
          </p:nvPr>
        </p:nvSpPr>
        <p:spPr/>
        <p:txBody>
          <a:bodyPr/>
          <a:lstStyle/>
          <a:p>
            <a:endParaRPr lang="en-US" dirty="0"/>
          </a:p>
        </p:txBody>
      </p:sp>
      <p:sp>
        <p:nvSpPr>
          <p:cNvPr id="134" name="Text Placeholder 133">
            <a:extLst>
              <a:ext uri="{FF2B5EF4-FFF2-40B4-BE49-F238E27FC236}">
                <a16:creationId xmlns:a16="http://schemas.microsoft.com/office/drawing/2014/main" id="{9CE100CE-4574-F901-234D-B9BEED642B9B}"/>
              </a:ext>
            </a:extLst>
          </p:cNvPr>
          <p:cNvSpPr>
            <a:spLocks noGrp="1"/>
          </p:cNvSpPr>
          <p:nvPr>
            <p:ph type="body" sz="quarter" idx="29"/>
          </p:nvPr>
        </p:nvSpPr>
        <p:spPr/>
        <p:txBody>
          <a:bodyPr/>
          <a:lstStyle/>
          <a:p>
            <a:endParaRPr lang="en-US" dirty="0"/>
          </a:p>
        </p:txBody>
      </p:sp>
      <p:sp>
        <p:nvSpPr>
          <p:cNvPr id="135" name="Text Placeholder 134">
            <a:extLst>
              <a:ext uri="{FF2B5EF4-FFF2-40B4-BE49-F238E27FC236}">
                <a16:creationId xmlns:a16="http://schemas.microsoft.com/office/drawing/2014/main" id="{288EBDBE-0ABC-82CE-4598-09F65E315AD7}"/>
              </a:ext>
            </a:extLst>
          </p:cNvPr>
          <p:cNvSpPr>
            <a:spLocks noGrp="1"/>
          </p:cNvSpPr>
          <p:nvPr>
            <p:ph type="body" sz="quarter" idx="30"/>
          </p:nvPr>
        </p:nvSpPr>
        <p:spPr/>
        <p:txBody>
          <a:bodyPr/>
          <a:lstStyle/>
          <a:p>
            <a:endParaRPr lang="en-US" dirty="0"/>
          </a:p>
        </p:txBody>
      </p:sp>
      <p:sp>
        <p:nvSpPr>
          <p:cNvPr id="136" name="Text Placeholder 135">
            <a:extLst>
              <a:ext uri="{FF2B5EF4-FFF2-40B4-BE49-F238E27FC236}">
                <a16:creationId xmlns:a16="http://schemas.microsoft.com/office/drawing/2014/main" id="{14F6CD04-2A18-A6BD-AAB9-1D30D1563399}"/>
              </a:ext>
            </a:extLst>
          </p:cNvPr>
          <p:cNvSpPr>
            <a:spLocks noGrp="1"/>
          </p:cNvSpPr>
          <p:nvPr>
            <p:ph type="body" sz="quarter" idx="31"/>
          </p:nvPr>
        </p:nvSpPr>
        <p:spPr/>
        <p:txBody>
          <a:bodyPr/>
          <a:lstStyle/>
          <a:p>
            <a:endParaRPr lang="en-US" dirty="0"/>
          </a:p>
        </p:txBody>
      </p:sp>
      <p:sp>
        <p:nvSpPr>
          <p:cNvPr id="137" name="Text Placeholder 136">
            <a:extLst>
              <a:ext uri="{FF2B5EF4-FFF2-40B4-BE49-F238E27FC236}">
                <a16:creationId xmlns:a16="http://schemas.microsoft.com/office/drawing/2014/main" id="{C171CBDB-4593-F4D1-30E9-A47F4C7CADAF}"/>
              </a:ext>
            </a:extLst>
          </p:cNvPr>
          <p:cNvSpPr>
            <a:spLocks noGrp="1"/>
          </p:cNvSpPr>
          <p:nvPr>
            <p:ph type="body" sz="quarter" idx="32"/>
          </p:nvPr>
        </p:nvSpPr>
        <p:spPr/>
        <p:txBody>
          <a:bodyPr/>
          <a:lstStyle/>
          <a:p>
            <a:endParaRPr lang="en-US" dirty="0"/>
          </a:p>
        </p:txBody>
      </p:sp>
      <p:pic>
        <p:nvPicPr>
          <p:cNvPr id="4" name="Picture 3">
            <a:extLst>
              <a:ext uri="{FF2B5EF4-FFF2-40B4-BE49-F238E27FC236}">
                <a16:creationId xmlns:a16="http://schemas.microsoft.com/office/drawing/2014/main" id="{044E5171-FD8A-0D93-7CA3-D78446DE73D7}"/>
              </a:ext>
            </a:extLst>
          </p:cNvPr>
          <p:cNvPicPr>
            <a:picLocks noChangeAspect="1"/>
          </p:cNvPicPr>
          <p:nvPr/>
        </p:nvPicPr>
        <p:blipFill>
          <a:blip r:embed="rId7"/>
          <a:stretch>
            <a:fillRect/>
          </a:stretch>
        </p:blipFill>
        <p:spPr>
          <a:xfrm>
            <a:off x="-3263143" y="2587752"/>
            <a:ext cx="6350040" cy="3054096"/>
          </a:xfrm>
          <a:prstGeom prst="rect">
            <a:avLst/>
          </a:prstGeom>
        </p:spPr>
      </p:pic>
    </p:spTree>
    <p:extLst>
      <p:ext uri="{BB962C8B-B14F-4D97-AF65-F5344CB8AC3E}">
        <p14:creationId xmlns:p14="http://schemas.microsoft.com/office/powerpoint/2010/main" val="2049587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lstStyle/>
          <a:p>
            <a:r>
              <a:rPr lang="en-US" dirty="0"/>
              <a:t>INTRODUCTION</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p:txBody>
          <a:bodyPr/>
          <a:lstStyle/>
          <a:p>
            <a:r>
              <a:rPr lang="en-US" dirty="0"/>
              <a:t>At Krypto Logics, we empower investors to maximize their portfolios to help them meet their financial goals responsibly. By offering customized and sophisticated strategies, we help clients' portfolios grow organically and foster a trusted consumer-consultant relationship.</a:t>
            </a:r>
          </a:p>
          <a:p>
            <a:endParaRPr lang="en-US" dirty="0"/>
          </a:p>
        </p:txBody>
      </p:sp>
    </p:spTree>
    <p:extLst>
      <p:ext uri="{BB962C8B-B14F-4D97-AF65-F5344CB8AC3E}">
        <p14:creationId xmlns:p14="http://schemas.microsoft.com/office/powerpoint/2010/main" val="3380759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p:txBody>
          <a:bodyPr/>
          <a:lstStyle/>
          <a:p>
            <a:r>
              <a:rPr lang="en-US" dirty="0">
                <a:ln w="28575">
                  <a:noFill/>
                  <a:prstDash val="solid"/>
                </a:ln>
                <a:latin typeface="Tw Cen MT" panose="020B0602020104020603" pitchFamily="34" charset="77"/>
              </a:rPr>
              <a:t>LONG-TERM VS. SHORT-TERM</a:t>
            </a:r>
          </a:p>
        </p:txBody>
      </p:sp>
      <p:graphicFrame>
        <p:nvGraphicFramePr>
          <p:cNvPr id="4" name="Content Placeholder 5" descr="Bar chart">
            <a:extLst>
              <a:ext uri="{FF2B5EF4-FFF2-40B4-BE49-F238E27FC236}">
                <a16:creationId xmlns:a16="http://schemas.microsoft.com/office/drawing/2014/main" id="{9F02851F-DB0A-09AB-B52A-BE347DDCBD1D}"/>
              </a:ext>
            </a:extLst>
          </p:cNvPr>
          <p:cNvGraphicFramePr>
            <a:graphicFrameLocks noGrp="1"/>
          </p:cNvGraphicFramePr>
          <p:nvPr>
            <p:ph idx="1"/>
            <p:extLst>
              <p:ext uri="{D42A27DB-BD31-4B8C-83A1-F6EECF244321}">
                <p14:modId xmlns:p14="http://schemas.microsoft.com/office/powerpoint/2010/main" val="1861876390"/>
              </p:ext>
            </p:extLst>
          </p:nvPr>
        </p:nvGraphicFramePr>
        <p:xfrm>
          <a:off x="1014413" y="2212975"/>
          <a:ext cx="10333037" cy="3548063"/>
        </p:xfrm>
        <a:graphic>
          <a:graphicData uri="http://schemas.openxmlformats.org/drawingml/2006/chart">
            <c:chart xmlns:c="http://schemas.openxmlformats.org/drawingml/2006/chart" xmlns:r="http://schemas.openxmlformats.org/officeDocument/2006/relationships" r:id="rId2"/>
          </a:graphicData>
        </a:graphic>
      </p:graphicFrame>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1"/>
          </p:nvPr>
        </p:nvSpPr>
        <p:spPr/>
        <p:txBody>
          <a:bodyPr/>
          <a:lstStyle/>
          <a:p>
            <a:fld id="{294A09A9-5501-47C1-A89A-A340965A2BE2}" type="slidenum">
              <a:rPr lang="en-US" smtClean="0"/>
              <a:pPr/>
              <a:t>8</a:t>
            </a:fld>
            <a:endParaRPr lang="en-US" dirty="0"/>
          </a:p>
        </p:txBody>
      </p:sp>
      <p:sp>
        <p:nvSpPr>
          <p:cNvPr id="3" name="Footer Placeholder 2">
            <a:extLst>
              <a:ext uri="{FF2B5EF4-FFF2-40B4-BE49-F238E27FC236}">
                <a16:creationId xmlns:a16="http://schemas.microsoft.com/office/drawing/2014/main" id="{723252A1-51AE-36E1-CE3B-D88466BA8814}"/>
              </a:ext>
            </a:extLst>
          </p:cNvPr>
          <p:cNvSpPr>
            <a:spLocks noGrp="1"/>
          </p:cNvSpPr>
          <p:nvPr>
            <p:ph type="ftr" sz="quarter" idx="10"/>
          </p:nvPr>
        </p:nvSpPr>
        <p:spPr/>
        <p:txBody>
          <a:bodyPr/>
          <a:lstStyle/>
          <a:p>
            <a:r>
              <a:rPr lang="en-US"/>
              <a:t>Crypto: investing &amp; trading</a:t>
            </a:r>
            <a:endParaRPr lang="en-US" dirty="0"/>
          </a:p>
        </p:txBody>
      </p:sp>
    </p:spTree>
    <p:extLst>
      <p:ext uri="{BB962C8B-B14F-4D97-AF65-F5344CB8AC3E}">
        <p14:creationId xmlns:p14="http://schemas.microsoft.com/office/powerpoint/2010/main" val="1372651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EE9-2DBD-C997-C208-027230B5A3EA}"/>
              </a:ext>
            </a:extLst>
          </p:cNvPr>
          <p:cNvSpPr>
            <a:spLocks noGrp="1"/>
          </p:cNvSpPr>
          <p:nvPr>
            <p:ph type="title"/>
          </p:nvPr>
        </p:nvSpPr>
        <p:spPr>
          <a:xfrm>
            <a:off x="1098804" y="832104"/>
            <a:ext cx="9994392" cy="1069848"/>
          </a:xfrm>
        </p:spPr>
        <p:txBody>
          <a:bodyPr/>
          <a:lstStyle/>
          <a:p>
            <a:r>
              <a:rPr lang="en-US" dirty="0">
                <a:ln w="28575">
                  <a:noFill/>
                  <a:prstDash val="solid"/>
                </a:ln>
                <a:latin typeface="Tw Cen MT" panose="020B0602020104020603" pitchFamily="34" charset="77"/>
              </a:rPr>
              <a:t>GLOBAL CURRENCY MARKETS</a:t>
            </a:r>
          </a:p>
        </p:txBody>
      </p:sp>
      <p:graphicFrame>
        <p:nvGraphicFramePr>
          <p:cNvPr id="4" name="Table 4">
            <a:extLst>
              <a:ext uri="{FF2B5EF4-FFF2-40B4-BE49-F238E27FC236}">
                <a16:creationId xmlns:a16="http://schemas.microsoft.com/office/drawing/2014/main" id="{49C20947-A133-32C2-D0F4-654D337A74ED}"/>
              </a:ext>
            </a:extLst>
          </p:cNvPr>
          <p:cNvGraphicFramePr>
            <a:graphicFrameLocks noGrp="1"/>
          </p:cNvGraphicFramePr>
          <p:nvPr>
            <p:ph idx="1"/>
            <p:extLst>
              <p:ext uri="{D42A27DB-BD31-4B8C-83A1-F6EECF244321}">
                <p14:modId xmlns:p14="http://schemas.microsoft.com/office/powerpoint/2010/main" val="3951968750"/>
              </p:ext>
            </p:extLst>
          </p:nvPr>
        </p:nvGraphicFramePr>
        <p:xfrm>
          <a:off x="1324267" y="2212977"/>
          <a:ext cx="9543471" cy="2963364"/>
        </p:xfrm>
        <a:graphic>
          <a:graphicData uri="http://schemas.openxmlformats.org/drawingml/2006/table">
            <a:tbl>
              <a:tblPr firstRow="1" lastCol="1" bandRow="1">
                <a:tableStyleId>{5C22544A-7EE6-4342-B048-85BDC9FD1C3A}</a:tableStyleId>
              </a:tblPr>
              <a:tblGrid>
                <a:gridCol w="925972">
                  <a:extLst>
                    <a:ext uri="{9D8B030D-6E8A-4147-A177-3AD203B41FA5}">
                      <a16:colId xmlns:a16="http://schemas.microsoft.com/office/drawing/2014/main" val="1689330750"/>
                    </a:ext>
                  </a:extLst>
                </a:gridCol>
                <a:gridCol w="2152891">
                  <a:extLst>
                    <a:ext uri="{9D8B030D-6E8A-4147-A177-3AD203B41FA5}">
                      <a16:colId xmlns:a16="http://schemas.microsoft.com/office/drawing/2014/main" val="2660631934"/>
                    </a:ext>
                  </a:extLst>
                </a:gridCol>
                <a:gridCol w="2164467">
                  <a:extLst>
                    <a:ext uri="{9D8B030D-6E8A-4147-A177-3AD203B41FA5}">
                      <a16:colId xmlns:a16="http://schemas.microsoft.com/office/drawing/2014/main" val="3909717689"/>
                    </a:ext>
                  </a:extLst>
                </a:gridCol>
                <a:gridCol w="2141317">
                  <a:extLst>
                    <a:ext uri="{9D8B030D-6E8A-4147-A177-3AD203B41FA5}">
                      <a16:colId xmlns:a16="http://schemas.microsoft.com/office/drawing/2014/main" val="1603189107"/>
                    </a:ext>
                  </a:extLst>
                </a:gridCol>
                <a:gridCol w="2158824">
                  <a:extLst>
                    <a:ext uri="{9D8B030D-6E8A-4147-A177-3AD203B41FA5}">
                      <a16:colId xmlns:a16="http://schemas.microsoft.com/office/drawing/2014/main" val="2755691855"/>
                    </a:ext>
                  </a:extLst>
                </a:gridCol>
              </a:tblGrid>
              <a:tr h="457200">
                <a:tc>
                  <a:txBody>
                    <a:bodyPr/>
                    <a:lstStyle/>
                    <a:p>
                      <a:pPr algn="ctr"/>
                      <a:endParaRPr lang="en-US" sz="2000" dirty="0">
                        <a:solidFill>
                          <a:schemeClr val="bg1"/>
                        </a:solidFill>
                        <a:latin typeface="Segoe UI" panose="020B0502040204020203" pitchFamily="34" charset="0"/>
                        <a:cs typeface="Segoe UI" panose="020B0502040204020203" pitchFamily="34" charset="0"/>
                      </a:endParaRP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2400" b="1" i="0" dirty="0">
                          <a:solidFill>
                            <a:schemeClr val="accent3">
                              <a:lumMod val="25000"/>
                            </a:schemeClr>
                          </a:solidFill>
                          <a:latin typeface="Tw Cen MT" panose="020B0602020104020603" pitchFamily="34" charset="77"/>
                          <a:cs typeface="Segoe UI Light" panose="020B0502040204020203" pitchFamily="34" charset="0"/>
                        </a:rPr>
                        <a:t>$USD</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sz="2400" b="1" i="0" dirty="0">
                          <a:solidFill>
                            <a:schemeClr val="accent3">
                              <a:lumMod val="25000"/>
                            </a:schemeClr>
                          </a:solidFill>
                          <a:latin typeface="Tw Cen MT" panose="020B0602020104020603" pitchFamily="34" charset="77"/>
                          <a:cs typeface="Segoe UI Light" panose="020B0502040204020203" pitchFamily="34" charset="0"/>
                        </a:rPr>
                        <a:t>£EUR</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lvl="0" algn="ctr">
                        <a:buNone/>
                      </a:pPr>
                      <a:r>
                        <a:rPr lang="en-US" sz="2400" b="1" i="0" dirty="0">
                          <a:solidFill>
                            <a:schemeClr val="accent3">
                              <a:lumMod val="25000"/>
                            </a:schemeClr>
                          </a:solidFill>
                          <a:latin typeface="Tw Cen MT" panose="020B0602020104020603" pitchFamily="34" charset="77"/>
                          <a:cs typeface="Segoe UI Light" panose="020B0502040204020203" pitchFamily="34" charset="0"/>
                        </a:rPr>
                        <a:t>¥JPY</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lvl="0" algn="ctr">
                        <a:buNone/>
                      </a:pPr>
                      <a:r>
                        <a:rPr lang="en-US" sz="2400" b="1" i="0" u="none" strike="noStrike" noProof="0" dirty="0">
                          <a:solidFill>
                            <a:schemeClr val="accent3">
                              <a:lumMod val="25000"/>
                            </a:schemeClr>
                          </a:solidFill>
                          <a:latin typeface="Tw Cen MT" panose="020B0602020104020603" pitchFamily="34" charset="77"/>
                          <a:cs typeface="Segoe UI Light" panose="020B0502040204020203" pitchFamily="34" charset="0"/>
                        </a:rPr>
                        <a:t>₿</a:t>
                      </a:r>
                      <a:r>
                        <a:rPr lang="en-US" sz="2400" b="1" i="0" dirty="0">
                          <a:solidFill>
                            <a:schemeClr val="accent3">
                              <a:lumMod val="25000"/>
                            </a:schemeClr>
                          </a:solidFill>
                          <a:latin typeface="Tw Cen MT" panose="020B0602020104020603" pitchFamily="34" charset="77"/>
                          <a:cs typeface="Segoe UI Light" panose="020B0502040204020203" pitchFamily="34" charset="0"/>
                        </a:rPr>
                        <a:t>BTC</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79928716"/>
                  </a:ext>
                </a:extLst>
              </a:tr>
              <a:tr h="607863">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Q1</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4.5</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2.3</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1.7</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5.0</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extLst>
                  <a:ext uri="{0D108BD9-81ED-4DB2-BD59-A6C34878D82A}">
                    <a16:rowId xmlns:a16="http://schemas.microsoft.com/office/drawing/2014/main" val="1760208656"/>
                  </a:ext>
                </a:extLst>
              </a:tr>
              <a:tr h="610591">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Q2</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3.2</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5.1</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4.4</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3.0</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634243071"/>
                  </a:ext>
                </a:extLst>
              </a:tr>
              <a:tr h="627903">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Q3</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2.1</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1.7</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2.5</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2.8</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30000"/>
                      </a:schemeClr>
                    </a:solidFill>
                  </a:tcPr>
                </a:tc>
                <a:extLst>
                  <a:ext uri="{0D108BD9-81ED-4DB2-BD59-A6C34878D82A}">
                    <a16:rowId xmlns:a16="http://schemas.microsoft.com/office/drawing/2014/main" val="415808797"/>
                  </a:ext>
                </a:extLst>
              </a:tr>
              <a:tr h="659807">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Q4</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4.5</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2.2</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1.7</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tc>
                  <a:txBody>
                    <a:bodyPr/>
                    <a:lstStyle/>
                    <a:p>
                      <a:pPr algn="ctr"/>
                      <a:r>
                        <a:rPr lang="en-US" sz="1600" b="0" i="0" dirty="0">
                          <a:solidFill>
                            <a:schemeClr val="bg1"/>
                          </a:solidFill>
                          <a:latin typeface="Segoe UI Light" panose="020B0502040204020203" pitchFamily="34" charset="0"/>
                          <a:cs typeface="Segoe UI Light" panose="020B0502040204020203" pitchFamily="34" charset="0"/>
                        </a:rPr>
                        <a:t>7.0</a:t>
                      </a:r>
                    </a:p>
                  </a:txBody>
                  <a:tcPr anchor="ctr">
                    <a:lnL w="12700" cap="flat" cmpd="sng" algn="ctr">
                      <a:solidFill>
                        <a:schemeClr val="accent3">
                          <a:lumMod val="25000"/>
                        </a:schemeClr>
                      </a:solidFill>
                      <a:prstDash val="solid"/>
                      <a:round/>
                      <a:headEnd type="none" w="med" len="med"/>
                      <a:tailEnd type="none" w="med" len="med"/>
                    </a:lnL>
                    <a:lnR w="12700" cap="flat" cmpd="sng" algn="ctr">
                      <a:solidFill>
                        <a:schemeClr val="accent3">
                          <a:lumMod val="25000"/>
                        </a:schemeClr>
                      </a:solidFill>
                      <a:prstDash val="solid"/>
                      <a:round/>
                      <a:headEnd type="none" w="med" len="med"/>
                      <a:tailEnd type="none" w="med" len="med"/>
                    </a:lnR>
                    <a:lnT w="12700" cap="flat" cmpd="sng" algn="ctr">
                      <a:solidFill>
                        <a:schemeClr val="accent3">
                          <a:lumMod val="25000"/>
                        </a:schemeClr>
                      </a:solidFill>
                      <a:prstDash val="solid"/>
                      <a:round/>
                      <a:headEnd type="none" w="med" len="med"/>
                      <a:tailEnd type="none" w="med" len="med"/>
                    </a:lnT>
                    <a:lnB w="12700" cap="flat" cmpd="sng" algn="ctr">
                      <a:solidFill>
                        <a:schemeClr val="accent3">
                          <a:lumMod val="2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80950325"/>
                  </a:ext>
                </a:extLst>
              </a:tr>
            </a:tbl>
          </a:graphicData>
        </a:graphic>
      </p:graphicFrame>
      <p:sp>
        <p:nvSpPr>
          <p:cNvPr id="5" name="Slide Number Placeholder 4">
            <a:extLst>
              <a:ext uri="{FF2B5EF4-FFF2-40B4-BE49-F238E27FC236}">
                <a16:creationId xmlns:a16="http://schemas.microsoft.com/office/drawing/2014/main" id="{F79CF1F9-4847-1440-0352-6D1284A48D05}"/>
              </a:ext>
            </a:extLst>
          </p:cNvPr>
          <p:cNvSpPr>
            <a:spLocks noGrp="1"/>
          </p:cNvSpPr>
          <p:nvPr>
            <p:ph type="sldNum" sz="quarter" idx="11"/>
          </p:nvPr>
        </p:nvSpPr>
        <p:spPr/>
        <p:txBody>
          <a:bodyPr/>
          <a:lstStyle/>
          <a:p>
            <a:fld id="{294A09A9-5501-47C1-A89A-A340965A2BE2}" type="slidenum">
              <a:rPr lang="en-US" smtClean="0"/>
              <a:pPr/>
              <a:t>9</a:t>
            </a:fld>
            <a:endParaRPr lang="en-US" dirty="0"/>
          </a:p>
        </p:txBody>
      </p:sp>
      <p:sp>
        <p:nvSpPr>
          <p:cNvPr id="3" name="Footer Placeholder 2">
            <a:extLst>
              <a:ext uri="{FF2B5EF4-FFF2-40B4-BE49-F238E27FC236}">
                <a16:creationId xmlns:a16="http://schemas.microsoft.com/office/drawing/2014/main" id="{D534491D-AF3A-C879-49E6-F11A17AC3008}"/>
              </a:ext>
            </a:extLst>
          </p:cNvPr>
          <p:cNvSpPr>
            <a:spLocks noGrp="1"/>
          </p:cNvSpPr>
          <p:nvPr>
            <p:ph type="ftr" sz="quarter" idx="10"/>
          </p:nvPr>
        </p:nvSpPr>
        <p:spPr/>
        <p:txBody>
          <a:bodyPr/>
          <a:lstStyle/>
          <a:p>
            <a:r>
              <a:rPr lang="en-US"/>
              <a:t>Crypto: investing &amp; trading</a:t>
            </a:r>
            <a:endParaRPr lang="en-US" dirty="0"/>
          </a:p>
        </p:txBody>
      </p:sp>
    </p:spTree>
    <p:extLst>
      <p:ext uri="{BB962C8B-B14F-4D97-AF65-F5344CB8AC3E}">
        <p14:creationId xmlns:p14="http://schemas.microsoft.com/office/powerpoint/2010/main" val="1208724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4C44EC9-F730-00B6-E479-530EC276D851}"/>
              </a:ext>
              <a:ext uri="{C183D7F6-B498-43B3-948B-1728B52AA6E4}">
                <adec:decorative xmlns:adec="http://schemas.microsoft.com/office/drawing/2017/decorative" val="1"/>
              </a:ext>
            </a:extLst>
          </p:cNvPr>
          <p:cNvGrpSpPr/>
          <p:nvPr/>
        </p:nvGrpSpPr>
        <p:grpSpPr>
          <a:xfrm rot="10800000">
            <a:off x="1497322" y="2736484"/>
            <a:ext cx="1512407" cy="938717"/>
            <a:chOff x="4779792" y="2384561"/>
            <a:chExt cx="3365480" cy="2088878"/>
          </a:xfrm>
          <a:solidFill>
            <a:schemeClr val="accent6">
              <a:alpha val="50231"/>
            </a:schemeClr>
          </a:solidFill>
        </p:grpSpPr>
        <p:sp>
          <p:nvSpPr>
            <p:cNvPr id="5" name="Freeform 4">
              <a:extLst>
                <a:ext uri="{FF2B5EF4-FFF2-40B4-BE49-F238E27FC236}">
                  <a16:creationId xmlns:a16="http://schemas.microsoft.com/office/drawing/2014/main" id="{8B6D2F8E-4F98-B89F-E4FB-DD9F900821E1}"/>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99EBD7AD-ED91-CC5F-0110-3EE43A60F946}"/>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7" name="Group 6">
            <a:extLst>
              <a:ext uri="{FF2B5EF4-FFF2-40B4-BE49-F238E27FC236}">
                <a16:creationId xmlns:a16="http://schemas.microsoft.com/office/drawing/2014/main" id="{56B0BED4-B4D2-A8C2-9E8E-FA7D1819E15A}"/>
              </a:ext>
              <a:ext uri="{C183D7F6-B498-43B3-948B-1728B52AA6E4}">
                <adec:decorative xmlns:adec="http://schemas.microsoft.com/office/drawing/2017/decorative" val="1"/>
              </a:ext>
            </a:extLst>
          </p:cNvPr>
          <p:cNvGrpSpPr/>
          <p:nvPr/>
        </p:nvGrpSpPr>
        <p:grpSpPr>
          <a:xfrm>
            <a:off x="9199707" y="3205843"/>
            <a:ext cx="1512408" cy="938719"/>
            <a:chOff x="4779792" y="2384561"/>
            <a:chExt cx="3365480" cy="2088878"/>
          </a:xfrm>
          <a:solidFill>
            <a:schemeClr val="accent1">
              <a:alpha val="48174"/>
            </a:schemeClr>
          </a:solidFill>
        </p:grpSpPr>
        <p:sp>
          <p:nvSpPr>
            <p:cNvPr id="8" name="Freeform 1">
              <a:extLst>
                <a:ext uri="{FF2B5EF4-FFF2-40B4-BE49-F238E27FC236}">
                  <a16:creationId xmlns:a16="http://schemas.microsoft.com/office/drawing/2014/main" id="{B542C6FD-B908-03BB-DE9D-1E76EE849265}"/>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21">
              <a:extLst>
                <a:ext uri="{FF2B5EF4-FFF2-40B4-BE49-F238E27FC236}">
                  <a16:creationId xmlns:a16="http://schemas.microsoft.com/office/drawing/2014/main" id="{594F7F18-2B8D-7493-904B-1BD252DFC677}"/>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D04F090D-C862-CF85-1001-A82E54365597}"/>
              </a:ext>
            </a:extLst>
          </p:cNvPr>
          <p:cNvSpPr>
            <a:spLocks noGrp="1"/>
          </p:cNvSpPr>
          <p:nvPr>
            <p:ph type="ctrTitle"/>
          </p:nvPr>
        </p:nvSpPr>
        <p:spPr/>
        <p:txBody>
          <a:bodyPr/>
          <a:lstStyle/>
          <a:p>
            <a:r>
              <a:rPr lang="en-US" dirty="0"/>
              <a:t>WEALTH IS THE ABILITY TO FULLY EXPERIENCE LIFE.</a:t>
            </a:r>
            <a:br>
              <a:rPr lang="en-US" dirty="0"/>
            </a:br>
            <a:endParaRPr lang="en-US" dirty="0"/>
          </a:p>
        </p:txBody>
      </p:sp>
      <p:sp>
        <p:nvSpPr>
          <p:cNvPr id="3" name="Subtitle 2">
            <a:extLst>
              <a:ext uri="{FF2B5EF4-FFF2-40B4-BE49-F238E27FC236}">
                <a16:creationId xmlns:a16="http://schemas.microsoft.com/office/drawing/2014/main" id="{4CE82C04-6445-9E02-B0E8-8D809278C37D}"/>
              </a:ext>
            </a:extLst>
          </p:cNvPr>
          <p:cNvSpPr>
            <a:spLocks noGrp="1"/>
          </p:cNvSpPr>
          <p:nvPr>
            <p:ph type="subTitle" idx="1"/>
          </p:nvPr>
        </p:nvSpPr>
        <p:spPr/>
        <p:txBody>
          <a:bodyPr/>
          <a:lstStyle/>
          <a:p>
            <a:r>
              <a:rPr lang="en-US" dirty="0"/>
              <a:t>-Henry David Thoreau</a:t>
            </a:r>
          </a:p>
        </p:txBody>
      </p:sp>
    </p:spTree>
    <p:extLst>
      <p:ext uri="{BB962C8B-B14F-4D97-AF65-F5344CB8AC3E}">
        <p14:creationId xmlns:p14="http://schemas.microsoft.com/office/powerpoint/2010/main" val="1213210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3E31E-F298-485B-42BF-303CC635241F}"/>
              </a:ext>
            </a:extLst>
          </p:cNvPr>
          <p:cNvSpPr>
            <a:spLocks noGrp="1"/>
          </p:cNvSpPr>
          <p:nvPr>
            <p:ph type="body" sz="quarter" idx="21"/>
          </p:nvPr>
        </p:nvSpPr>
        <p:spPr/>
        <p:txBody>
          <a:bodyPr/>
          <a:lstStyle/>
          <a:p>
            <a:r>
              <a:rPr lang="en-US" dirty="0"/>
              <a:t>Used as in-game currency and traded with real world value</a:t>
            </a:r>
          </a:p>
          <a:p>
            <a:endParaRPr lang="en-US" dirty="0"/>
          </a:p>
        </p:txBody>
      </p:sp>
      <p:sp>
        <p:nvSpPr>
          <p:cNvPr id="69" name="Title 68">
            <a:extLst>
              <a:ext uri="{FF2B5EF4-FFF2-40B4-BE49-F238E27FC236}">
                <a16:creationId xmlns:a16="http://schemas.microsoft.com/office/drawing/2014/main" id="{0B07383B-6310-56A6-B051-F4B962E11786}"/>
              </a:ext>
            </a:extLst>
          </p:cNvPr>
          <p:cNvSpPr>
            <a:spLocks noGrp="1"/>
          </p:cNvSpPr>
          <p:nvPr>
            <p:ph type="title"/>
          </p:nvPr>
        </p:nvSpPr>
        <p:spPr/>
        <p:txBody>
          <a:bodyPr/>
          <a:lstStyle/>
          <a:p>
            <a:r>
              <a:rPr lang="en-US" dirty="0"/>
              <a:t>TYPES OF TOKENS</a:t>
            </a:r>
          </a:p>
        </p:txBody>
      </p:sp>
      <p:sp>
        <p:nvSpPr>
          <p:cNvPr id="4" name="Text Placeholder 3">
            <a:extLst>
              <a:ext uri="{FF2B5EF4-FFF2-40B4-BE49-F238E27FC236}">
                <a16:creationId xmlns:a16="http://schemas.microsoft.com/office/drawing/2014/main" id="{55DA2D8B-92F5-22B2-084C-934BCBC00DFD}"/>
              </a:ext>
            </a:extLst>
          </p:cNvPr>
          <p:cNvSpPr>
            <a:spLocks noGrp="1"/>
          </p:cNvSpPr>
          <p:nvPr>
            <p:ph type="body" sz="quarter" idx="12"/>
          </p:nvPr>
        </p:nvSpPr>
        <p:spPr/>
        <p:txBody>
          <a:bodyPr/>
          <a:lstStyle/>
          <a:p>
            <a:r>
              <a:rPr lang="en-US" dirty="0"/>
              <a:t>Payment</a:t>
            </a:r>
          </a:p>
        </p:txBody>
      </p:sp>
      <p:sp>
        <p:nvSpPr>
          <p:cNvPr id="5" name="Text Placeholder 4">
            <a:extLst>
              <a:ext uri="{FF2B5EF4-FFF2-40B4-BE49-F238E27FC236}">
                <a16:creationId xmlns:a16="http://schemas.microsoft.com/office/drawing/2014/main" id="{8B004B5D-BB88-E446-FDC1-8BE748EFE8B6}"/>
              </a:ext>
            </a:extLst>
          </p:cNvPr>
          <p:cNvSpPr>
            <a:spLocks noGrp="1"/>
          </p:cNvSpPr>
          <p:nvPr>
            <p:ph type="body" sz="quarter" idx="13"/>
          </p:nvPr>
        </p:nvSpPr>
        <p:spPr/>
        <p:txBody>
          <a:bodyPr/>
          <a:lstStyle/>
          <a:p>
            <a:r>
              <a:rPr lang="en-US" dirty="0"/>
              <a:t>Used to complete transactions anywhere crypto is accepted</a:t>
            </a:r>
          </a:p>
          <a:p>
            <a:endParaRPr lang="en-US" dirty="0"/>
          </a:p>
        </p:txBody>
      </p:sp>
      <p:sp>
        <p:nvSpPr>
          <p:cNvPr id="6" name="Text Placeholder 5">
            <a:extLst>
              <a:ext uri="{FF2B5EF4-FFF2-40B4-BE49-F238E27FC236}">
                <a16:creationId xmlns:a16="http://schemas.microsoft.com/office/drawing/2014/main" id="{98AC0C5B-16A7-E317-7222-BF9FA26C0DC6}"/>
              </a:ext>
            </a:extLst>
          </p:cNvPr>
          <p:cNvSpPr>
            <a:spLocks noGrp="1"/>
          </p:cNvSpPr>
          <p:nvPr>
            <p:ph type="body" sz="quarter" idx="14"/>
          </p:nvPr>
        </p:nvSpPr>
        <p:spPr/>
        <p:txBody>
          <a:bodyPr/>
          <a:lstStyle/>
          <a:p>
            <a:r>
              <a:rPr lang="en-US" dirty="0"/>
              <a:t>Utility</a:t>
            </a:r>
          </a:p>
        </p:txBody>
      </p:sp>
      <p:sp>
        <p:nvSpPr>
          <p:cNvPr id="7" name="Text Placeholder 6">
            <a:extLst>
              <a:ext uri="{FF2B5EF4-FFF2-40B4-BE49-F238E27FC236}">
                <a16:creationId xmlns:a16="http://schemas.microsoft.com/office/drawing/2014/main" id="{77D9B67F-AD02-4BA5-209B-C91070303A72}"/>
              </a:ext>
            </a:extLst>
          </p:cNvPr>
          <p:cNvSpPr>
            <a:spLocks noGrp="1"/>
          </p:cNvSpPr>
          <p:nvPr>
            <p:ph type="body" sz="quarter" idx="15"/>
          </p:nvPr>
        </p:nvSpPr>
        <p:spPr/>
        <p:txBody>
          <a:bodyPr/>
          <a:lstStyle/>
          <a:p>
            <a:r>
              <a:rPr lang="en-US" dirty="0"/>
              <a:t>These tokens have a specific use within a blockchain</a:t>
            </a:r>
          </a:p>
          <a:p>
            <a:endParaRPr lang="en-US" dirty="0"/>
          </a:p>
        </p:txBody>
      </p:sp>
      <p:sp>
        <p:nvSpPr>
          <p:cNvPr id="8" name="Text Placeholder 7">
            <a:extLst>
              <a:ext uri="{FF2B5EF4-FFF2-40B4-BE49-F238E27FC236}">
                <a16:creationId xmlns:a16="http://schemas.microsoft.com/office/drawing/2014/main" id="{6269FBD2-F371-6F7E-1D42-95EFADFA10DD}"/>
              </a:ext>
            </a:extLst>
          </p:cNvPr>
          <p:cNvSpPr>
            <a:spLocks noGrp="1"/>
          </p:cNvSpPr>
          <p:nvPr>
            <p:ph type="body" sz="quarter" idx="16"/>
          </p:nvPr>
        </p:nvSpPr>
        <p:spPr/>
        <p:txBody>
          <a:bodyPr/>
          <a:lstStyle/>
          <a:p>
            <a:r>
              <a:rPr lang="en-US" dirty="0"/>
              <a:t>Security</a:t>
            </a:r>
          </a:p>
        </p:txBody>
      </p:sp>
      <p:sp>
        <p:nvSpPr>
          <p:cNvPr id="9" name="Text Placeholder 8">
            <a:extLst>
              <a:ext uri="{FF2B5EF4-FFF2-40B4-BE49-F238E27FC236}">
                <a16:creationId xmlns:a16="http://schemas.microsoft.com/office/drawing/2014/main" id="{F039B280-D4F1-D5B7-9D62-C1DA10C605C9}"/>
              </a:ext>
            </a:extLst>
          </p:cNvPr>
          <p:cNvSpPr>
            <a:spLocks noGrp="1"/>
          </p:cNvSpPr>
          <p:nvPr>
            <p:ph type="body" sz="quarter" idx="17"/>
          </p:nvPr>
        </p:nvSpPr>
        <p:spPr/>
        <p:txBody>
          <a:bodyPr/>
          <a:lstStyle/>
          <a:p>
            <a:r>
              <a:rPr lang="en-US" dirty="0"/>
              <a:t>Tokens backed by securities</a:t>
            </a:r>
          </a:p>
          <a:p>
            <a:endParaRPr lang="en-US" dirty="0"/>
          </a:p>
        </p:txBody>
      </p:sp>
      <p:sp>
        <p:nvSpPr>
          <p:cNvPr id="10" name="Text Placeholder 9">
            <a:extLst>
              <a:ext uri="{FF2B5EF4-FFF2-40B4-BE49-F238E27FC236}">
                <a16:creationId xmlns:a16="http://schemas.microsoft.com/office/drawing/2014/main" id="{6A9C835B-EE7B-2801-6842-7044F690144A}"/>
              </a:ext>
            </a:extLst>
          </p:cNvPr>
          <p:cNvSpPr>
            <a:spLocks noGrp="1"/>
          </p:cNvSpPr>
          <p:nvPr>
            <p:ph type="body" sz="quarter" idx="18"/>
          </p:nvPr>
        </p:nvSpPr>
        <p:spPr/>
        <p:txBody>
          <a:bodyPr/>
          <a:lstStyle/>
          <a:p>
            <a:r>
              <a:rPr lang="en-US" dirty="0"/>
              <a:t>NFT</a:t>
            </a:r>
          </a:p>
        </p:txBody>
      </p:sp>
      <p:sp>
        <p:nvSpPr>
          <p:cNvPr id="11" name="Text Placeholder 10">
            <a:extLst>
              <a:ext uri="{FF2B5EF4-FFF2-40B4-BE49-F238E27FC236}">
                <a16:creationId xmlns:a16="http://schemas.microsoft.com/office/drawing/2014/main" id="{429544CE-BE3D-F6DD-FADE-D85F729A9BCC}"/>
              </a:ext>
            </a:extLst>
          </p:cNvPr>
          <p:cNvSpPr>
            <a:spLocks noGrp="1"/>
          </p:cNvSpPr>
          <p:nvPr>
            <p:ph type="body" sz="quarter" idx="19"/>
          </p:nvPr>
        </p:nvSpPr>
        <p:spPr/>
        <p:txBody>
          <a:bodyPr/>
          <a:lstStyle/>
          <a:p>
            <a:r>
              <a:rPr lang="en-US" dirty="0"/>
              <a:t>Authenticates ownership of specific assets</a:t>
            </a:r>
          </a:p>
          <a:p>
            <a:endParaRPr lang="en-US" dirty="0"/>
          </a:p>
        </p:txBody>
      </p:sp>
      <p:sp>
        <p:nvSpPr>
          <p:cNvPr id="81" name="Text Placeholder 80">
            <a:extLst>
              <a:ext uri="{FF2B5EF4-FFF2-40B4-BE49-F238E27FC236}">
                <a16:creationId xmlns:a16="http://schemas.microsoft.com/office/drawing/2014/main" id="{2AF0BD8F-E098-8282-AE8C-8BFAB5EBBFC2}"/>
              </a:ext>
            </a:extLst>
          </p:cNvPr>
          <p:cNvSpPr>
            <a:spLocks noGrp="1"/>
          </p:cNvSpPr>
          <p:nvPr>
            <p:ph type="body" sz="quarter" idx="20"/>
          </p:nvPr>
        </p:nvSpPr>
        <p:spPr/>
        <p:txBody>
          <a:bodyPr/>
          <a:lstStyle/>
          <a:p>
            <a:r>
              <a:rPr lang="en-US" dirty="0">
                <a:solidFill>
                  <a:schemeClr val="accent3">
                    <a:lumMod val="25000"/>
                  </a:schemeClr>
                </a:solidFill>
                <a:latin typeface="Tw Cen MT" panose="020B0602020104020603" pitchFamily="34" charset="77"/>
                <a:ea typeface="Source Sans Pro" panose="020B0503030403020204" pitchFamily="34" charset="0"/>
              </a:rPr>
              <a:t>Gaming</a:t>
            </a:r>
            <a:endParaRPr lang="en-US" dirty="0"/>
          </a:p>
        </p:txBody>
      </p:sp>
    </p:spTree>
    <p:extLst>
      <p:ext uri="{BB962C8B-B14F-4D97-AF65-F5344CB8AC3E}">
        <p14:creationId xmlns:p14="http://schemas.microsoft.com/office/powerpoint/2010/main" val="1430138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9E45E-D6A7-9780-F652-BAF86DFBCC00}"/>
              </a:ext>
            </a:extLst>
          </p:cNvPr>
          <p:cNvSpPr>
            <a:spLocks noGrp="1"/>
          </p:cNvSpPr>
          <p:nvPr>
            <p:ph type="title"/>
          </p:nvPr>
        </p:nvSpPr>
        <p:spPr/>
        <p:txBody>
          <a:bodyPr/>
          <a:lstStyle/>
          <a:p>
            <a:r>
              <a:rPr lang="en-US" dirty="0"/>
              <a:t>AREAS OF FOCUS</a:t>
            </a:r>
          </a:p>
        </p:txBody>
      </p:sp>
      <p:sp>
        <p:nvSpPr>
          <p:cNvPr id="3" name="Text Placeholder 2">
            <a:extLst>
              <a:ext uri="{FF2B5EF4-FFF2-40B4-BE49-F238E27FC236}">
                <a16:creationId xmlns:a16="http://schemas.microsoft.com/office/drawing/2014/main" id="{C31605EE-24B6-95D8-DE5E-BEC2F03ECECA}"/>
              </a:ext>
            </a:extLst>
          </p:cNvPr>
          <p:cNvSpPr>
            <a:spLocks noGrp="1"/>
          </p:cNvSpPr>
          <p:nvPr>
            <p:ph type="body" idx="1"/>
          </p:nvPr>
        </p:nvSpPr>
        <p:spPr/>
        <p:txBody>
          <a:bodyPr/>
          <a:lstStyle/>
          <a:p>
            <a:r>
              <a:rPr lang="en-US" dirty="0"/>
              <a:t>Portfolio diversification</a:t>
            </a:r>
          </a:p>
        </p:txBody>
      </p:sp>
      <p:sp>
        <p:nvSpPr>
          <p:cNvPr id="4" name="Content Placeholder 3">
            <a:extLst>
              <a:ext uri="{FF2B5EF4-FFF2-40B4-BE49-F238E27FC236}">
                <a16:creationId xmlns:a16="http://schemas.microsoft.com/office/drawing/2014/main" id="{BE22F651-7ABC-015D-B5C4-622708A64CB1}"/>
              </a:ext>
            </a:extLst>
          </p:cNvPr>
          <p:cNvSpPr>
            <a:spLocks noGrp="1"/>
          </p:cNvSpPr>
          <p:nvPr>
            <p:ph sz="half" idx="2"/>
          </p:nvPr>
        </p:nvSpPr>
        <p:spPr/>
        <p:txBody>
          <a:bodyPr/>
          <a:lstStyle/>
          <a:p>
            <a:r>
              <a:rPr lang="en-US" dirty="0"/>
              <a:t>Develop winning combinations to stay ahead of the market</a:t>
            </a:r>
          </a:p>
          <a:p>
            <a:r>
              <a:rPr lang="en-US" dirty="0"/>
              <a:t>Capitalize on direct ownership of digital coins</a:t>
            </a:r>
          </a:p>
          <a:p>
            <a:r>
              <a:rPr lang="en-US" dirty="0"/>
              <a:t>Invest in multiple blockchains​</a:t>
            </a:r>
          </a:p>
          <a:p>
            <a:endParaRPr lang="en-US" dirty="0"/>
          </a:p>
        </p:txBody>
      </p:sp>
      <p:sp>
        <p:nvSpPr>
          <p:cNvPr id="5" name="Text Placeholder 4">
            <a:extLst>
              <a:ext uri="{FF2B5EF4-FFF2-40B4-BE49-F238E27FC236}">
                <a16:creationId xmlns:a16="http://schemas.microsoft.com/office/drawing/2014/main" id="{6A1E0F07-3291-4EE2-1286-04C97165BA68}"/>
              </a:ext>
            </a:extLst>
          </p:cNvPr>
          <p:cNvSpPr>
            <a:spLocks noGrp="1"/>
          </p:cNvSpPr>
          <p:nvPr>
            <p:ph type="body" sz="quarter" idx="3"/>
          </p:nvPr>
        </p:nvSpPr>
        <p:spPr/>
        <p:txBody>
          <a:bodyPr/>
          <a:lstStyle/>
          <a:p>
            <a:r>
              <a:rPr lang="en-US" dirty="0"/>
              <a:t>Short and long-term goals</a:t>
            </a:r>
          </a:p>
        </p:txBody>
      </p:sp>
      <p:sp>
        <p:nvSpPr>
          <p:cNvPr id="6" name="Content Placeholder 5">
            <a:extLst>
              <a:ext uri="{FF2B5EF4-FFF2-40B4-BE49-F238E27FC236}">
                <a16:creationId xmlns:a16="http://schemas.microsoft.com/office/drawing/2014/main" id="{3DF22CC9-1295-2B21-05A9-68A44E669B8F}"/>
              </a:ext>
            </a:extLst>
          </p:cNvPr>
          <p:cNvSpPr>
            <a:spLocks noGrp="1"/>
          </p:cNvSpPr>
          <p:nvPr>
            <p:ph sz="quarter" idx="4"/>
          </p:nvPr>
        </p:nvSpPr>
        <p:spPr/>
        <p:txBody>
          <a:bodyPr/>
          <a:lstStyle/>
          <a:p>
            <a:r>
              <a:rPr lang="en-US" dirty="0"/>
              <a:t>Create an emergency fund</a:t>
            </a:r>
          </a:p>
          <a:p>
            <a:r>
              <a:rPr lang="en-US" dirty="0"/>
              <a:t>Add a second stream of income</a:t>
            </a:r>
          </a:p>
          <a:p>
            <a:r>
              <a:rPr lang="en-US" dirty="0"/>
              <a:t>Buy a house</a:t>
            </a:r>
          </a:p>
          <a:p>
            <a:r>
              <a:rPr lang="en-US" dirty="0"/>
              <a:t>Supplement retirement fund</a:t>
            </a:r>
          </a:p>
        </p:txBody>
      </p:sp>
      <p:sp>
        <p:nvSpPr>
          <p:cNvPr id="7" name="Footer Placeholder 6">
            <a:extLst>
              <a:ext uri="{FF2B5EF4-FFF2-40B4-BE49-F238E27FC236}">
                <a16:creationId xmlns:a16="http://schemas.microsoft.com/office/drawing/2014/main" id="{A9F57080-19CA-8BBA-6050-8494551D4615}"/>
              </a:ext>
            </a:extLst>
          </p:cNvPr>
          <p:cNvSpPr>
            <a:spLocks noGrp="1"/>
          </p:cNvSpPr>
          <p:nvPr>
            <p:ph type="ftr" sz="quarter" idx="11"/>
          </p:nvPr>
        </p:nvSpPr>
        <p:spPr/>
        <p:txBody>
          <a:bodyPr/>
          <a:lstStyle/>
          <a:p>
            <a:r>
              <a:rPr lang="en-US"/>
              <a:t>Crypto: investing &amp; trading</a:t>
            </a:r>
            <a:endParaRPr lang="en-US" dirty="0"/>
          </a:p>
        </p:txBody>
      </p:sp>
      <p:sp>
        <p:nvSpPr>
          <p:cNvPr id="8" name="Slide Number Placeholder 7">
            <a:extLst>
              <a:ext uri="{FF2B5EF4-FFF2-40B4-BE49-F238E27FC236}">
                <a16:creationId xmlns:a16="http://schemas.microsoft.com/office/drawing/2014/main" id="{85577A64-4E94-69E1-3180-1E014BD06B3C}"/>
              </a:ext>
            </a:extLst>
          </p:cNvPr>
          <p:cNvSpPr>
            <a:spLocks noGrp="1"/>
          </p:cNvSpPr>
          <p:nvPr>
            <p:ph type="sldNum" sz="quarter" idx="12"/>
          </p:nvPr>
        </p:nvSpPr>
        <p:spPr/>
        <p:txBody>
          <a:bodyPr/>
          <a:lstStyle/>
          <a:p>
            <a:fld id="{294A09A9-5501-47C1-A89A-A340965A2BE2}" type="slidenum">
              <a:rPr lang="en-US" smtClean="0"/>
              <a:t>12</a:t>
            </a:fld>
            <a:endParaRPr lang="en-US" dirty="0"/>
          </a:p>
        </p:txBody>
      </p:sp>
    </p:spTree>
    <p:extLst>
      <p:ext uri="{BB962C8B-B14F-4D97-AF65-F5344CB8AC3E}">
        <p14:creationId xmlns:p14="http://schemas.microsoft.com/office/powerpoint/2010/main" val="765210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57144164-5503-9D11-4F68-81F4CD378333}"/>
              </a:ext>
            </a:extLst>
          </p:cNvPr>
          <p:cNvSpPr>
            <a:spLocks noGrp="1"/>
          </p:cNvSpPr>
          <p:nvPr>
            <p:ph type="title"/>
          </p:nvPr>
        </p:nvSpPr>
        <p:spPr/>
        <p:txBody>
          <a:bodyPr/>
          <a:lstStyle/>
          <a:p>
            <a:r>
              <a:rPr lang="en-US" dirty="0"/>
              <a:t>MEET OUR TEAM</a:t>
            </a:r>
          </a:p>
        </p:txBody>
      </p:sp>
      <p:sp>
        <p:nvSpPr>
          <p:cNvPr id="2" name="Footer Placeholder 1">
            <a:extLst>
              <a:ext uri="{FF2B5EF4-FFF2-40B4-BE49-F238E27FC236}">
                <a16:creationId xmlns:a16="http://schemas.microsoft.com/office/drawing/2014/main" id="{23DFDBA5-4CFB-88D0-C90E-69D151F5BFCA}"/>
              </a:ext>
            </a:extLst>
          </p:cNvPr>
          <p:cNvSpPr>
            <a:spLocks noGrp="1"/>
          </p:cNvSpPr>
          <p:nvPr>
            <p:ph type="ftr" sz="quarter" idx="10"/>
          </p:nvPr>
        </p:nvSpPr>
        <p:spPr/>
        <p:txBody>
          <a:bodyPr/>
          <a:lstStyle/>
          <a:p>
            <a:r>
              <a:rPr lang="en-US"/>
              <a:t>Crypto: investing &amp; trading</a:t>
            </a:r>
            <a:endParaRPr lang="en-US" dirty="0"/>
          </a:p>
        </p:txBody>
      </p:sp>
      <p:sp>
        <p:nvSpPr>
          <p:cNvPr id="11" name="Slide Number Placeholder 10">
            <a:extLst>
              <a:ext uri="{FF2B5EF4-FFF2-40B4-BE49-F238E27FC236}">
                <a16:creationId xmlns:a16="http://schemas.microsoft.com/office/drawing/2014/main" id="{9816FD90-6ABD-5EA8-0870-E27733B9F685}"/>
              </a:ext>
            </a:extLst>
          </p:cNvPr>
          <p:cNvSpPr>
            <a:spLocks noGrp="1"/>
          </p:cNvSpPr>
          <p:nvPr>
            <p:ph type="sldNum" sz="quarter" idx="11"/>
          </p:nvPr>
        </p:nvSpPr>
        <p:spPr/>
        <p:txBody>
          <a:bodyPr/>
          <a:lstStyle/>
          <a:p>
            <a:fld id="{294A09A9-5501-47C1-A89A-A340965A2BE2}" type="slidenum">
              <a:rPr lang="en-US" smtClean="0"/>
              <a:pPr/>
              <a:t>13</a:t>
            </a:fld>
            <a:endParaRPr lang="en-US" dirty="0"/>
          </a:p>
        </p:txBody>
      </p:sp>
      <p:sp>
        <p:nvSpPr>
          <p:cNvPr id="3" name="Text Placeholder 2">
            <a:extLst>
              <a:ext uri="{FF2B5EF4-FFF2-40B4-BE49-F238E27FC236}">
                <a16:creationId xmlns:a16="http://schemas.microsoft.com/office/drawing/2014/main" id="{CFC225EB-9239-A8F4-48C2-D2E44A245C26}"/>
              </a:ext>
            </a:extLst>
          </p:cNvPr>
          <p:cNvSpPr>
            <a:spLocks noGrp="1"/>
          </p:cNvSpPr>
          <p:nvPr>
            <p:ph type="body" sz="quarter" idx="12"/>
          </p:nvPr>
        </p:nvSpPr>
        <p:spPr/>
        <p:txBody>
          <a:bodyPr/>
          <a:lstStyle/>
          <a:p>
            <a:r>
              <a:rPr lang="en-US" dirty="0"/>
              <a:t>Takuma Hayashi​</a:t>
            </a:r>
          </a:p>
        </p:txBody>
      </p:sp>
      <p:sp>
        <p:nvSpPr>
          <p:cNvPr id="4" name="Text Placeholder 3">
            <a:extLst>
              <a:ext uri="{FF2B5EF4-FFF2-40B4-BE49-F238E27FC236}">
                <a16:creationId xmlns:a16="http://schemas.microsoft.com/office/drawing/2014/main" id="{BF63BCC4-AF80-8D3B-413B-3F80C74503EE}"/>
              </a:ext>
            </a:extLst>
          </p:cNvPr>
          <p:cNvSpPr>
            <a:spLocks noGrp="1"/>
          </p:cNvSpPr>
          <p:nvPr>
            <p:ph type="body" sz="quarter" idx="13"/>
          </p:nvPr>
        </p:nvSpPr>
        <p:spPr/>
        <p:txBody>
          <a:bodyPr/>
          <a:lstStyle/>
          <a:p>
            <a:r>
              <a:rPr lang="en-US" dirty="0"/>
              <a:t>President</a:t>
            </a:r>
          </a:p>
        </p:txBody>
      </p:sp>
      <p:sp>
        <p:nvSpPr>
          <p:cNvPr id="5" name="Text Placeholder 4">
            <a:extLst>
              <a:ext uri="{FF2B5EF4-FFF2-40B4-BE49-F238E27FC236}">
                <a16:creationId xmlns:a16="http://schemas.microsoft.com/office/drawing/2014/main" id="{664EAAE3-47A6-DF8C-088B-8353E312893A}"/>
              </a:ext>
            </a:extLst>
          </p:cNvPr>
          <p:cNvSpPr>
            <a:spLocks noGrp="1"/>
          </p:cNvSpPr>
          <p:nvPr>
            <p:ph type="body" sz="quarter" idx="14"/>
          </p:nvPr>
        </p:nvSpPr>
        <p:spPr/>
        <p:txBody>
          <a:bodyPr/>
          <a:lstStyle/>
          <a:p>
            <a:r>
              <a:rPr lang="en-US" dirty="0"/>
              <a:t>Mirjam Nilsson​</a:t>
            </a:r>
          </a:p>
        </p:txBody>
      </p:sp>
      <p:sp>
        <p:nvSpPr>
          <p:cNvPr id="6" name="Text Placeholder 5">
            <a:extLst>
              <a:ext uri="{FF2B5EF4-FFF2-40B4-BE49-F238E27FC236}">
                <a16:creationId xmlns:a16="http://schemas.microsoft.com/office/drawing/2014/main" id="{8E956031-A8E2-FF88-2769-10FEB7B754A7}"/>
              </a:ext>
            </a:extLst>
          </p:cNvPr>
          <p:cNvSpPr>
            <a:spLocks noGrp="1"/>
          </p:cNvSpPr>
          <p:nvPr>
            <p:ph type="body" sz="quarter" idx="15"/>
          </p:nvPr>
        </p:nvSpPr>
        <p:spPr/>
        <p:txBody>
          <a:bodyPr/>
          <a:lstStyle/>
          <a:p>
            <a:r>
              <a:rPr lang="en-US" dirty="0"/>
              <a:t>Chief Executive Officer</a:t>
            </a:r>
          </a:p>
        </p:txBody>
      </p:sp>
      <p:sp>
        <p:nvSpPr>
          <p:cNvPr id="7" name="Text Placeholder 6">
            <a:extLst>
              <a:ext uri="{FF2B5EF4-FFF2-40B4-BE49-F238E27FC236}">
                <a16:creationId xmlns:a16="http://schemas.microsoft.com/office/drawing/2014/main" id="{24AD9EB9-CF0D-0D70-D541-05E1A813D00F}"/>
              </a:ext>
            </a:extLst>
          </p:cNvPr>
          <p:cNvSpPr>
            <a:spLocks noGrp="1"/>
          </p:cNvSpPr>
          <p:nvPr>
            <p:ph type="body" sz="quarter" idx="16"/>
          </p:nvPr>
        </p:nvSpPr>
        <p:spPr/>
        <p:txBody>
          <a:bodyPr/>
          <a:lstStyle/>
          <a:p>
            <a:r>
              <a:rPr lang="en-US" dirty="0"/>
              <a:t>Flora Berggren​</a:t>
            </a:r>
          </a:p>
        </p:txBody>
      </p:sp>
      <p:sp>
        <p:nvSpPr>
          <p:cNvPr id="8" name="Text Placeholder 7">
            <a:extLst>
              <a:ext uri="{FF2B5EF4-FFF2-40B4-BE49-F238E27FC236}">
                <a16:creationId xmlns:a16="http://schemas.microsoft.com/office/drawing/2014/main" id="{869DE758-CE4B-6136-04AE-85B544CA6F5B}"/>
              </a:ext>
            </a:extLst>
          </p:cNvPr>
          <p:cNvSpPr>
            <a:spLocks noGrp="1"/>
          </p:cNvSpPr>
          <p:nvPr>
            <p:ph type="body" sz="quarter" idx="17"/>
          </p:nvPr>
        </p:nvSpPr>
        <p:spPr/>
        <p:txBody>
          <a:bodyPr/>
          <a:lstStyle/>
          <a:p>
            <a:r>
              <a:rPr lang="en-US" dirty="0"/>
              <a:t>Chief Operations Officer</a:t>
            </a:r>
          </a:p>
        </p:txBody>
      </p:sp>
      <p:sp>
        <p:nvSpPr>
          <p:cNvPr id="9" name="Text Placeholder 8">
            <a:extLst>
              <a:ext uri="{FF2B5EF4-FFF2-40B4-BE49-F238E27FC236}">
                <a16:creationId xmlns:a16="http://schemas.microsoft.com/office/drawing/2014/main" id="{22A99FBE-9850-5F5D-04D9-E3A83DEEA928}"/>
              </a:ext>
            </a:extLst>
          </p:cNvPr>
          <p:cNvSpPr>
            <a:spLocks noGrp="1"/>
          </p:cNvSpPr>
          <p:nvPr>
            <p:ph type="body" sz="quarter" idx="18"/>
          </p:nvPr>
        </p:nvSpPr>
        <p:spPr/>
        <p:txBody>
          <a:bodyPr/>
          <a:lstStyle/>
          <a:p>
            <a:r>
              <a:rPr lang="en-US" dirty="0"/>
              <a:t>Rajesh Santoshi​</a:t>
            </a:r>
          </a:p>
        </p:txBody>
      </p:sp>
      <p:sp>
        <p:nvSpPr>
          <p:cNvPr id="10" name="Text Placeholder 9">
            <a:extLst>
              <a:ext uri="{FF2B5EF4-FFF2-40B4-BE49-F238E27FC236}">
                <a16:creationId xmlns:a16="http://schemas.microsoft.com/office/drawing/2014/main" id="{19AAB49A-6730-B2CF-9537-FF9551D4EB80}"/>
              </a:ext>
            </a:extLst>
          </p:cNvPr>
          <p:cNvSpPr>
            <a:spLocks noGrp="1"/>
          </p:cNvSpPr>
          <p:nvPr>
            <p:ph type="body" sz="quarter" idx="19"/>
          </p:nvPr>
        </p:nvSpPr>
        <p:spPr/>
        <p:txBody>
          <a:bodyPr/>
          <a:lstStyle/>
          <a:p>
            <a:r>
              <a:rPr lang="en-US" dirty="0"/>
              <a:t>VP Marketing</a:t>
            </a:r>
          </a:p>
        </p:txBody>
      </p:sp>
      <p:pic>
        <p:nvPicPr>
          <p:cNvPr id="16" name="Picture Placeholder 15" descr="Team member head shot&#10;">
            <a:extLst>
              <a:ext uri="{FF2B5EF4-FFF2-40B4-BE49-F238E27FC236}">
                <a16:creationId xmlns:a16="http://schemas.microsoft.com/office/drawing/2014/main" id="{675FEA7C-5201-0219-EAA4-51C8A3B8185E}"/>
              </a:ext>
            </a:extLst>
          </p:cNvPr>
          <p:cNvPicPr>
            <a:picLocks noGrp="1" noChangeAspect="1"/>
          </p:cNvPicPr>
          <p:nvPr>
            <p:ph type="pic" sz="quarter" idx="20"/>
          </p:nvPr>
        </p:nvPicPr>
        <p:blipFill rotWithShape="1">
          <a:blip r:embed="rId2"/>
          <a:srcRect t="45" b="45"/>
          <a:stretch/>
        </p:blipFill>
        <p:spPr/>
      </p:pic>
      <p:pic>
        <p:nvPicPr>
          <p:cNvPr id="17" name="Picture Placeholder 16" descr="Team member head shot&#10;">
            <a:extLst>
              <a:ext uri="{FF2B5EF4-FFF2-40B4-BE49-F238E27FC236}">
                <a16:creationId xmlns:a16="http://schemas.microsoft.com/office/drawing/2014/main" id="{8B1E138F-E5F8-7188-0E7F-C61CC315F3CA}"/>
              </a:ext>
            </a:extLst>
          </p:cNvPr>
          <p:cNvPicPr>
            <a:picLocks noGrp="1" noChangeAspect="1"/>
          </p:cNvPicPr>
          <p:nvPr>
            <p:ph type="pic" sz="quarter" idx="21"/>
          </p:nvPr>
        </p:nvPicPr>
        <p:blipFill rotWithShape="1">
          <a:blip r:embed="rId3"/>
          <a:srcRect/>
          <a:stretch/>
        </p:blipFill>
        <p:spPr/>
      </p:pic>
      <p:pic>
        <p:nvPicPr>
          <p:cNvPr id="18" name="Picture Placeholder 17" descr="Team member head shot&#10;">
            <a:extLst>
              <a:ext uri="{FF2B5EF4-FFF2-40B4-BE49-F238E27FC236}">
                <a16:creationId xmlns:a16="http://schemas.microsoft.com/office/drawing/2014/main" id="{F4608F53-148D-4D2F-6672-8A90E230C68A}"/>
              </a:ext>
            </a:extLst>
          </p:cNvPr>
          <p:cNvPicPr>
            <a:picLocks noGrp="1" noChangeAspect="1"/>
          </p:cNvPicPr>
          <p:nvPr>
            <p:ph type="pic" sz="quarter" idx="22"/>
          </p:nvPr>
        </p:nvPicPr>
        <p:blipFill rotWithShape="1">
          <a:blip r:embed="rId4"/>
          <a:srcRect/>
          <a:stretch/>
        </p:blipFill>
        <p:spPr/>
      </p:pic>
      <p:pic>
        <p:nvPicPr>
          <p:cNvPr id="19" name="Picture Placeholder 18" descr="Team member head shot&#10;">
            <a:extLst>
              <a:ext uri="{FF2B5EF4-FFF2-40B4-BE49-F238E27FC236}">
                <a16:creationId xmlns:a16="http://schemas.microsoft.com/office/drawing/2014/main" id="{34C21939-A4DB-0F96-83D8-AD8FFB45359F}"/>
              </a:ext>
            </a:extLst>
          </p:cNvPr>
          <p:cNvPicPr>
            <a:picLocks noGrp="1" noChangeAspect="1"/>
          </p:cNvPicPr>
          <p:nvPr>
            <p:ph type="pic" sz="quarter" idx="23"/>
          </p:nvPr>
        </p:nvPicPr>
        <p:blipFill rotWithShape="1">
          <a:blip r:embed="rId5"/>
          <a:srcRect l="174" r="174"/>
          <a:stretch/>
        </p:blipFill>
        <p:spPr/>
      </p:pic>
    </p:spTree>
    <p:extLst>
      <p:ext uri="{BB962C8B-B14F-4D97-AF65-F5344CB8AC3E}">
        <p14:creationId xmlns:p14="http://schemas.microsoft.com/office/powerpoint/2010/main" val="1579562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57144164-5503-9D11-4F68-81F4CD378333}"/>
              </a:ext>
            </a:extLst>
          </p:cNvPr>
          <p:cNvSpPr>
            <a:spLocks noGrp="1"/>
          </p:cNvSpPr>
          <p:nvPr>
            <p:ph type="title"/>
          </p:nvPr>
        </p:nvSpPr>
        <p:spPr/>
        <p:txBody>
          <a:bodyPr/>
          <a:lstStyle/>
          <a:p>
            <a:r>
              <a:rPr lang="en-US" dirty="0"/>
              <a:t>MEET OUR EXTENDED TEAM</a:t>
            </a:r>
          </a:p>
        </p:txBody>
      </p:sp>
      <p:sp>
        <p:nvSpPr>
          <p:cNvPr id="2" name="Footer Placeholder 1">
            <a:extLst>
              <a:ext uri="{FF2B5EF4-FFF2-40B4-BE49-F238E27FC236}">
                <a16:creationId xmlns:a16="http://schemas.microsoft.com/office/drawing/2014/main" id="{E0C0AB0C-E0B6-7838-D865-2AB638122FD9}"/>
              </a:ext>
            </a:extLst>
          </p:cNvPr>
          <p:cNvSpPr>
            <a:spLocks noGrp="1"/>
          </p:cNvSpPr>
          <p:nvPr>
            <p:ph type="ftr" sz="quarter" idx="10"/>
          </p:nvPr>
        </p:nvSpPr>
        <p:spPr/>
        <p:txBody>
          <a:bodyPr/>
          <a:lstStyle/>
          <a:p>
            <a:r>
              <a:rPr lang="en-US"/>
              <a:t>Crypto: investing &amp; trading</a:t>
            </a:r>
            <a:endParaRPr lang="en-US" dirty="0"/>
          </a:p>
        </p:txBody>
      </p:sp>
      <p:sp>
        <p:nvSpPr>
          <p:cNvPr id="11" name="Slide Number Placeholder 10">
            <a:extLst>
              <a:ext uri="{FF2B5EF4-FFF2-40B4-BE49-F238E27FC236}">
                <a16:creationId xmlns:a16="http://schemas.microsoft.com/office/drawing/2014/main" id="{F02CA379-5C0D-5E21-B070-E880A01BB9A7}"/>
              </a:ext>
            </a:extLst>
          </p:cNvPr>
          <p:cNvSpPr>
            <a:spLocks noGrp="1"/>
          </p:cNvSpPr>
          <p:nvPr>
            <p:ph type="sldNum" sz="quarter" idx="11"/>
          </p:nvPr>
        </p:nvSpPr>
        <p:spPr/>
        <p:txBody>
          <a:bodyPr/>
          <a:lstStyle/>
          <a:p>
            <a:fld id="{294A09A9-5501-47C1-A89A-A340965A2BE2}" type="slidenum">
              <a:rPr lang="en-US" smtClean="0"/>
              <a:pPr/>
              <a:t>14</a:t>
            </a:fld>
            <a:endParaRPr lang="en-US" dirty="0"/>
          </a:p>
        </p:txBody>
      </p:sp>
      <p:sp>
        <p:nvSpPr>
          <p:cNvPr id="3" name="Text Placeholder 2">
            <a:extLst>
              <a:ext uri="{FF2B5EF4-FFF2-40B4-BE49-F238E27FC236}">
                <a16:creationId xmlns:a16="http://schemas.microsoft.com/office/drawing/2014/main" id="{CFC225EB-9239-A8F4-48C2-D2E44A245C26}"/>
              </a:ext>
            </a:extLst>
          </p:cNvPr>
          <p:cNvSpPr>
            <a:spLocks noGrp="1"/>
          </p:cNvSpPr>
          <p:nvPr>
            <p:ph type="body" sz="quarter" idx="12"/>
          </p:nvPr>
        </p:nvSpPr>
        <p:spPr/>
        <p:txBody>
          <a:bodyPr/>
          <a:lstStyle/>
          <a:p>
            <a:r>
              <a:rPr lang="en-US" dirty="0"/>
              <a:t>Takuma Hayashi​</a:t>
            </a:r>
          </a:p>
        </p:txBody>
      </p:sp>
      <p:sp>
        <p:nvSpPr>
          <p:cNvPr id="4" name="Text Placeholder 3">
            <a:extLst>
              <a:ext uri="{FF2B5EF4-FFF2-40B4-BE49-F238E27FC236}">
                <a16:creationId xmlns:a16="http://schemas.microsoft.com/office/drawing/2014/main" id="{BF63BCC4-AF80-8D3B-413B-3F80C74503EE}"/>
              </a:ext>
            </a:extLst>
          </p:cNvPr>
          <p:cNvSpPr>
            <a:spLocks noGrp="1"/>
          </p:cNvSpPr>
          <p:nvPr>
            <p:ph type="body" sz="quarter" idx="13"/>
          </p:nvPr>
        </p:nvSpPr>
        <p:spPr/>
        <p:txBody>
          <a:bodyPr/>
          <a:lstStyle/>
          <a:p>
            <a:r>
              <a:rPr lang="en-US" dirty="0"/>
              <a:t>President</a:t>
            </a:r>
          </a:p>
        </p:txBody>
      </p:sp>
      <p:sp>
        <p:nvSpPr>
          <p:cNvPr id="5" name="Text Placeholder 4">
            <a:extLst>
              <a:ext uri="{FF2B5EF4-FFF2-40B4-BE49-F238E27FC236}">
                <a16:creationId xmlns:a16="http://schemas.microsoft.com/office/drawing/2014/main" id="{664EAAE3-47A6-DF8C-088B-8353E312893A}"/>
              </a:ext>
            </a:extLst>
          </p:cNvPr>
          <p:cNvSpPr>
            <a:spLocks noGrp="1"/>
          </p:cNvSpPr>
          <p:nvPr>
            <p:ph type="body" sz="quarter" idx="14"/>
          </p:nvPr>
        </p:nvSpPr>
        <p:spPr/>
        <p:txBody>
          <a:bodyPr/>
          <a:lstStyle/>
          <a:p>
            <a:r>
              <a:rPr lang="en-US" dirty="0"/>
              <a:t>Mirjam Nilsson​</a:t>
            </a:r>
          </a:p>
        </p:txBody>
      </p:sp>
      <p:sp>
        <p:nvSpPr>
          <p:cNvPr id="6" name="Text Placeholder 5">
            <a:extLst>
              <a:ext uri="{FF2B5EF4-FFF2-40B4-BE49-F238E27FC236}">
                <a16:creationId xmlns:a16="http://schemas.microsoft.com/office/drawing/2014/main" id="{8E956031-A8E2-FF88-2769-10FEB7B754A7}"/>
              </a:ext>
            </a:extLst>
          </p:cNvPr>
          <p:cNvSpPr>
            <a:spLocks noGrp="1"/>
          </p:cNvSpPr>
          <p:nvPr>
            <p:ph type="body" sz="quarter" idx="15"/>
          </p:nvPr>
        </p:nvSpPr>
        <p:spPr/>
        <p:txBody>
          <a:bodyPr/>
          <a:lstStyle/>
          <a:p>
            <a:r>
              <a:rPr lang="en-US" dirty="0"/>
              <a:t>Chief Executive Officer</a:t>
            </a:r>
          </a:p>
        </p:txBody>
      </p:sp>
      <p:sp>
        <p:nvSpPr>
          <p:cNvPr id="7" name="Text Placeholder 6">
            <a:extLst>
              <a:ext uri="{FF2B5EF4-FFF2-40B4-BE49-F238E27FC236}">
                <a16:creationId xmlns:a16="http://schemas.microsoft.com/office/drawing/2014/main" id="{24AD9EB9-CF0D-0D70-D541-05E1A813D00F}"/>
              </a:ext>
            </a:extLst>
          </p:cNvPr>
          <p:cNvSpPr>
            <a:spLocks noGrp="1"/>
          </p:cNvSpPr>
          <p:nvPr>
            <p:ph type="body" sz="quarter" idx="16"/>
          </p:nvPr>
        </p:nvSpPr>
        <p:spPr/>
        <p:txBody>
          <a:bodyPr/>
          <a:lstStyle/>
          <a:p>
            <a:r>
              <a:rPr lang="en-US" dirty="0"/>
              <a:t>Flora Berggren​</a:t>
            </a:r>
          </a:p>
        </p:txBody>
      </p:sp>
      <p:sp>
        <p:nvSpPr>
          <p:cNvPr id="8" name="Text Placeholder 7">
            <a:extLst>
              <a:ext uri="{FF2B5EF4-FFF2-40B4-BE49-F238E27FC236}">
                <a16:creationId xmlns:a16="http://schemas.microsoft.com/office/drawing/2014/main" id="{869DE758-CE4B-6136-04AE-85B544CA6F5B}"/>
              </a:ext>
            </a:extLst>
          </p:cNvPr>
          <p:cNvSpPr>
            <a:spLocks noGrp="1"/>
          </p:cNvSpPr>
          <p:nvPr>
            <p:ph type="body" sz="quarter" idx="17"/>
          </p:nvPr>
        </p:nvSpPr>
        <p:spPr/>
        <p:txBody>
          <a:bodyPr/>
          <a:lstStyle/>
          <a:p>
            <a:r>
              <a:rPr lang="en-US" dirty="0"/>
              <a:t>Chief Operations Officer</a:t>
            </a:r>
          </a:p>
        </p:txBody>
      </p:sp>
      <p:sp>
        <p:nvSpPr>
          <p:cNvPr id="9" name="Text Placeholder 8">
            <a:extLst>
              <a:ext uri="{FF2B5EF4-FFF2-40B4-BE49-F238E27FC236}">
                <a16:creationId xmlns:a16="http://schemas.microsoft.com/office/drawing/2014/main" id="{22A99FBE-9850-5F5D-04D9-E3A83DEEA928}"/>
              </a:ext>
            </a:extLst>
          </p:cNvPr>
          <p:cNvSpPr>
            <a:spLocks noGrp="1"/>
          </p:cNvSpPr>
          <p:nvPr>
            <p:ph type="body" sz="quarter" idx="18"/>
          </p:nvPr>
        </p:nvSpPr>
        <p:spPr/>
        <p:txBody>
          <a:bodyPr/>
          <a:lstStyle/>
          <a:p>
            <a:r>
              <a:rPr lang="en-US" dirty="0"/>
              <a:t>Rajesh Santoshi​</a:t>
            </a:r>
          </a:p>
        </p:txBody>
      </p:sp>
      <p:sp>
        <p:nvSpPr>
          <p:cNvPr id="10" name="Text Placeholder 9">
            <a:extLst>
              <a:ext uri="{FF2B5EF4-FFF2-40B4-BE49-F238E27FC236}">
                <a16:creationId xmlns:a16="http://schemas.microsoft.com/office/drawing/2014/main" id="{19AAB49A-6730-B2CF-9537-FF9551D4EB80}"/>
              </a:ext>
            </a:extLst>
          </p:cNvPr>
          <p:cNvSpPr>
            <a:spLocks noGrp="1"/>
          </p:cNvSpPr>
          <p:nvPr>
            <p:ph type="body" sz="quarter" idx="19"/>
          </p:nvPr>
        </p:nvSpPr>
        <p:spPr/>
        <p:txBody>
          <a:bodyPr/>
          <a:lstStyle/>
          <a:p>
            <a:r>
              <a:rPr lang="en-US" dirty="0"/>
              <a:t>VP Marketing</a:t>
            </a:r>
          </a:p>
        </p:txBody>
      </p:sp>
      <p:pic>
        <p:nvPicPr>
          <p:cNvPr id="16" name="Picture Placeholder 15" descr="Team member head shot&#10;">
            <a:extLst>
              <a:ext uri="{FF2B5EF4-FFF2-40B4-BE49-F238E27FC236}">
                <a16:creationId xmlns:a16="http://schemas.microsoft.com/office/drawing/2014/main" id="{675FEA7C-5201-0219-EAA4-51C8A3B8185E}"/>
              </a:ext>
            </a:extLst>
          </p:cNvPr>
          <p:cNvPicPr>
            <a:picLocks noGrp="1" noChangeAspect="1"/>
          </p:cNvPicPr>
          <p:nvPr>
            <p:ph type="pic" sz="quarter" idx="20"/>
          </p:nvPr>
        </p:nvPicPr>
        <p:blipFill rotWithShape="1">
          <a:blip r:embed="rId2"/>
          <a:srcRect/>
          <a:stretch/>
        </p:blipFill>
        <p:spPr/>
      </p:pic>
      <p:pic>
        <p:nvPicPr>
          <p:cNvPr id="17" name="Picture Placeholder 16" descr="Team member head shot&#10;">
            <a:extLst>
              <a:ext uri="{FF2B5EF4-FFF2-40B4-BE49-F238E27FC236}">
                <a16:creationId xmlns:a16="http://schemas.microsoft.com/office/drawing/2014/main" id="{8B1E138F-E5F8-7188-0E7F-C61CC315F3CA}"/>
              </a:ext>
            </a:extLst>
          </p:cNvPr>
          <p:cNvPicPr>
            <a:picLocks noGrp="1" noChangeAspect="1"/>
          </p:cNvPicPr>
          <p:nvPr>
            <p:ph type="pic" sz="quarter" idx="21"/>
          </p:nvPr>
        </p:nvPicPr>
        <p:blipFill rotWithShape="1">
          <a:blip r:embed="rId3"/>
          <a:srcRect t="75" b="75"/>
          <a:stretch/>
        </p:blipFill>
        <p:spPr/>
      </p:pic>
      <p:pic>
        <p:nvPicPr>
          <p:cNvPr id="18" name="Picture Placeholder 17" descr="Team member head shot&#10;">
            <a:extLst>
              <a:ext uri="{FF2B5EF4-FFF2-40B4-BE49-F238E27FC236}">
                <a16:creationId xmlns:a16="http://schemas.microsoft.com/office/drawing/2014/main" id="{F4608F53-148D-4D2F-6672-8A90E230C68A}"/>
              </a:ext>
            </a:extLst>
          </p:cNvPr>
          <p:cNvPicPr>
            <a:picLocks noGrp="1" noChangeAspect="1"/>
          </p:cNvPicPr>
          <p:nvPr>
            <p:ph type="pic" sz="quarter" idx="22"/>
          </p:nvPr>
        </p:nvPicPr>
        <p:blipFill rotWithShape="1">
          <a:blip r:embed="rId4"/>
          <a:srcRect t="75" b="75"/>
          <a:stretch/>
        </p:blipFill>
        <p:spPr/>
      </p:pic>
      <p:pic>
        <p:nvPicPr>
          <p:cNvPr id="19" name="Picture Placeholder 18" descr="Team member head shot&#10;">
            <a:extLst>
              <a:ext uri="{FF2B5EF4-FFF2-40B4-BE49-F238E27FC236}">
                <a16:creationId xmlns:a16="http://schemas.microsoft.com/office/drawing/2014/main" id="{34C21939-A4DB-0F96-83D8-AD8FFB45359F}"/>
              </a:ext>
            </a:extLst>
          </p:cNvPr>
          <p:cNvPicPr>
            <a:picLocks noGrp="1" noChangeAspect="1"/>
          </p:cNvPicPr>
          <p:nvPr>
            <p:ph type="pic" sz="quarter" idx="23"/>
          </p:nvPr>
        </p:nvPicPr>
        <p:blipFill rotWithShape="1">
          <a:blip r:embed="rId5"/>
          <a:srcRect l="99" r="99"/>
          <a:stretch/>
        </p:blipFill>
        <p:spPr/>
      </p:pic>
      <p:pic>
        <p:nvPicPr>
          <p:cNvPr id="139" name="Picture Placeholder 138" descr="Team member head shot&#10;">
            <a:extLst>
              <a:ext uri="{FF2B5EF4-FFF2-40B4-BE49-F238E27FC236}">
                <a16:creationId xmlns:a16="http://schemas.microsoft.com/office/drawing/2014/main" id="{40505ADD-6A41-FEA2-952B-68B8652C37DD}"/>
              </a:ext>
            </a:extLst>
          </p:cNvPr>
          <p:cNvPicPr>
            <a:picLocks noGrp="1" noChangeAspect="1"/>
          </p:cNvPicPr>
          <p:nvPr>
            <p:ph type="pic" sz="quarter" idx="24"/>
          </p:nvPr>
        </p:nvPicPr>
        <p:blipFill rotWithShape="1">
          <a:blip r:embed="rId6"/>
          <a:srcRect/>
          <a:stretch/>
        </p:blipFill>
        <p:spPr/>
      </p:pic>
      <p:pic>
        <p:nvPicPr>
          <p:cNvPr id="140" name="Picture Placeholder 139" descr="Team member head shot&#10;">
            <a:extLst>
              <a:ext uri="{FF2B5EF4-FFF2-40B4-BE49-F238E27FC236}">
                <a16:creationId xmlns:a16="http://schemas.microsoft.com/office/drawing/2014/main" id="{DAE46AC2-4E04-644A-503C-188DFB2C3463}"/>
              </a:ext>
            </a:extLst>
          </p:cNvPr>
          <p:cNvPicPr>
            <a:picLocks noGrp="1" noChangeAspect="1"/>
          </p:cNvPicPr>
          <p:nvPr>
            <p:ph type="pic" sz="quarter" idx="25"/>
          </p:nvPr>
        </p:nvPicPr>
        <p:blipFill rotWithShape="1">
          <a:blip r:embed="rId7"/>
          <a:srcRect t="75" b="75"/>
          <a:stretch/>
        </p:blipFill>
        <p:spPr/>
      </p:pic>
      <p:pic>
        <p:nvPicPr>
          <p:cNvPr id="141" name="Picture Placeholder 140" descr="Team member head shot&#10;">
            <a:extLst>
              <a:ext uri="{FF2B5EF4-FFF2-40B4-BE49-F238E27FC236}">
                <a16:creationId xmlns:a16="http://schemas.microsoft.com/office/drawing/2014/main" id="{105B8828-F685-63DD-6F9F-62F8A8DA6D06}"/>
              </a:ext>
            </a:extLst>
          </p:cNvPr>
          <p:cNvPicPr>
            <a:picLocks noGrp="1" noChangeAspect="1"/>
          </p:cNvPicPr>
          <p:nvPr>
            <p:ph type="pic" sz="quarter" idx="26"/>
          </p:nvPr>
        </p:nvPicPr>
        <p:blipFill rotWithShape="1">
          <a:blip r:embed="rId8"/>
          <a:srcRect l="291" r="291"/>
          <a:stretch/>
        </p:blipFill>
        <p:spPr/>
      </p:pic>
      <p:pic>
        <p:nvPicPr>
          <p:cNvPr id="142" name="Picture Placeholder 141" descr="Team member head shot&#10;">
            <a:extLst>
              <a:ext uri="{FF2B5EF4-FFF2-40B4-BE49-F238E27FC236}">
                <a16:creationId xmlns:a16="http://schemas.microsoft.com/office/drawing/2014/main" id="{E6A455C2-70F1-6DAE-26E6-C7AAE0CFA814}"/>
              </a:ext>
            </a:extLst>
          </p:cNvPr>
          <p:cNvPicPr>
            <a:picLocks noGrp="1" noChangeAspect="1"/>
          </p:cNvPicPr>
          <p:nvPr>
            <p:ph type="pic" sz="quarter" idx="27"/>
          </p:nvPr>
        </p:nvPicPr>
        <p:blipFill rotWithShape="1">
          <a:blip r:embed="rId9"/>
          <a:srcRect l="291" r="291"/>
          <a:stretch/>
        </p:blipFill>
        <p:spPr/>
      </p:pic>
      <p:sp>
        <p:nvSpPr>
          <p:cNvPr id="131" name="Text Placeholder 130">
            <a:extLst>
              <a:ext uri="{FF2B5EF4-FFF2-40B4-BE49-F238E27FC236}">
                <a16:creationId xmlns:a16="http://schemas.microsoft.com/office/drawing/2014/main" id="{29B0FDD4-0C9D-9FEE-0CB5-5341E9A67D6A}"/>
              </a:ext>
            </a:extLst>
          </p:cNvPr>
          <p:cNvSpPr>
            <a:spLocks noGrp="1"/>
          </p:cNvSpPr>
          <p:nvPr>
            <p:ph type="body" sz="quarter" idx="28"/>
          </p:nvPr>
        </p:nvSpPr>
        <p:spPr/>
        <p:txBody>
          <a:bodyPr/>
          <a:lstStyle/>
          <a:p>
            <a:r>
              <a:rPr lang="en-US" dirty="0"/>
              <a:t>Graham Barnes</a:t>
            </a:r>
          </a:p>
        </p:txBody>
      </p:sp>
      <p:sp>
        <p:nvSpPr>
          <p:cNvPr id="132" name="Text Placeholder 131">
            <a:extLst>
              <a:ext uri="{FF2B5EF4-FFF2-40B4-BE49-F238E27FC236}">
                <a16:creationId xmlns:a16="http://schemas.microsoft.com/office/drawing/2014/main" id="{0E6B790C-A9A2-BF33-11DC-2AA2B45ADDDE}"/>
              </a:ext>
            </a:extLst>
          </p:cNvPr>
          <p:cNvSpPr>
            <a:spLocks noGrp="1"/>
          </p:cNvSpPr>
          <p:nvPr>
            <p:ph type="body" sz="quarter" idx="29"/>
          </p:nvPr>
        </p:nvSpPr>
        <p:spPr/>
        <p:txBody>
          <a:bodyPr/>
          <a:lstStyle/>
          <a:p>
            <a:r>
              <a:rPr lang="en-US" dirty="0"/>
              <a:t>VP Product</a:t>
            </a:r>
          </a:p>
        </p:txBody>
      </p:sp>
      <p:sp>
        <p:nvSpPr>
          <p:cNvPr id="133" name="Text Placeholder 132">
            <a:extLst>
              <a:ext uri="{FF2B5EF4-FFF2-40B4-BE49-F238E27FC236}">
                <a16:creationId xmlns:a16="http://schemas.microsoft.com/office/drawing/2014/main" id="{F73428BF-556B-39B3-A2E1-A3479B7A4368}"/>
              </a:ext>
            </a:extLst>
          </p:cNvPr>
          <p:cNvSpPr>
            <a:spLocks noGrp="1"/>
          </p:cNvSpPr>
          <p:nvPr>
            <p:ph type="body" sz="quarter" idx="30"/>
          </p:nvPr>
        </p:nvSpPr>
        <p:spPr/>
        <p:txBody>
          <a:bodyPr/>
          <a:lstStyle/>
          <a:p>
            <a:r>
              <a:rPr lang="en-US" dirty="0"/>
              <a:t>Rowan Murphy</a:t>
            </a:r>
          </a:p>
        </p:txBody>
      </p:sp>
      <p:sp>
        <p:nvSpPr>
          <p:cNvPr id="134" name="Text Placeholder 133">
            <a:extLst>
              <a:ext uri="{FF2B5EF4-FFF2-40B4-BE49-F238E27FC236}">
                <a16:creationId xmlns:a16="http://schemas.microsoft.com/office/drawing/2014/main" id="{3519B91A-73EE-B2B8-4875-2C6A0113D333}"/>
              </a:ext>
            </a:extLst>
          </p:cNvPr>
          <p:cNvSpPr>
            <a:spLocks noGrp="1"/>
          </p:cNvSpPr>
          <p:nvPr>
            <p:ph type="body" sz="quarter" idx="31"/>
          </p:nvPr>
        </p:nvSpPr>
        <p:spPr/>
        <p:txBody>
          <a:bodyPr/>
          <a:lstStyle/>
          <a:p>
            <a:r>
              <a:rPr lang="en-US" dirty="0"/>
              <a:t>SEO Strategist</a:t>
            </a:r>
          </a:p>
        </p:txBody>
      </p:sp>
      <p:sp>
        <p:nvSpPr>
          <p:cNvPr id="135" name="Text Placeholder 134">
            <a:extLst>
              <a:ext uri="{FF2B5EF4-FFF2-40B4-BE49-F238E27FC236}">
                <a16:creationId xmlns:a16="http://schemas.microsoft.com/office/drawing/2014/main" id="{747BF9B3-DF8F-789C-9AF6-94771E1AF5FE}"/>
              </a:ext>
            </a:extLst>
          </p:cNvPr>
          <p:cNvSpPr>
            <a:spLocks noGrp="1"/>
          </p:cNvSpPr>
          <p:nvPr>
            <p:ph type="body" sz="quarter" idx="32"/>
          </p:nvPr>
        </p:nvSpPr>
        <p:spPr/>
        <p:txBody>
          <a:bodyPr/>
          <a:lstStyle/>
          <a:p>
            <a:r>
              <a:rPr lang="en-US" dirty="0"/>
              <a:t>Elizabeth Moore</a:t>
            </a:r>
          </a:p>
        </p:txBody>
      </p:sp>
      <p:sp>
        <p:nvSpPr>
          <p:cNvPr id="136" name="Text Placeholder 135">
            <a:extLst>
              <a:ext uri="{FF2B5EF4-FFF2-40B4-BE49-F238E27FC236}">
                <a16:creationId xmlns:a16="http://schemas.microsoft.com/office/drawing/2014/main" id="{A2297428-B6BC-F5B5-C82D-3BC4408EC576}"/>
              </a:ext>
            </a:extLst>
          </p:cNvPr>
          <p:cNvSpPr>
            <a:spLocks noGrp="1"/>
          </p:cNvSpPr>
          <p:nvPr>
            <p:ph type="body" sz="quarter" idx="33"/>
          </p:nvPr>
        </p:nvSpPr>
        <p:spPr/>
        <p:txBody>
          <a:bodyPr/>
          <a:lstStyle/>
          <a:p>
            <a:r>
              <a:rPr lang="en-US" dirty="0"/>
              <a:t>Product Designer</a:t>
            </a:r>
          </a:p>
        </p:txBody>
      </p:sp>
      <p:sp>
        <p:nvSpPr>
          <p:cNvPr id="137" name="Text Placeholder 136">
            <a:extLst>
              <a:ext uri="{FF2B5EF4-FFF2-40B4-BE49-F238E27FC236}">
                <a16:creationId xmlns:a16="http://schemas.microsoft.com/office/drawing/2014/main" id="{651B92A3-1DB6-8A7F-09B7-C7969D53FB3A}"/>
              </a:ext>
            </a:extLst>
          </p:cNvPr>
          <p:cNvSpPr>
            <a:spLocks noGrp="1"/>
          </p:cNvSpPr>
          <p:nvPr>
            <p:ph type="body" sz="quarter" idx="34"/>
          </p:nvPr>
        </p:nvSpPr>
        <p:spPr/>
        <p:txBody>
          <a:bodyPr/>
          <a:lstStyle/>
          <a:p>
            <a:r>
              <a:rPr lang="en-US" dirty="0"/>
              <a:t>Robin Kline</a:t>
            </a:r>
          </a:p>
        </p:txBody>
      </p:sp>
      <p:sp>
        <p:nvSpPr>
          <p:cNvPr id="138" name="Text Placeholder 137">
            <a:extLst>
              <a:ext uri="{FF2B5EF4-FFF2-40B4-BE49-F238E27FC236}">
                <a16:creationId xmlns:a16="http://schemas.microsoft.com/office/drawing/2014/main" id="{462B07C6-5B4D-AB97-3376-C4F8BFC2C143}"/>
              </a:ext>
            </a:extLst>
          </p:cNvPr>
          <p:cNvSpPr>
            <a:spLocks noGrp="1"/>
          </p:cNvSpPr>
          <p:nvPr>
            <p:ph type="body" sz="quarter" idx="35"/>
          </p:nvPr>
        </p:nvSpPr>
        <p:spPr/>
        <p:txBody>
          <a:bodyPr/>
          <a:lstStyle/>
          <a:p>
            <a:r>
              <a:rPr lang="en-US" dirty="0"/>
              <a:t>Content Developer</a:t>
            </a:r>
          </a:p>
        </p:txBody>
      </p:sp>
    </p:spTree>
    <p:extLst>
      <p:ext uri="{BB962C8B-B14F-4D97-AF65-F5344CB8AC3E}">
        <p14:creationId xmlns:p14="http://schemas.microsoft.com/office/powerpoint/2010/main" val="840605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BC92-868A-26B2-CBC0-C9D94E65F1A4}"/>
              </a:ext>
            </a:extLst>
          </p:cNvPr>
          <p:cNvSpPr>
            <a:spLocks noGrp="1"/>
          </p:cNvSpPr>
          <p:nvPr>
            <p:ph type="ctrTitle"/>
          </p:nvPr>
        </p:nvSpPr>
        <p:spPr/>
        <p:txBody>
          <a:bodyPr/>
          <a:lstStyle/>
          <a:p>
            <a:r>
              <a:rPr lang="en-US" dirty="0">
                <a:ln w="28575">
                  <a:noFill/>
                  <a:prstDash val="solid"/>
                </a:ln>
                <a:latin typeface="Tw Cen MT" panose="020B0602020104020603" pitchFamily="34" charset="77"/>
                <a:ea typeface="Verdana" panose="020B0604030504040204" pitchFamily="34" charset="0"/>
                <a:cs typeface="Verdana" panose="020B0604030504040204" pitchFamily="34" charset="0"/>
              </a:rPr>
              <a:t>SUMMARY</a:t>
            </a:r>
            <a:endParaRPr lang="en-US" dirty="0"/>
          </a:p>
        </p:txBody>
      </p:sp>
      <p:sp>
        <p:nvSpPr>
          <p:cNvPr id="3" name="Subtitle 2">
            <a:extLst>
              <a:ext uri="{FF2B5EF4-FFF2-40B4-BE49-F238E27FC236}">
                <a16:creationId xmlns:a16="http://schemas.microsoft.com/office/drawing/2014/main" id="{6F9C1627-7A56-025E-482D-E2AB014EDF92}"/>
              </a:ext>
            </a:extLst>
          </p:cNvPr>
          <p:cNvSpPr>
            <a:spLocks noGrp="1"/>
          </p:cNvSpPr>
          <p:nvPr>
            <p:ph type="subTitle" idx="1"/>
          </p:nvPr>
        </p:nvSpPr>
        <p:spPr/>
        <p:txBody>
          <a:bodyPr/>
          <a:lstStyle/>
          <a:p>
            <a:r>
              <a:rPr lang="en-US" dirty="0">
                <a:latin typeface="Segoe UI Light" panose="020B0502040204020203" pitchFamily="34" charset="0"/>
                <a:ea typeface="+mn-lt"/>
                <a:cs typeface="Segoe UI Light" panose="020B0502040204020203" pitchFamily="34" charset="0"/>
              </a:rPr>
              <a:t>At Krypto Logics, we believe in giving 110%. By using our next-generation data architecture, we help investors virtually manage their portfolios. We thrive because of our market knowledge and great team. As our CEO says, "Efficiencies will come from proactively transforming how we do business."</a:t>
            </a:r>
          </a:p>
          <a:p>
            <a:endParaRPr lang="en-US" dirty="0"/>
          </a:p>
        </p:txBody>
      </p:sp>
    </p:spTree>
    <p:extLst>
      <p:ext uri="{BB962C8B-B14F-4D97-AF65-F5344CB8AC3E}">
        <p14:creationId xmlns:p14="http://schemas.microsoft.com/office/powerpoint/2010/main" val="1958759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dirty="0">
                <a:ln w="28575">
                  <a:noFill/>
                  <a:prstDash val="solid"/>
                </a:ln>
                <a:latin typeface="Tw Cen MT" panose="020B0602020104020603" pitchFamily="34" charset="77"/>
              </a:rPr>
              <a:t>THANK YOU</a:t>
            </a:r>
            <a:endParaRPr lang="en-US" dirty="0"/>
          </a:p>
        </p:txBody>
      </p:sp>
      <p:sp>
        <p:nvSpPr>
          <p:cNvPr id="3" name="Text Placeholder 2">
            <a:extLst>
              <a:ext uri="{FF2B5EF4-FFF2-40B4-BE49-F238E27FC236}">
                <a16:creationId xmlns:a16="http://schemas.microsoft.com/office/drawing/2014/main" id="{55519D01-29BE-BE76-41C5-9D58AD8119DC}"/>
              </a:ext>
            </a:extLst>
          </p:cNvPr>
          <p:cNvSpPr>
            <a:spLocks noGrp="1"/>
          </p:cNvSpPr>
          <p:nvPr>
            <p:ph type="body" idx="1"/>
          </p:nvPr>
        </p:nvSpPr>
        <p:spPr/>
        <p:txBody>
          <a:bodyPr/>
          <a:lstStyle/>
          <a:p>
            <a:pPr algn="l"/>
            <a:r>
              <a:rPr lang="en-US" dirty="0">
                <a:latin typeface="Segoe UI Light" panose="020B0502040204020203" pitchFamily="34" charset="0"/>
                <a:cs typeface="Segoe UI Light" panose="020B0502040204020203" pitchFamily="34" charset="0"/>
              </a:rPr>
              <a:t>Mirjam Nilsson​</a:t>
            </a:r>
          </a:p>
          <a:p>
            <a:pPr algn="l"/>
            <a:r>
              <a:rPr lang="en-US" dirty="0">
                <a:latin typeface="Segoe UI Light" panose="020B0502040204020203" pitchFamily="34" charset="0"/>
                <a:cs typeface="Segoe UI Light" panose="020B0502040204020203" pitchFamily="34" charset="0"/>
              </a:rPr>
              <a:t>mirjam@greatsiteaddress.com </a:t>
            </a:r>
            <a:endParaRPr lang="en-US" dirty="0">
              <a:latin typeface="Segoe UI Light" panose="020B0502040204020203" pitchFamily="34" charset="0"/>
              <a:ea typeface="Calibri"/>
              <a:cs typeface="Segoe UI Light" panose="020B0502040204020203" pitchFamily="34" charset="0"/>
            </a:endParaRPr>
          </a:p>
          <a:p>
            <a:pPr algn="l"/>
            <a:r>
              <a:rPr lang="en-US" dirty="0">
                <a:latin typeface="Segoe UI Light" panose="020B0502040204020203" pitchFamily="34" charset="0"/>
                <a:cs typeface="Segoe UI Light" panose="020B0502040204020203" pitchFamily="34" charset="0"/>
              </a:rPr>
              <a:t>www.greatsiteaddress.com </a:t>
            </a:r>
            <a:endParaRPr lang="en-US" dirty="0">
              <a:latin typeface="Segoe UI Light" panose="020B0502040204020203" pitchFamily="34" charset="0"/>
              <a:ea typeface="Calibri" panose="020F0502020204030204"/>
              <a:cs typeface="Segoe UI Light" panose="020B0502040204020203" pitchFamily="34" charset="0"/>
            </a:endParaRPr>
          </a:p>
          <a:p>
            <a:endParaRPr lang="en-US" dirty="0"/>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0B0F0"/>
      </a:accent1>
      <a:accent2>
        <a:srgbClr val="ECC830"/>
      </a:accent2>
      <a:accent3>
        <a:srgbClr val="B19FE3"/>
      </a:accent3>
      <a:accent4>
        <a:srgbClr val="D0D0D0"/>
      </a:accent4>
      <a:accent5>
        <a:srgbClr val="33CCCC"/>
      </a:accent5>
      <a:accent6>
        <a:srgbClr val="47D45A"/>
      </a:accent6>
      <a:hlink>
        <a:srgbClr val="467886"/>
      </a:hlink>
      <a:folHlink>
        <a:srgbClr val="96607D"/>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2.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c98a79ca-5a9a-4791-a243-f06afd67464d}" enabled="0" method="" siteId="{c98a79ca-5a9a-4791-a243-f06afd67464d}" removed="1"/>
</clbl:labelList>
</file>

<file path=docProps/app.xml><?xml version="1.0" encoding="utf-8"?>
<Properties xmlns="http://schemas.openxmlformats.org/officeDocument/2006/extended-properties" xmlns:vt="http://schemas.openxmlformats.org/officeDocument/2006/docPropsVTypes">
  <Template/>
  <TotalTime>379</TotalTime>
  <Words>817</Words>
  <Application>Microsoft Office PowerPoint</Application>
  <PresentationFormat>Widescreen</PresentationFormat>
  <Paragraphs>180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Courier New</vt:lpstr>
      <vt:lpstr>Segoe UI</vt:lpstr>
      <vt:lpstr>Segoe UI Light</vt:lpstr>
      <vt:lpstr>Tw Cen MT</vt:lpstr>
      <vt:lpstr>Office Theme</vt:lpstr>
      <vt:lpstr>Loan Risk Data Pipeline (Bronze → Silver → Gold)</vt:lpstr>
      <vt:lpstr>Why Build This Pipeline?</vt:lpstr>
      <vt:lpstr>Architecture Overview</vt:lpstr>
      <vt:lpstr>Raw Data to Bronze</vt:lpstr>
      <vt:lpstr>Bronze TO Silver(Users)</vt:lpstr>
      <vt:lpstr>Architecture Overview</vt:lpstr>
      <vt:lpstr>INTRODUCTION</vt:lpstr>
      <vt:lpstr>LONG-TERM VS. SHORT-TERM</vt:lpstr>
      <vt:lpstr>GLOBAL CURRENCY MARKETS</vt:lpstr>
      <vt:lpstr>WEALTH IS THE ABILITY TO FULLY EXPERIENCE LIFE. </vt:lpstr>
      <vt:lpstr>TYPES OF TOKENS</vt:lpstr>
      <vt:lpstr>AREAS OF FOCUS</vt:lpstr>
      <vt:lpstr>MEET OUR TEAM</vt:lpstr>
      <vt:lpstr>MEET OUR EXTENDED TEAM</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YIP Pak Kei</dc:creator>
  <cp:lastModifiedBy>YIP Pak Kei</cp:lastModifiedBy>
  <cp:revision>1</cp:revision>
  <dcterms:created xsi:type="dcterms:W3CDTF">2025-09-26T09:43:50Z</dcterms:created>
  <dcterms:modified xsi:type="dcterms:W3CDTF">2025-09-26T16:03:33Z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