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4"/>
  </p:sldMasterIdLst>
  <p:notesMasterIdLst>
    <p:notesMasterId r:id="rId17"/>
  </p:notesMasterIdLst>
  <p:sldIdLst>
    <p:sldId id="530" r:id="rId5"/>
    <p:sldId id="539" r:id="rId6"/>
    <p:sldId id="547" r:id="rId7"/>
    <p:sldId id="554" r:id="rId8"/>
    <p:sldId id="551" r:id="rId9"/>
    <p:sldId id="550" r:id="rId10"/>
    <p:sldId id="553" r:id="rId11"/>
    <p:sldId id="552" r:id="rId12"/>
    <p:sldId id="545" r:id="rId13"/>
    <p:sldId id="533" r:id="rId14"/>
    <p:sldId id="548" r:id="rId15"/>
    <p:sldId id="54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00000000-0000-0000-0000-000000000000}" name="Author" initials="A" userId="Author" providerId="AD"/>
</p188:authorLst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3" name="Author" initials="A" lastIdx="0" clrIdx="2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665C81"/>
    <a:srgbClr val="ECC830"/>
    <a:srgbClr val="D0B74C"/>
    <a:srgbClr val="17446B"/>
    <a:srgbClr val="00B0F0"/>
    <a:srgbClr val="A6A6A6"/>
    <a:srgbClr val="47D35A"/>
    <a:srgbClr val="76B288"/>
    <a:srgbClr val="D2BF36"/>
    <a:srgbClr val="488CB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9200B14-53B7-4A89-AC96-7E0B3EEF477A}" v="180" dt="2025-09-30T02:59:29.768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4995" autoAdjust="0"/>
    <p:restoredTop sz="94422"/>
  </p:normalViewPr>
  <p:slideViewPr>
    <p:cSldViewPr snapToGrid="0">
      <p:cViewPr varScale="1">
        <p:scale>
          <a:sx n="101" d="100"/>
          <a:sy n="101" d="100"/>
        </p:scale>
        <p:origin x="912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commentAuthors" Target="commentAuthors.xml"/><Relationship Id="rId3" Type="http://schemas.openxmlformats.org/officeDocument/2006/relationships/customXml" Target="../customXml/item3.xml"/><Relationship Id="rId21" Type="http://schemas.openxmlformats.org/officeDocument/2006/relationships/theme" Target="theme/theme1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notesMaster" Target="notesMasters/notesMaster1.xml"/><Relationship Id="rId25" Type="http://schemas.microsoft.com/office/2018/10/relationships/authors" Target="authors.xml"/><Relationship Id="rId2" Type="http://schemas.openxmlformats.org/officeDocument/2006/relationships/customXml" Target="../customXml/item2.xml"/><Relationship Id="rId16" Type="http://schemas.openxmlformats.org/officeDocument/2006/relationships/slide" Target="slides/slide12.xml"/><Relationship Id="rId20" Type="http://schemas.openxmlformats.org/officeDocument/2006/relationships/viewProps" Target="viewProps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24" Type="http://schemas.microsoft.com/office/2015/10/relationships/revisionInfo" Target="revisionInfo.xml"/><Relationship Id="rId5" Type="http://schemas.openxmlformats.org/officeDocument/2006/relationships/slide" Target="slides/slide1.xml"/><Relationship Id="rId15" Type="http://schemas.openxmlformats.org/officeDocument/2006/relationships/slide" Target="slides/slide11.xml"/><Relationship Id="rId23" Type="http://schemas.microsoft.com/office/2016/11/relationships/changesInfo" Target="changesInfos/changesInfo1.xml"/><Relationship Id="rId10" Type="http://schemas.openxmlformats.org/officeDocument/2006/relationships/slide" Target="slides/slide6.xml"/><Relationship Id="rId19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YIP Pak Kei" userId="84071794-bab4-4b42-9f59-0a1beb5d37e7" providerId="ADAL" clId="{327E37EB-F7D8-42A2-B640-10DB968EB23A}"/>
    <pc:docChg chg="undo custSel addSld delSld modSld sldOrd">
      <pc:chgData name="YIP Pak Kei" userId="84071794-bab4-4b42-9f59-0a1beb5d37e7" providerId="ADAL" clId="{327E37EB-F7D8-42A2-B640-10DB968EB23A}" dt="2025-09-30T04:00:03.830" v="7598"/>
      <pc:docMkLst>
        <pc:docMk/>
      </pc:docMkLst>
      <pc:sldChg chg="modSp mod">
        <pc:chgData name="YIP Pak Kei" userId="84071794-bab4-4b42-9f59-0a1beb5d37e7" providerId="ADAL" clId="{327E37EB-F7D8-42A2-B640-10DB968EB23A}" dt="2025-09-30T03:52:08.283" v="7573" actId="20577"/>
        <pc:sldMkLst>
          <pc:docMk/>
          <pc:sldMk cId="1723491119" sldId="530"/>
        </pc:sldMkLst>
        <pc:spChg chg="mod">
          <ac:chgData name="YIP Pak Kei" userId="84071794-bab4-4b42-9f59-0a1beb5d37e7" providerId="ADAL" clId="{327E37EB-F7D8-42A2-B640-10DB968EB23A}" dt="2025-09-29T03:36:45.913" v="3569" actId="207"/>
          <ac:spMkLst>
            <pc:docMk/>
            <pc:sldMk cId="1723491119" sldId="530"/>
            <ac:spMk id="2" creationId="{DC870DB4-0446-EF22-E8E0-3A5B83923AC0}"/>
          </ac:spMkLst>
        </pc:spChg>
        <pc:spChg chg="mod">
          <ac:chgData name="YIP Pak Kei" userId="84071794-bab4-4b42-9f59-0a1beb5d37e7" providerId="ADAL" clId="{327E37EB-F7D8-42A2-B640-10DB968EB23A}" dt="2025-09-30T03:52:08.283" v="7573" actId="20577"/>
          <ac:spMkLst>
            <pc:docMk/>
            <pc:sldMk cId="1723491119" sldId="530"/>
            <ac:spMk id="3" creationId="{696329B1-2D04-0F3A-1081-C5117D8CE122}"/>
          </ac:spMkLst>
        </pc:spChg>
      </pc:sldChg>
      <pc:sldChg chg="addSp delSp modSp mod ord modClrScheme chgLayout">
        <pc:chgData name="YIP Pak Kei" userId="84071794-bab4-4b42-9f59-0a1beb5d37e7" providerId="ADAL" clId="{327E37EB-F7D8-42A2-B640-10DB968EB23A}" dt="2025-09-30T03:52:50.625" v="7596" actId="2"/>
        <pc:sldMkLst>
          <pc:docMk/>
          <pc:sldMk cId="3380759881" sldId="533"/>
        </pc:sldMkLst>
        <pc:spChg chg="add del mod">
          <ac:chgData name="YIP Pak Kei" userId="84071794-bab4-4b42-9f59-0a1beb5d37e7" providerId="ADAL" clId="{327E37EB-F7D8-42A2-B640-10DB968EB23A}" dt="2025-09-29T03:04:12.789" v="3404" actId="478"/>
          <ac:spMkLst>
            <pc:docMk/>
            <pc:sldMk cId="3380759881" sldId="533"/>
            <ac:spMk id="5" creationId="{B02DB3F4-76B0-EDE7-06DB-4D2F1F651728}"/>
          </ac:spMkLst>
        </pc:spChg>
        <pc:spChg chg="add del mod">
          <ac:chgData name="YIP Pak Kei" userId="84071794-bab4-4b42-9f59-0a1beb5d37e7" providerId="ADAL" clId="{327E37EB-F7D8-42A2-B640-10DB968EB23A}" dt="2025-09-29T03:50:33.603" v="3707" actId="478"/>
          <ac:spMkLst>
            <pc:docMk/>
            <pc:sldMk cId="3380759881" sldId="533"/>
            <ac:spMk id="7" creationId="{DCB6C311-E01A-E7F6-C1BD-17BE7D1216FE}"/>
          </ac:spMkLst>
        </pc:spChg>
        <pc:spChg chg="add del mod">
          <ac:chgData name="YIP Pak Kei" userId="84071794-bab4-4b42-9f59-0a1beb5d37e7" providerId="ADAL" clId="{327E37EB-F7D8-42A2-B640-10DB968EB23A}" dt="2025-09-29T03:51:16.841" v="3715" actId="478"/>
          <ac:spMkLst>
            <pc:docMk/>
            <pc:sldMk cId="3380759881" sldId="533"/>
            <ac:spMk id="9" creationId="{4BCF24BE-07C5-A625-902D-35EC5C24F63C}"/>
          </ac:spMkLst>
        </pc:spChg>
        <pc:spChg chg="add mod">
          <ac:chgData name="YIP Pak Kei" userId="84071794-bab4-4b42-9f59-0a1beb5d37e7" providerId="ADAL" clId="{327E37EB-F7D8-42A2-B640-10DB968EB23A}" dt="2025-09-29T04:25:45.474" v="3947" actId="1036"/>
          <ac:spMkLst>
            <pc:docMk/>
            <pc:sldMk cId="3380759881" sldId="533"/>
            <ac:spMk id="11" creationId="{6E8C461C-A1D4-2712-744E-FDBD99A9C2B4}"/>
          </ac:spMkLst>
        </pc:spChg>
        <pc:graphicFrameChg chg="add mod modGraphic">
          <ac:chgData name="YIP Pak Kei" userId="84071794-bab4-4b42-9f59-0a1beb5d37e7" providerId="ADAL" clId="{327E37EB-F7D8-42A2-B640-10DB968EB23A}" dt="2025-09-29T04:53:21.010" v="4273" actId="1035"/>
          <ac:graphicFrameMkLst>
            <pc:docMk/>
            <pc:sldMk cId="3380759881" sldId="533"/>
            <ac:graphicFrameMk id="2" creationId="{A2F68D8E-18C4-8E86-0F8A-194403EECFB4}"/>
          </ac:graphicFrameMkLst>
        </pc:graphicFrameChg>
        <pc:graphicFrameChg chg="add mod modGraphic">
          <ac:chgData name="YIP Pak Kei" userId="84071794-bab4-4b42-9f59-0a1beb5d37e7" providerId="ADAL" clId="{327E37EB-F7D8-42A2-B640-10DB968EB23A}" dt="2025-09-29T09:53:31.917" v="4415"/>
          <ac:graphicFrameMkLst>
            <pc:docMk/>
            <pc:sldMk cId="3380759881" sldId="533"/>
            <ac:graphicFrameMk id="3" creationId="{A0FDDCDB-4C45-B6D0-DE4B-25E0B486FDF0}"/>
          </ac:graphicFrameMkLst>
        </pc:graphicFrameChg>
        <pc:graphicFrameChg chg="add del mod modGraphic">
          <ac:chgData name="YIP Pak Kei" userId="84071794-bab4-4b42-9f59-0a1beb5d37e7" providerId="ADAL" clId="{327E37EB-F7D8-42A2-B640-10DB968EB23A}" dt="2025-09-30T03:52:50.625" v="7596" actId="2"/>
          <ac:graphicFrameMkLst>
            <pc:docMk/>
            <pc:sldMk cId="3380759881" sldId="533"/>
            <ac:graphicFrameMk id="10" creationId="{1FB54860-C429-A388-6710-19C6EED59A94}"/>
          </ac:graphicFrameMkLst>
        </pc:graphicFrameChg>
      </pc:sldChg>
      <pc:sldChg chg="del">
        <pc:chgData name="YIP Pak Kei" userId="84071794-bab4-4b42-9f59-0a1beb5d37e7" providerId="ADAL" clId="{327E37EB-F7D8-42A2-B640-10DB968EB23A}" dt="2025-09-29T04:46:45.379" v="4166" actId="47"/>
        <pc:sldMkLst>
          <pc:docMk/>
          <pc:sldMk cId="1372651910" sldId="535"/>
        </pc:sldMkLst>
      </pc:sldChg>
      <pc:sldChg chg="modSp del mod">
        <pc:chgData name="YIP Pak Kei" userId="84071794-bab4-4b42-9f59-0a1beb5d37e7" providerId="ADAL" clId="{327E37EB-F7D8-42A2-B640-10DB968EB23A}" dt="2025-09-29T04:46:48.391" v="4167" actId="47"/>
        <pc:sldMkLst>
          <pc:docMk/>
          <pc:sldMk cId="1208724409" sldId="536"/>
        </pc:sldMkLst>
        <pc:graphicFrameChg chg="mod">
          <ac:chgData name="YIP Pak Kei" userId="84071794-bab4-4b42-9f59-0a1beb5d37e7" providerId="ADAL" clId="{327E37EB-F7D8-42A2-B640-10DB968EB23A}" dt="2025-09-29T02:55:03.622" v="3347" actId="1076"/>
          <ac:graphicFrameMkLst>
            <pc:docMk/>
            <pc:sldMk cId="1208724409" sldId="536"/>
            <ac:graphicFrameMk id="4" creationId="{49C20947-A133-32C2-D0F4-654D337A74ED}"/>
          </ac:graphicFrameMkLst>
        </pc:graphicFrameChg>
      </pc:sldChg>
      <pc:sldChg chg="del">
        <pc:chgData name="YIP Pak Kei" userId="84071794-bab4-4b42-9f59-0a1beb5d37e7" providerId="ADAL" clId="{327E37EB-F7D8-42A2-B640-10DB968EB23A}" dt="2025-09-29T04:46:52.096" v="4168" actId="47"/>
        <pc:sldMkLst>
          <pc:docMk/>
          <pc:sldMk cId="1213210011" sldId="537"/>
        </pc:sldMkLst>
      </pc:sldChg>
      <pc:sldChg chg="del">
        <pc:chgData name="YIP Pak Kei" userId="84071794-bab4-4b42-9f59-0a1beb5d37e7" providerId="ADAL" clId="{327E37EB-F7D8-42A2-B640-10DB968EB23A}" dt="2025-09-29T04:46:57.371" v="4170" actId="47"/>
        <pc:sldMkLst>
          <pc:docMk/>
          <pc:sldMk cId="765210901" sldId="538"/>
        </pc:sldMkLst>
      </pc:sldChg>
      <pc:sldChg chg="modSp mod">
        <pc:chgData name="YIP Pak Kei" userId="84071794-bab4-4b42-9f59-0a1beb5d37e7" providerId="ADAL" clId="{327E37EB-F7D8-42A2-B640-10DB968EB23A}" dt="2025-09-30T02:16:58.357" v="7090" actId="1038"/>
        <pc:sldMkLst>
          <pc:docMk/>
          <pc:sldMk cId="1877080978" sldId="539"/>
        </pc:sldMkLst>
        <pc:spChg chg="mod">
          <ac:chgData name="YIP Pak Kei" userId="84071794-bab4-4b42-9f59-0a1beb5d37e7" providerId="ADAL" clId="{327E37EB-F7D8-42A2-B640-10DB968EB23A}" dt="2025-09-30T02:16:58.357" v="7090" actId="1038"/>
          <ac:spMkLst>
            <pc:docMk/>
            <pc:sldMk cId="1877080978" sldId="539"/>
            <ac:spMk id="5" creationId="{BE5F7BD8-DA37-58AB-1F45-D0F045DF4B7B}"/>
          </ac:spMkLst>
        </pc:spChg>
        <pc:spChg chg="mod">
          <ac:chgData name="YIP Pak Kei" userId="84071794-bab4-4b42-9f59-0a1beb5d37e7" providerId="ADAL" clId="{327E37EB-F7D8-42A2-B640-10DB968EB23A}" dt="2025-09-30T02:16:58.357" v="7090" actId="1038"/>
          <ac:spMkLst>
            <pc:docMk/>
            <pc:sldMk cId="1877080978" sldId="539"/>
            <ac:spMk id="11" creationId="{724F2AAC-B18D-1D49-15F1-2D69101664AA}"/>
          </ac:spMkLst>
        </pc:spChg>
      </pc:sldChg>
      <pc:sldChg chg="del">
        <pc:chgData name="YIP Pak Kei" userId="84071794-bab4-4b42-9f59-0a1beb5d37e7" providerId="ADAL" clId="{327E37EB-F7D8-42A2-B640-10DB968EB23A}" dt="2025-09-29T04:46:59.778" v="4171" actId="47"/>
        <pc:sldMkLst>
          <pc:docMk/>
          <pc:sldMk cId="1579562137" sldId="540"/>
        </pc:sldMkLst>
      </pc:sldChg>
      <pc:sldChg chg="del">
        <pc:chgData name="YIP Pak Kei" userId="84071794-bab4-4b42-9f59-0a1beb5d37e7" providerId="ADAL" clId="{327E37EB-F7D8-42A2-B640-10DB968EB23A}" dt="2025-09-29T04:47:02.154" v="4172" actId="47"/>
        <pc:sldMkLst>
          <pc:docMk/>
          <pc:sldMk cId="840605972" sldId="541"/>
        </pc:sldMkLst>
      </pc:sldChg>
      <pc:sldChg chg="del">
        <pc:chgData name="YIP Pak Kei" userId="84071794-bab4-4b42-9f59-0a1beb5d37e7" providerId="ADAL" clId="{327E37EB-F7D8-42A2-B640-10DB968EB23A}" dt="2025-09-29T04:47:04.966" v="4173" actId="47"/>
        <pc:sldMkLst>
          <pc:docMk/>
          <pc:sldMk cId="1958759625" sldId="543"/>
        </pc:sldMkLst>
      </pc:sldChg>
      <pc:sldChg chg="del">
        <pc:chgData name="YIP Pak Kei" userId="84071794-bab4-4b42-9f59-0a1beb5d37e7" providerId="ADAL" clId="{327E37EB-F7D8-42A2-B640-10DB968EB23A}" dt="2025-09-29T04:47:08.638" v="4174" actId="47"/>
        <pc:sldMkLst>
          <pc:docMk/>
          <pc:sldMk cId="1877701230" sldId="544"/>
        </pc:sldMkLst>
      </pc:sldChg>
      <pc:sldChg chg="addSp delSp modSp mod">
        <pc:chgData name="YIP Pak Kei" userId="84071794-bab4-4b42-9f59-0a1beb5d37e7" providerId="ADAL" clId="{327E37EB-F7D8-42A2-B640-10DB968EB23A}" dt="2025-09-30T03:52:37.575" v="7578" actId="2"/>
        <pc:sldMkLst>
          <pc:docMk/>
          <pc:sldMk cId="2049587722" sldId="545"/>
        </pc:sldMkLst>
        <pc:spChg chg="add del mod">
          <ac:chgData name="YIP Pak Kei" userId="84071794-bab4-4b42-9f59-0a1beb5d37e7" providerId="ADAL" clId="{327E37EB-F7D8-42A2-B640-10DB968EB23A}" dt="2025-09-29T02:07:01.629" v="2796" actId="478"/>
          <ac:spMkLst>
            <pc:docMk/>
            <pc:sldMk cId="2049587722" sldId="545"/>
            <ac:spMk id="6" creationId="{A3806159-8CBD-0DE4-09E2-92FE4BCC4DB2}"/>
          </ac:spMkLst>
        </pc:spChg>
        <pc:spChg chg="mod">
          <ac:chgData name="YIP Pak Kei" userId="84071794-bab4-4b42-9f59-0a1beb5d37e7" providerId="ADAL" clId="{327E37EB-F7D8-42A2-B640-10DB968EB23A}" dt="2025-09-29T04:03:11.569" v="3808" actId="207"/>
          <ac:spMkLst>
            <pc:docMk/>
            <pc:sldMk cId="2049587722" sldId="545"/>
            <ac:spMk id="11" creationId="{CE7AA813-84F0-DB50-F6B6-A29A94662DAD}"/>
          </ac:spMkLst>
        </pc:spChg>
        <pc:spChg chg="add del mod">
          <ac:chgData name="YIP Pak Kei" userId="84071794-bab4-4b42-9f59-0a1beb5d37e7" providerId="ADAL" clId="{327E37EB-F7D8-42A2-B640-10DB968EB23A}" dt="2025-09-29T02:09:20.465" v="2804" actId="931"/>
          <ac:spMkLst>
            <pc:docMk/>
            <pc:sldMk cId="2049587722" sldId="545"/>
            <ac:spMk id="13" creationId="{F08F7579-6DBB-BE7B-1BCD-8AEBC42E050E}"/>
          </ac:spMkLst>
        </pc:spChg>
        <pc:spChg chg="add del mod">
          <ac:chgData name="YIP Pak Kei" userId="84071794-bab4-4b42-9f59-0a1beb5d37e7" providerId="ADAL" clId="{327E37EB-F7D8-42A2-B640-10DB968EB23A}" dt="2025-09-29T02:10:12.920" v="2808" actId="931"/>
          <ac:spMkLst>
            <pc:docMk/>
            <pc:sldMk cId="2049587722" sldId="545"/>
            <ac:spMk id="17" creationId="{D6898EC6-B9CA-1DBF-87D3-7E86BE19AA12}"/>
          </ac:spMkLst>
        </pc:spChg>
        <pc:spChg chg="add del mod">
          <ac:chgData name="YIP Pak Kei" userId="84071794-bab4-4b42-9f59-0a1beb5d37e7" providerId="ADAL" clId="{327E37EB-F7D8-42A2-B640-10DB968EB23A}" dt="2025-09-29T02:10:35.268" v="2811" actId="931"/>
          <ac:spMkLst>
            <pc:docMk/>
            <pc:sldMk cId="2049587722" sldId="545"/>
            <ac:spMk id="21" creationId="{FF43C618-C45A-86A1-007B-DCE6C9D454CC}"/>
          </ac:spMkLst>
        </pc:spChg>
        <pc:spChg chg="add del mod">
          <ac:chgData name="YIP Pak Kei" userId="84071794-bab4-4b42-9f59-0a1beb5d37e7" providerId="ADAL" clId="{327E37EB-F7D8-42A2-B640-10DB968EB23A}" dt="2025-09-29T02:11:07.325" v="2813" actId="931"/>
          <ac:spMkLst>
            <pc:docMk/>
            <pc:sldMk cId="2049587722" sldId="545"/>
            <ac:spMk id="25" creationId="{8626C4E4-9219-6ECD-3522-CB25B1B057DC}"/>
          </ac:spMkLst>
        </pc:spChg>
        <pc:spChg chg="add del mod">
          <ac:chgData name="YIP Pak Kei" userId="84071794-bab4-4b42-9f59-0a1beb5d37e7" providerId="ADAL" clId="{327E37EB-F7D8-42A2-B640-10DB968EB23A}" dt="2025-09-29T02:11:47.195" v="2816" actId="478"/>
          <ac:spMkLst>
            <pc:docMk/>
            <pc:sldMk cId="2049587722" sldId="545"/>
            <ac:spMk id="29" creationId="{F4287523-E273-2E3E-E19A-536030388503}"/>
          </ac:spMkLst>
        </pc:spChg>
        <pc:spChg chg="add del mod">
          <ac:chgData name="YIP Pak Kei" userId="84071794-bab4-4b42-9f59-0a1beb5d37e7" providerId="ADAL" clId="{327E37EB-F7D8-42A2-B640-10DB968EB23A}" dt="2025-09-29T02:12:34.512" v="2818" actId="931"/>
          <ac:spMkLst>
            <pc:docMk/>
            <pc:sldMk cId="2049587722" sldId="545"/>
            <ac:spMk id="31" creationId="{76910DFB-2274-B119-5624-B62634CD6C8B}"/>
          </ac:spMkLst>
        </pc:spChg>
        <pc:spChg chg="mod">
          <ac:chgData name="YIP Pak Kei" userId="84071794-bab4-4b42-9f59-0a1beb5d37e7" providerId="ADAL" clId="{327E37EB-F7D8-42A2-B640-10DB968EB23A}" dt="2025-09-29T02:47:26.646" v="3338" actId="113"/>
          <ac:spMkLst>
            <pc:docMk/>
            <pc:sldMk cId="2049587722" sldId="545"/>
            <ac:spMk id="69" creationId="{4BBDF45D-9B32-0154-7602-2C43DAF6C0A6}"/>
          </ac:spMkLst>
        </pc:spChg>
        <pc:spChg chg="mod">
          <ac:chgData name="YIP Pak Kei" userId="84071794-bab4-4b42-9f59-0a1beb5d37e7" providerId="ADAL" clId="{327E37EB-F7D8-42A2-B640-10DB968EB23A}" dt="2025-09-30T03:52:37.575" v="7578" actId="2"/>
          <ac:spMkLst>
            <pc:docMk/>
            <pc:sldMk cId="2049587722" sldId="545"/>
            <ac:spMk id="70" creationId="{38FF6C9F-C7C5-37D5-4C61-BA14A636B732}"/>
          </ac:spMkLst>
        </pc:spChg>
        <pc:spChg chg="mod">
          <ac:chgData name="YIP Pak Kei" userId="84071794-bab4-4b42-9f59-0a1beb5d37e7" providerId="ADAL" clId="{327E37EB-F7D8-42A2-B640-10DB968EB23A}" dt="2025-09-29T04:38:19.812" v="4155" actId="20577"/>
          <ac:spMkLst>
            <pc:docMk/>
            <pc:sldMk cId="2049587722" sldId="545"/>
            <ac:spMk id="71" creationId="{5973BD56-1612-983E-EA67-F4039B062085}"/>
          </ac:spMkLst>
        </pc:spChg>
        <pc:spChg chg="mod">
          <ac:chgData name="YIP Pak Kei" userId="84071794-bab4-4b42-9f59-0a1beb5d37e7" providerId="ADAL" clId="{327E37EB-F7D8-42A2-B640-10DB968EB23A}" dt="2025-09-29T02:47:49.364" v="3343" actId="113"/>
          <ac:spMkLst>
            <pc:docMk/>
            <pc:sldMk cId="2049587722" sldId="545"/>
            <ac:spMk id="72" creationId="{840CFADA-CAD6-2A04-5B15-5DB4DD6A84E0}"/>
          </ac:spMkLst>
        </pc:spChg>
        <pc:spChg chg="mod">
          <ac:chgData name="YIP Pak Kei" userId="84071794-bab4-4b42-9f59-0a1beb5d37e7" providerId="ADAL" clId="{327E37EB-F7D8-42A2-B640-10DB968EB23A}" dt="2025-09-29T05:09:24.787" v="4371" actId="113"/>
          <ac:spMkLst>
            <pc:docMk/>
            <pc:sldMk cId="2049587722" sldId="545"/>
            <ac:spMk id="73" creationId="{DB3347BB-2913-A230-8362-2B778394E7CE}"/>
          </ac:spMkLst>
        </pc:spChg>
        <pc:spChg chg="mod">
          <ac:chgData name="YIP Pak Kei" userId="84071794-bab4-4b42-9f59-0a1beb5d37e7" providerId="ADAL" clId="{327E37EB-F7D8-42A2-B640-10DB968EB23A}" dt="2025-09-29T02:07:06.564" v="2797" actId="313"/>
          <ac:spMkLst>
            <pc:docMk/>
            <pc:sldMk cId="2049587722" sldId="545"/>
            <ac:spMk id="106" creationId="{734F8B63-0C1D-770B-CA9D-EE7ACF817C1F}"/>
          </ac:spMkLst>
        </pc:spChg>
        <pc:spChg chg="del">
          <ac:chgData name="YIP Pak Kei" userId="84071794-bab4-4b42-9f59-0a1beb5d37e7" providerId="ADAL" clId="{327E37EB-F7D8-42A2-B640-10DB968EB23A}" dt="2025-09-29T02:01:37.289" v="2633" actId="478"/>
          <ac:spMkLst>
            <pc:docMk/>
            <pc:sldMk cId="2049587722" sldId="545"/>
            <ac:spMk id="138" creationId="{8BC11123-4B26-8100-E85C-F218651524A5}"/>
          </ac:spMkLst>
        </pc:spChg>
        <pc:picChg chg="del mod">
          <ac:chgData name="YIP Pak Kei" userId="84071794-bab4-4b42-9f59-0a1beb5d37e7" providerId="ADAL" clId="{327E37EB-F7D8-42A2-B640-10DB968EB23A}" dt="2025-09-29T01:39:06.958" v="2591" actId="478"/>
          <ac:picMkLst>
            <pc:docMk/>
            <pc:sldMk cId="2049587722" sldId="545"/>
            <ac:picMk id="4" creationId="{044E5171-FD8A-0D93-7CA3-D78446DE73D7}"/>
          </ac:picMkLst>
        </pc:picChg>
        <pc:picChg chg="add del mod">
          <ac:chgData name="YIP Pak Kei" userId="84071794-bab4-4b42-9f59-0a1beb5d37e7" providerId="ADAL" clId="{327E37EB-F7D8-42A2-B640-10DB968EB23A}" dt="2025-09-29T02:09:37.383" v="2806" actId="478"/>
          <ac:picMkLst>
            <pc:docMk/>
            <pc:sldMk cId="2049587722" sldId="545"/>
            <ac:picMk id="10" creationId="{8307A5D3-85D7-DAD6-BEA8-FE5C521D8BE0}"/>
          </ac:picMkLst>
        </pc:picChg>
        <pc:picChg chg="add mod">
          <ac:chgData name="YIP Pak Kei" userId="84071794-bab4-4b42-9f59-0a1beb5d37e7" providerId="ADAL" clId="{327E37EB-F7D8-42A2-B640-10DB968EB23A}" dt="2025-09-29T02:09:35.242" v="2805" actId="207"/>
          <ac:picMkLst>
            <pc:docMk/>
            <pc:sldMk cId="2049587722" sldId="545"/>
            <ac:picMk id="15" creationId="{D5A5CD1E-0B56-8311-ADFC-5FB312617C08}"/>
          </ac:picMkLst>
        </pc:picChg>
        <pc:picChg chg="add mod">
          <ac:chgData name="YIP Pak Kei" userId="84071794-bab4-4b42-9f59-0a1beb5d37e7" providerId="ADAL" clId="{327E37EB-F7D8-42A2-B640-10DB968EB23A}" dt="2025-09-29T02:10:17.238" v="2809" actId="207"/>
          <ac:picMkLst>
            <pc:docMk/>
            <pc:sldMk cId="2049587722" sldId="545"/>
            <ac:picMk id="19" creationId="{216BC373-5F14-4BD2-E2FA-2CBC70AC0B91}"/>
          </ac:picMkLst>
        </pc:picChg>
        <pc:picChg chg="add mod">
          <ac:chgData name="YIP Pak Kei" userId="84071794-bab4-4b42-9f59-0a1beb5d37e7" providerId="ADAL" clId="{327E37EB-F7D8-42A2-B640-10DB968EB23A}" dt="2025-09-29T02:13:20.577" v="2820" actId="14826"/>
          <ac:picMkLst>
            <pc:docMk/>
            <pc:sldMk cId="2049587722" sldId="545"/>
            <ac:picMk id="23" creationId="{C67758D6-6C1D-2263-93C8-079F70553A3D}"/>
          </ac:picMkLst>
        </pc:picChg>
        <pc:picChg chg="add mod">
          <ac:chgData name="YIP Pak Kei" userId="84071794-bab4-4b42-9f59-0a1beb5d37e7" providerId="ADAL" clId="{327E37EB-F7D8-42A2-B640-10DB968EB23A}" dt="2025-09-29T02:11:27.134" v="2814" actId="207"/>
          <ac:picMkLst>
            <pc:docMk/>
            <pc:sldMk cId="2049587722" sldId="545"/>
            <ac:picMk id="27" creationId="{3D96D35D-53B4-815A-1692-BA48D03FDD73}"/>
          </ac:picMkLst>
        </pc:picChg>
        <pc:picChg chg="add mod">
          <ac:chgData name="YIP Pak Kei" userId="84071794-bab4-4b42-9f59-0a1beb5d37e7" providerId="ADAL" clId="{327E37EB-F7D8-42A2-B640-10DB968EB23A}" dt="2025-09-29T02:12:40.029" v="2819" actId="207"/>
          <ac:picMkLst>
            <pc:docMk/>
            <pc:sldMk cId="2049587722" sldId="545"/>
            <ac:picMk id="33" creationId="{56D23643-732E-35DB-0A22-8E26206083CA}"/>
          </ac:picMkLst>
        </pc:picChg>
        <pc:picChg chg="del">
          <ac:chgData name="YIP Pak Kei" userId="84071794-bab4-4b42-9f59-0a1beb5d37e7" providerId="ADAL" clId="{327E37EB-F7D8-42A2-B640-10DB968EB23A}" dt="2025-09-29T02:09:06.481" v="2803" actId="478"/>
          <ac:picMkLst>
            <pc:docMk/>
            <pc:sldMk cId="2049587722" sldId="545"/>
            <ac:picMk id="85" creationId="{D65F5CE9-1D9A-9BF0-5ADD-C4E2693DA4CB}"/>
          </ac:picMkLst>
        </pc:picChg>
        <pc:picChg chg="del">
          <ac:chgData name="YIP Pak Kei" userId="84071794-bab4-4b42-9f59-0a1beb5d37e7" providerId="ADAL" clId="{327E37EB-F7D8-42A2-B640-10DB968EB23A}" dt="2025-09-29T02:09:45.923" v="2807" actId="478"/>
          <ac:picMkLst>
            <pc:docMk/>
            <pc:sldMk cId="2049587722" sldId="545"/>
            <ac:picMk id="86" creationId="{EDC60F06-D73E-F719-14FA-A6F1ECF09300}"/>
          </ac:picMkLst>
        </pc:picChg>
        <pc:picChg chg="del mod">
          <ac:chgData name="YIP Pak Kei" userId="84071794-bab4-4b42-9f59-0a1beb5d37e7" providerId="ADAL" clId="{327E37EB-F7D8-42A2-B640-10DB968EB23A}" dt="2025-09-29T02:10:20.547" v="2810" actId="478"/>
          <ac:picMkLst>
            <pc:docMk/>
            <pc:sldMk cId="2049587722" sldId="545"/>
            <ac:picMk id="87" creationId="{ED53247D-56A2-6AB9-6FF9-0313BD7DB9E8}"/>
          </ac:picMkLst>
        </pc:picChg>
        <pc:picChg chg="del">
          <ac:chgData name="YIP Pak Kei" userId="84071794-bab4-4b42-9f59-0a1beb5d37e7" providerId="ADAL" clId="{327E37EB-F7D8-42A2-B640-10DB968EB23A}" dt="2025-09-29T02:10:51.986" v="2812" actId="478"/>
          <ac:picMkLst>
            <pc:docMk/>
            <pc:sldMk cId="2049587722" sldId="545"/>
            <ac:picMk id="88" creationId="{32BC0F61-A0C8-5BEF-A6E9-0E7ADE645FA6}"/>
          </ac:picMkLst>
        </pc:picChg>
        <pc:picChg chg="add del">
          <ac:chgData name="YIP Pak Kei" userId="84071794-bab4-4b42-9f59-0a1beb5d37e7" providerId="ADAL" clId="{327E37EB-F7D8-42A2-B640-10DB968EB23A}" dt="2025-09-29T02:11:54.820" v="2817" actId="478"/>
          <ac:picMkLst>
            <pc:docMk/>
            <pc:sldMk cId="2049587722" sldId="545"/>
            <ac:picMk id="90" creationId="{86472D92-CAA9-AF6F-549B-2EE170C70DD7}"/>
          </ac:picMkLst>
        </pc:picChg>
      </pc:sldChg>
      <pc:sldChg chg="del">
        <pc:chgData name="YIP Pak Kei" userId="84071794-bab4-4b42-9f59-0a1beb5d37e7" providerId="ADAL" clId="{327E37EB-F7D8-42A2-B640-10DB968EB23A}" dt="2025-09-29T04:46:54.695" v="4169" actId="47"/>
        <pc:sldMkLst>
          <pc:docMk/>
          <pc:sldMk cId="1430138192" sldId="546"/>
        </pc:sldMkLst>
      </pc:sldChg>
      <pc:sldChg chg="addSp delSp modSp mod">
        <pc:chgData name="YIP Pak Kei" userId="84071794-bab4-4b42-9f59-0a1beb5d37e7" providerId="ADAL" clId="{327E37EB-F7D8-42A2-B640-10DB968EB23A}" dt="2025-09-30T02:16:45.544" v="7078" actId="14100"/>
        <pc:sldMkLst>
          <pc:docMk/>
          <pc:sldMk cId="7450669" sldId="547"/>
        </pc:sldMkLst>
        <pc:spChg chg="mod">
          <ac:chgData name="YIP Pak Kei" userId="84071794-bab4-4b42-9f59-0a1beb5d37e7" providerId="ADAL" clId="{327E37EB-F7D8-42A2-B640-10DB968EB23A}" dt="2025-09-29T04:54:42.624" v="4275" actId="1076"/>
          <ac:spMkLst>
            <pc:docMk/>
            <pc:sldMk cId="7450669" sldId="547"/>
            <ac:spMk id="2" creationId="{3303D0A8-13D2-09F3-219C-38156020085F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4" creationId="{BFCCF6EE-8682-36B1-ECCE-78913B4DAB8F}"/>
          </ac:spMkLst>
        </pc:spChg>
        <pc:spChg chg="add mod">
          <ac:chgData name="YIP Pak Kei" userId="84071794-bab4-4b42-9f59-0a1beb5d37e7" providerId="ADAL" clId="{327E37EB-F7D8-42A2-B640-10DB968EB23A}" dt="2025-09-30T02:16:30.021" v="7075" actId="113"/>
          <ac:spMkLst>
            <pc:docMk/>
            <pc:sldMk cId="7450669" sldId="547"/>
            <ac:spMk id="7" creationId="{29C485CB-B3EF-0BC4-3342-072E3D013AC7}"/>
          </ac:spMkLst>
        </pc:spChg>
        <pc:spChg chg="add mod">
          <ac:chgData name="YIP Pak Kei" userId="84071794-bab4-4b42-9f59-0a1beb5d37e7" providerId="ADAL" clId="{327E37EB-F7D8-42A2-B640-10DB968EB23A}" dt="2025-09-29T04:59:21.747" v="4289"/>
          <ac:spMkLst>
            <pc:docMk/>
            <pc:sldMk cId="7450669" sldId="547"/>
            <ac:spMk id="10" creationId="{2A1ED83D-32CD-5416-7AF1-433F1ABC1E89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15" creationId="{92B8F584-2104-8F4B-AC30-4854E003473A}"/>
          </ac:spMkLst>
        </pc:spChg>
        <pc:spChg chg="add del">
          <ac:chgData name="YIP Pak Kei" userId="84071794-bab4-4b42-9f59-0a1beb5d37e7" providerId="ADAL" clId="{327E37EB-F7D8-42A2-B640-10DB968EB23A}" dt="2025-09-29T05:00:12.973" v="4293" actId="22"/>
          <ac:spMkLst>
            <pc:docMk/>
            <pc:sldMk cId="7450669" sldId="547"/>
            <ac:spMk id="21" creationId="{FF35F356-17D1-07BE-98FB-AE1681FD1A94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34" creationId="{86575217-11E2-0A22-5994-CE479FED1E8D}"/>
          </ac:spMkLst>
        </pc:spChg>
        <pc:spChg chg="mod">
          <ac:chgData name="YIP Pak Kei" userId="84071794-bab4-4b42-9f59-0a1beb5d37e7" providerId="ADAL" clId="{327E37EB-F7D8-42A2-B640-10DB968EB23A}" dt="2025-09-29T04:49:40.344" v="4219" actId="1076"/>
          <ac:spMkLst>
            <pc:docMk/>
            <pc:sldMk cId="7450669" sldId="547"/>
            <ac:spMk id="40" creationId="{BE65AE59-7587-BA67-101C-D4DEC9E17011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42" creationId="{12B1865E-07B4-AF9A-8D45-08DB53FAAA79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46" creationId="{7FC3E0D4-E10A-B7AE-38FD-C172BCD001E7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47" creationId="{A24ED7CD-1F53-5DFA-D96B-BB946783EE76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48" creationId="{477317B7-8143-CAEB-A35F-06B677C9718A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49" creationId="{5D314DCF-6503-2D17-34E2-FDC0790105D2}"/>
          </ac:spMkLst>
        </pc:spChg>
        <pc:spChg chg="mod">
          <ac:chgData name="YIP Pak Kei" userId="84071794-bab4-4b42-9f59-0a1beb5d37e7" providerId="ADAL" clId="{327E37EB-F7D8-42A2-B640-10DB968EB23A}" dt="2025-09-30T02:16:45.544" v="7078" actId="14100"/>
          <ac:spMkLst>
            <pc:docMk/>
            <pc:sldMk cId="7450669" sldId="547"/>
            <ac:spMk id="62" creationId="{B381C386-3F39-27B8-D8E7-FBEBEC817EDD}"/>
          </ac:spMkLst>
        </pc:spChg>
        <pc:spChg chg="mod">
          <ac:chgData name="YIP Pak Kei" userId="84071794-bab4-4b42-9f59-0a1beb5d37e7" providerId="ADAL" clId="{327E37EB-F7D8-42A2-B640-10DB968EB23A}" dt="2025-09-29T04:49:19.858" v="4215" actId="1037"/>
          <ac:spMkLst>
            <pc:docMk/>
            <pc:sldMk cId="7450669" sldId="547"/>
            <ac:spMk id="79" creationId="{2CF23465-86A6-8D8E-38D9-B82ADE7D093B}"/>
          </ac:spMkLst>
        </pc:spChg>
        <pc:grpChg chg="add mod">
          <ac:chgData name="YIP Pak Kei" userId="84071794-bab4-4b42-9f59-0a1beb5d37e7" providerId="ADAL" clId="{327E37EB-F7D8-42A2-B640-10DB968EB23A}" dt="2025-09-29T05:04:17.611" v="4351" actId="164"/>
          <ac:grpSpMkLst>
            <pc:docMk/>
            <pc:sldMk cId="7450669" sldId="547"/>
            <ac:grpSpMk id="23" creationId="{C09720F4-F361-64EB-D086-568F906145FD}"/>
          </ac:grpSpMkLst>
        </pc:grpChg>
        <pc:grpChg chg="add mod">
          <ac:chgData name="YIP Pak Kei" userId="84071794-bab4-4b42-9f59-0a1beb5d37e7" providerId="ADAL" clId="{327E37EB-F7D8-42A2-B640-10DB968EB23A}" dt="2025-09-29T05:04:28.412" v="4354" actId="164"/>
          <ac:grpSpMkLst>
            <pc:docMk/>
            <pc:sldMk cId="7450669" sldId="547"/>
            <ac:grpSpMk id="24" creationId="{00B9855B-9AFD-F117-F4D3-70F1AFACA574}"/>
          </ac:grpSpMkLst>
        </pc:grpChg>
        <pc:picChg chg="add mod">
          <ac:chgData name="YIP Pak Kei" userId="84071794-bab4-4b42-9f59-0a1beb5d37e7" providerId="ADAL" clId="{327E37EB-F7D8-42A2-B640-10DB968EB23A}" dt="2025-09-29T05:04:28.412" v="4354" actId="164"/>
          <ac:picMkLst>
            <pc:docMk/>
            <pc:sldMk cId="7450669" sldId="547"/>
            <ac:picMk id="22" creationId="{2A63F7C3-BA04-FD94-8057-D03B1A1AD1A0}"/>
          </ac:picMkLst>
        </pc:picChg>
        <pc:picChg chg="mod">
          <ac:chgData name="YIP Pak Kei" userId="84071794-bab4-4b42-9f59-0a1beb5d37e7" providerId="ADAL" clId="{327E37EB-F7D8-42A2-B640-10DB968EB23A}" dt="2025-09-28T11:39:36.589" v="809" actId="207"/>
          <ac:picMkLst>
            <pc:docMk/>
            <pc:sldMk cId="7450669" sldId="547"/>
            <ac:picMk id="29" creationId="{47F50A4F-1CBF-9C35-4A87-301E351EEBDD}"/>
          </ac:picMkLst>
        </pc:picChg>
        <pc:picChg chg="mod">
          <ac:chgData name="YIP Pak Kei" userId="84071794-bab4-4b42-9f59-0a1beb5d37e7" providerId="ADAL" clId="{327E37EB-F7D8-42A2-B640-10DB968EB23A}" dt="2025-09-29T04:49:40.344" v="4219" actId="1076"/>
          <ac:picMkLst>
            <pc:docMk/>
            <pc:sldMk cId="7450669" sldId="547"/>
            <ac:picMk id="31" creationId="{C3E09D47-A09A-0D11-CD80-A00D4CA84EC8}"/>
          </ac:picMkLst>
        </pc:picChg>
        <pc:cxnChg chg="add mod">
          <ac:chgData name="YIP Pak Kei" userId="84071794-bab4-4b42-9f59-0a1beb5d37e7" providerId="ADAL" clId="{327E37EB-F7D8-42A2-B640-10DB968EB23A}" dt="2025-09-29T04:54:11.589" v="4274" actId="14100"/>
          <ac:cxnSpMkLst>
            <pc:docMk/>
            <pc:sldMk cId="7450669" sldId="547"/>
            <ac:cxnSpMk id="5" creationId="{F4CDDA5F-3C42-7BFD-382B-B00BA5A98DE2}"/>
          </ac:cxnSpMkLst>
        </pc:cxnChg>
        <pc:cxnChg chg="mod">
          <ac:chgData name="YIP Pak Kei" userId="84071794-bab4-4b42-9f59-0a1beb5d37e7" providerId="ADAL" clId="{327E37EB-F7D8-42A2-B640-10DB968EB23A}" dt="2025-09-29T04:50:35.772" v="4226" actId="1036"/>
          <ac:cxnSpMkLst>
            <pc:docMk/>
            <pc:sldMk cId="7450669" sldId="547"/>
            <ac:cxnSpMk id="38" creationId="{44147784-DB73-BD48-397A-DC053B74ADC8}"/>
          </ac:cxnSpMkLst>
        </pc:cxnChg>
        <pc:cxnChg chg="mod">
          <ac:chgData name="YIP Pak Kei" userId="84071794-bab4-4b42-9f59-0a1beb5d37e7" providerId="ADAL" clId="{327E37EB-F7D8-42A2-B640-10DB968EB23A}" dt="2025-09-29T04:50:35.772" v="4226" actId="1036"/>
          <ac:cxnSpMkLst>
            <pc:docMk/>
            <pc:sldMk cId="7450669" sldId="547"/>
            <ac:cxnSpMk id="56" creationId="{5A2DBDDF-6945-1CBF-BDCA-1D584B22196E}"/>
          </ac:cxnSpMkLst>
        </pc:cxnChg>
        <pc:cxnChg chg="del">
          <ac:chgData name="YIP Pak Kei" userId="84071794-bab4-4b42-9f59-0a1beb5d37e7" providerId="ADAL" clId="{327E37EB-F7D8-42A2-B640-10DB968EB23A}" dt="2025-09-29T04:49:26.579" v="4216" actId="478"/>
          <ac:cxnSpMkLst>
            <pc:docMk/>
            <pc:sldMk cId="7450669" sldId="547"/>
            <ac:cxnSpMk id="65" creationId="{B10BB54C-583A-F674-B70C-FD88A7C87975}"/>
          </ac:cxnSpMkLst>
        </pc:cxnChg>
        <pc:cxnChg chg="mod">
          <ac:chgData name="YIP Pak Kei" userId="84071794-bab4-4b42-9f59-0a1beb5d37e7" providerId="ADAL" clId="{327E37EB-F7D8-42A2-B640-10DB968EB23A}" dt="2025-09-29T04:50:35.772" v="4226" actId="1036"/>
          <ac:cxnSpMkLst>
            <pc:docMk/>
            <pc:sldMk cId="7450669" sldId="547"/>
            <ac:cxnSpMk id="71" creationId="{3CAC3F15-D0DB-F94C-7E7A-C552E7D3A112}"/>
          </ac:cxnSpMkLst>
        </pc:cxnChg>
      </pc:sldChg>
      <pc:sldChg chg="addSp delSp modSp mod ord modClrScheme modShow chgLayout">
        <pc:chgData name="YIP Pak Kei" userId="84071794-bab4-4b42-9f59-0a1beb5d37e7" providerId="ADAL" clId="{327E37EB-F7D8-42A2-B640-10DB968EB23A}" dt="2025-09-30T04:00:03.830" v="7598"/>
        <pc:sldMkLst>
          <pc:docMk/>
          <pc:sldMk cId="2969623277" sldId="548"/>
        </pc:sldMkLst>
        <pc:spChg chg="mod ord">
          <ac:chgData name="YIP Pak Kei" userId="84071794-bab4-4b42-9f59-0a1beb5d37e7" providerId="ADAL" clId="{327E37EB-F7D8-42A2-B640-10DB968EB23A}" dt="2025-09-30T02:17:27.420" v="7092" actId="700"/>
          <ac:spMkLst>
            <pc:docMk/>
            <pc:sldMk cId="2969623277" sldId="548"/>
            <ac:spMk id="2" creationId="{8DDE1B8B-D485-872C-35FF-0ABDCA859604}"/>
          </ac:spMkLst>
        </pc:spChg>
        <pc:spChg chg="mod ord">
          <ac:chgData name="YIP Pak Kei" userId="84071794-bab4-4b42-9f59-0a1beb5d37e7" providerId="ADAL" clId="{327E37EB-F7D8-42A2-B640-10DB968EB23A}" dt="2025-09-30T02:17:27.420" v="7092" actId="700"/>
          <ac:spMkLst>
            <pc:docMk/>
            <pc:sldMk cId="2969623277" sldId="548"/>
            <ac:spMk id="4" creationId="{51D88663-7CDC-80AB-5286-19CD732E32CB}"/>
          </ac:spMkLst>
        </pc:spChg>
        <pc:spChg chg="mod topLvl">
          <ac:chgData name="YIP Pak Kei" userId="84071794-bab4-4b42-9f59-0a1beb5d37e7" providerId="ADAL" clId="{327E37EB-F7D8-42A2-B640-10DB968EB23A}" dt="2025-09-28T09:43:18.726" v="473" actId="164"/>
          <ac:spMkLst>
            <pc:docMk/>
            <pc:sldMk cId="2969623277" sldId="548"/>
            <ac:spMk id="5" creationId="{7B8B47C0-6976-F479-9ABF-566DE88CE5BC}"/>
          </ac:spMkLst>
        </pc:spChg>
        <pc:spChg chg="mod ord">
          <ac:chgData name="YIP Pak Kei" userId="84071794-bab4-4b42-9f59-0a1beb5d37e7" providerId="ADAL" clId="{327E37EB-F7D8-42A2-B640-10DB968EB23A}" dt="2025-09-30T02:17:27.420" v="7092" actId="700"/>
          <ac:spMkLst>
            <pc:docMk/>
            <pc:sldMk cId="2969623277" sldId="548"/>
            <ac:spMk id="8" creationId="{B9911851-E6DF-24FD-7E8D-8B6D57F8FEA0}"/>
          </ac:spMkLst>
        </pc:spChg>
        <pc:spChg chg="mod ord">
          <ac:chgData name="YIP Pak Kei" userId="84071794-bab4-4b42-9f59-0a1beb5d37e7" providerId="ADAL" clId="{327E37EB-F7D8-42A2-B640-10DB968EB23A}" dt="2025-09-30T02:17:27.420" v="7092" actId="700"/>
          <ac:spMkLst>
            <pc:docMk/>
            <pc:sldMk cId="2969623277" sldId="548"/>
            <ac:spMk id="15" creationId="{D536939D-F4CD-7AEE-9980-7BA7514F9C14}"/>
          </ac:spMkLst>
        </pc:spChg>
        <pc:spChg chg="mod topLvl">
          <ac:chgData name="YIP Pak Kei" userId="84071794-bab4-4b42-9f59-0a1beb5d37e7" providerId="ADAL" clId="{327E37EB-F7D8-42A2-B640-10DB968EB23A}" dt="2025-09-28T09:43:18.726" v="473" actId="164"/>
          <ac:spMkLst>
            <pc:docMk/>
            <pc:sldMk cId="2969623277" sldId="548"/>
            <ac:spMk id="16" creationId="{8B78ED48-BAB7-7214-2E92-2E4FAA3F494A}"/>
          </ac:spMkLst>
        </pc:spChg>
        <pc:spChg chg="mod">
          <ac:chgData name="YIP Pak Kei" userId="84071794-bab4-4b42-9f59-0a1beb5d37e7" providerId="ADAL" clId="{327E37EB-F7D8-42A2-B640-10DB968EB23A}" dt="2025-09-29T04:55:34.957" v="4285" actId="12789"/>
          <ac:spMkLst>
            <pc:docMk/>
            <pc:sldMk cId="2969623277" sldId="548"/>
            <ac:spMk id="28" creationId="{359F5CC8-7100-5045-CE58-75F2E2F19A90}"/>
          </ac:spMkLst>
        </pc:spChg>
        <pc:spChg chg="mod">
          <ac:chgData name="YIP Pak Kei" userId="84071794-bab4-4b42-9f59-0a1beb5d37e7" providerId="ADAL" clId="{327E37EB-F7D8-42A2-B640-10DB968EB23A}" dt="2025-09-28T09:34:56.632" v="415" actId="1036"/>
          <ac:spMkLst>
            <pc:docMk/>
            <pc:sldMk cId="2969623277" sldId="548"/>
            <ac:spMk id="35" creationId="{92415EF6-6D31-9290-AE3B-98456CD3800E}"/>
          </ac:spMkLst>
        </pc:spChg>
        <pc:spChg chg="mod">
          <ac:chgData name="YIP Pak Kei" userId="84071794-bab4-4b42-9f59-0a1beb5d37e7" providerId="ADAL" clId="{327E37EB-F7D8-42A2-B640-10DB968EB23A}" dt="2025-09-28T09:34:56.632" v="415" actId="1036"/>
          <ac:spMkLst>
            <pc:docMk/>
            <pc:sldMk cId="2969623277" sldId="548"/>
            <ac:spMk id="36" creationId="{DD505391-CB6B-E8C2-5AA8-42CA962EA897}"/>
          </ac:spMkLst>
        </pc:spChg>
        <pc:spChg chg="mod">
          <ac:chgData name="YIP Pak Kei" userId="84071794-bab4-4b42-9f59-0a1beb5d37e7" providerId="ADAL" clId="{327E37EB-F7D8-42A2-B640-10DB968EB23A}" dt="2025-09-28T09:34:56.632" v="415" actId="1036"/>
          <ac:spMkLst>
            <pc:docMk/>
            <pc:sldMk cId="2969623277" sldId="548"/>
            <ac:spMk id="46" creationId="{28CFA2BB-6FCE-9CDF-B794-AB1133818C34}"/>
          </ac:spMkLst>
        </pc:spChg>
        <pc:spChg chg="mod">
          <ac:chgData name="YIP Pak Kei" userId="84071794-bab4-4b42-9f59-0a1beb5d37e7" providerId="ADAL" clId="{327E37EB-F7D8-42A2-B640-10DB968EB23A}" dt="2025-09-28T09:33:25.301" v="353" actId="1036"/>
          <ac:spMkLst>
            <pc:docMk/>
            <pc:sldMk cId="2969623277" sldId="548"/>
            <ac:spMk id="70" creationId="{BD600375-56D0-A3FC-152E-6B708AEDD111}"/>
          </ac:spMkLst>
        </pc:spChg>
        <pc:spChg chg="mod">
          <ac:chgData name="YIP Pak Kei" userId="84071794-bab4-4b42-9f59-0a1beb5d37e7" providerId="ADAL" clId="{327E37EB-F7D8-42A2-B640-10DB968EB23A}" dt="2025-09-29T05:11:08.542" v="4390" actId="20577"/>
          <ac:spMkLst>
            <pc:docMk/>
            <pc:sldMk cId="2969623277" sldId="548"/>
            <ac:spMk id="71" creationId="{74B2540D-E179-38E7-AD7A-EBA8F651A8F4}"/>
          </ac:spMkLst>
        </pc:spChg>
        <pc:spChg chg="mod">
          <ac:chgData name="YIP Pak Kei" userId="84071794-bab4-4b42-9f59-0a1beb5d37e7" providerId="ADAL" clId="{327E37EB-F7D8-42A2-B640-10DB968EB23A}" dt="2025-09-28T09:44:39.613" v="585" actId="14100"/>
          <ac:spMkLst>
            <pc:docMk/>
            <pc:sldMk cId="2969623277" sldId="548"/>
            <ac:spMk id="72" creationId="{70490BF4-97CB-06BF-8B42-568393BC662B}"/>
          </ac:spMkLst>
        </pc:spChg>
        <pc:spChg chg="mod">
          <ac:chgData name="YIP Pak Kei" userId="84071794-bab4-4b42-9f59-0a1beb5d37e7" providerId="ADAL" clId="{327E37EB-F7D8-42A2-B640-10DB968EB23A}" dt="2025-09-28T11:48:51.871" v="873" actId="313"/>
          <ac:spMkLst>
            <pc:docMk/>
            <pc:sldMk cId="2969623277" sldId="548"/>
            <ac:spMk id="73" creationId="{5CAA2637-75D1-2808-E07F-B143B60114F6}"/>
          </ac:spMkLst>
        </pc:spChg>
        <pc:spChg chg="add del mod topLvl">
          <ac:chgData name="YIP Pak Kei" userId="84071794-bab4-4b42-9f59-0a1beb5d37e7" providerId="ADAL" clId="{327E37EB-F7D8-42A2-B640-10DB968EB23A}" dt="2025-09-28T09:38:04.368" v="452" actId="1035"/>
          <ac:spMkLst>
            <pc:docMk/>
            <pc:sldMk cId="2969623277" sldId="548"/>
            <ac:spMk id="105" creationId="{D56CF466-59B9-24AB-03E0-D130FF7C1D1F}"/>
          </ac:spMkLst>
        </pc:spChg>
        <pc:spChg chg="mod">
          <ac:chgData name="YIP Pak Kei" userId="84071794-bab4-4b42-9f59-0a1beb5d37e7" providerId="ADAL" clId="{327E37EB-F7D8-42A2-B640-10DB968EB23A}" dt="2025-09-28T09:19:57.193" v="106" actId="14826"/>
          <ac:spMkLst>
            <pc:docMk/>
            <pc:sldMk cId="2969623277" sldId="548"/>
            <ac:spMk id="113" creationId="{C7BA14F3-7E1B-CD3B-D100-3A94542A3816}"/>
          </ac:spMkLst>
        </pc:spChg>
        <pc:spChg chg="add mod">
          <ac:chgData name="YIP Pak Kei" userId="84071794-bab4-4b42-9f59-0a1beb5d37e7" providerId="ADAL" clId="{327E37EB-F7D8-42A2-B640-10DB968EB23A}" dt="2025-09-28T09:16:34.779" v="59" actId="164"/>
          <ac:spMkLst>
            <pc:docMk/>
            <pc:sldMk cId="2969623277" sldId="548"/>
            <ac:spMk id="121" creationId="{EB687A08-4561-BF7D-BA03-F7D41844E4D6}"/>
          </ac:spMkLst>
        </pc:spChg>
        <pc:spChg chg="mod">
          <ac:chgData name="YIP Pak Kei" userId="84071794-bab4-4b42-9f59-0a1beb5d37e7" providerId="ADAL" clId="{327E37EB-F7D8-42A2-B640-10DB968EB23A}" dt="2025-09-28T09:20:14.973" v="111"/>
          <ac:spMkLst>
            <pc:docMk/>
            <pc:sldMk cId="2969623277" sldId="548"/>
            <ac:spMk id="124" creationId="{38FE83B0-E7D1-ADA4-3D71-C2A351B199B5}"/>
          </ac:spMkLst>
        </pc:spChg>
        <pc:spChg chg="mod">
          <ac:chgData name="YIP Pak Kei" userId="84071794-bab4-4b42-9f59-0a1beb5d37e7" providerId="ADAL" clId="{327E37EB-F7D8-42A2-B640-10DB968EB23A}" dt="2025-09-28T09:20:18.245" v="113"/>
          <ac:spMkLst>
            <pc:docMk/>
            <pc:sldMk cId="2969623277" sldId="548"/>
            <ac:spMk id="132" creationId="{7D74450D-481C-1623-6647-DD204AC4DBA2}"/>
          </ac:spMkLst>
        </pc:spChg>
        <pc:spChg chg="add mod">
          <ac:chgData name="YIP Pak Kei" userId="84071794-bab4-4b42-9f59-0a1beb5d37e7" providerId="ADAL" clId="{327E37EB-F7D8-42A2-B640-10DB968EB23A}" dt="2025-09-29T04:55:18.456" v="4279" actId="1037"/>
          <ac:spMkLst>
            <pc:docMk/>
            <pc:sldMk cId="2969623277" sldId="548"/>
            <ac:spMk id="139" creationId="{61667BB2-8A30-EA5F-2E9A-8AAE19392FB7}"/>
          </ac:spMkLst>
        </pc:spChg>
        <pc:spChg chg="add mod">
          <ac:chgData name="YIP Pak Kei" userId="84071794-bab4-4b42-9f59-0a1beb5d37e7" providerId="ADAL" clId="{327E37EB-F7D8-42A2-B640-10DB968EB23A}" dt="2025-09-28T09:33:36.537" v="355" actId="14100"/>
          <ac:spMkLst>
            <pc:docMk/>
            <pc:sldMk cId="2969623277" sldId="548"/>
            <ac:spMk id="148" creationId="{F041D720-4727-91F8-7670-FCE5CA90A852}"/>
          </ac:spMkLst>
        </pc:spChg>
        <pc:spChg chg="add mod">
          <ac:chgData name="YIP Pak Kei" userId="84071794-bab4-4b42-9f59-0a1beb5d37e7" providerId="ADAL" clId="{327E37EB-F7D8-42A2-B640-10DB968EB23A}" dt="2025-09-29T04:55:34.957" v="4285" actId="12789"/>
          <ac:spMkLst>
            <pc:docMk/>
            <pc:sldMk cId="2969623277" sldId="548"/>
            <ac:spMk id="154" creationId="{73EDDFC5-E7D5-4A3B-9D00-075EBB51302F}"/>
          </ac:spMkLst>
        </pc:spChg>
        <pc:spChg chg="add mod">
          <ac:chgData name="YIP Pak Kei" userId="84071794-bab4-4b42-9f59-0a1beb5d37e7" providerId="ADAL" clId="{327E37EB-F7D8-42A2-B640-10DB968EB23A}" dt="2025-09-28T09:35:28.597" v="420" actId="14100"/>
          <ac:spMkLst>
            <pc:docMk/>
            <pc:sldMk cId="2969623277" sldId="548"/>
            <ac:spMk id="155" creationId="{F2FA10D9-6B94-1A0D-DED6-3447BAF8CE61}"/>
          </ac:spMkLst>
        </pc:spChg>
        <pc:grpChg chg="mod">
          <ac:chgData name="YIP Pak Kei" userId="84071794-bab4-4b42-9f59-0a1beb5d37e7" providerId="ADAL" clId="{327E37EB-F7D8-42A2-B640-10DB968EB23A}" dt="2025-09-28T09:39:27.307" v="454" actId="1076"/>
          <ac:grpSpMkLst>
            <pc:docMk/>
            <pc:sldMk cId="2969623277" sldId="548"/>
            <ac:grpSpMk id="25" creationId="{FC5D910B-93AE-4EAC-74E0-E591B1C0FFCA}"/>
          </ac:grpSpMkLst>
        </pc:grpChg>
        <pc:grpChg chg="mod">
          <ac:chgData name="YIP Pak Kei" userId="84071794-bab4-4b42-9f59-0a1beb5d37e7" providerId="ADAL" clId="{327E37EB-F7D8-42A2-B640-10DB968EB23A}" dt="2025-09-28T09:39:21.036" v="453" actId="1076"/>
          <ac:grpSpMkLst>
            <pc:docMk/>
            <pc:sldMk cId="2969623277" sldId="548"/>
            <ac:grpSpMk id="27" creationId="{CCE9ACC8-6FB4-7844-259E-F972FF3F57B6}"/>
          </ac:grpSpMkLst>
        </pc:grpChg>
        <pc:grpChg chg="mod">
          <ac:chgData name="YIP Pak Kei" userId="84071794-bab4-4b42-9f59-0a1beb5d37e7" providerId="ADAL" clId="{327E37EB-F7D8-42A2-B640-10DB968EB23A}" dt="2025-09-28T09:13:00.351" v="28" actId="1076"/>
          <ac:grpSpMkLst>
            <pc:docMk/>
            <pc:sldMk cId="2969623277" sldId="548"/>
            <ac:grpSpMk id="79" creationId="{D033E982-042B-CC7D-8755-3E7FA5596574}"/>
          </ac:grpSpMkLst>
        </pc:grpChg>
        <pc:grpChg chg="mod">
          <ac:chgData name="YIP Pak Kei" userId="84071794-bab4-4b42-9f59-0a1beb5d37e7" providerId="ADAL" clId="{327E37EB-F7D8-42A2-B640-10DB968EB23A}" dt="2025-09-28T09:13:03.508" v="29" actId="1076"/>
          <ac:grpSpMkLst>
            <pc:docMk/>
            <pc:sldMk cId="2969623277" sldId="548"/>
            <ac:grpSpMk id="85" creationId="{B825FDA1-98B6-8AA5-5A76-07B1589D209E}"/>
          </ac:grpSpMkLst>
        </pc:grpChg>
        <pc:grpChg chg="add mod">
          <ac:chgData name="YIP Pak Kei" userId="84071794-bab4-4b42-9f59-0a1beb5d37e7" providerId="ADAL" clId="{327E37EB-F7D8-42A2-B640-10DB968EB23A}" dt="2025-09-28T09:21:30.180" v="141" actId="552"/>
          <ac:grpSpMkLst>
            <pc:docMk/>
            <pc:sldMk cId="2969623277" sldId="548"/>
            <ac:grpSpMk id="112" creationId="{2377663C-7E36-73D9-11BC-563372B345C2}"/>
          </ac:grpSpMkLst>
        </pc:grpChg>
        <pc:grpChg chg="mod">
          <ac:chgData name="YIP Pak Kei" userId="84071794-bab4-4b42-9f59-0a1beb5d37e7" providerId="ADAL" clId="{327E37EB-F7D8-42A2-B640-10DB968EB23A}" dt="2025-09-28T09:19:57.193" v="106" actId="14826"/>
          <ac:grpSpMkLst>
            <pc:docMk/>
            <pc:sldMk cId="2969623277" sldId="548"/>
            <ac:grpSpMk id="114" creationId="{6D78FD7C-29F2-D6D0-1111-AAF14D71D5E5}"/>
          </ac:grpSpMkLst>
        </pc:grpChg>
        <pc:grpChg chg="add mod">
          <ac:chgData name="YIP Pak Kei" userId="84071794-bab4-4b42-9f59-0a1beb5d37e7" providerId="ADAL" clId="{327E37EB-F7D8-42A2-B640-10DB968EB23A}" dt="2025-09-28T09:16:37.244" v="62" actId="1038"/>
          <ac:grpSpMkLst>
            <pc:docMk/>
            <pc:sldMk cId="2969623277" sldId="548"/>
            <ac:grpSpMk id="122" creationId="{2DF82652-5A98-E9E3-2670-28E11F7B270A}"/>
          </ac:grpSpMkLst>
        </pc:grpChg>
        <pc:grpChg chg="add mod">
          <ac:chgData name="YIP Pak Kei" userId="84071794-bab4-4b42-9f59-0a1beb5d37e7" providerId="ADAL" clId="{327E37EB-F7D8-42A2-B640-10DB968EB23A}" dt="2025-09-28T09:21:30.180" v="141" actId="552"/>
          <ac:grpSpMkLst>
            <pc:docMk/>
            <pc:sldMk cId="2969623277" sldId="548"/>
            <ac:grpSpMk id="123" creationId="{D9DF0CD8-EFF1-D901-74C9-D22752BFBDF0}"/>
          </ac:grpSpMkLst>
        </pc:grpChg>
        <pc:grpChg chg="mod">
          <ac:chgData name="YIP Pak Kei" userId="84071794-bab4-4b42-9f59-0a1beb5d37e7" providerId="ADAL" clId="{327E37EB-F7D8-42A2-B640-10DB968EB23A}" dt="2025-09-28T09:20:14.973" v="111"/>
          <ac:grpSpMkLst>
            <pc:docMk/>
            <pc:sldMk cId="2969623277" sldId="548"/>
            <ac:grpSpMk id="125" creationId="{EE34500E-28DC-6518-1EF6-91777D710F79}"/>
          </ac:grpSpMkLst>
        </pc:grpChg>
        <pc:grpChg chg="add mod">
          <ac:chgData name="YIP Pak Kei" userId="84071794-bab4-4b42-9f59-0a1beb5d37e7" providerId="ADAL" clId="{327E37EB-F7D8-42A2-B640-10DB968EB23A}" dt="2025-09-28T09:21:30.180" v="141" actId="552"/>
          <ac:grpSpMkLst>
            <pc:docMk/>
            <pc:sldMk cId="2969623277" sldId="548"/>
            <ac:grpSpMk id="131" creationId="{D2882231-F22E-A023-E26D-95FF1EC2CD09}"/>
          </ac:grpSpMkLst>
        </pc:grpChg>
        <pc:grpChg chg="mod">
          <ac:chgData name="YIP Pak Kei" userId="84071794-bab4-4b42-9f59-0a1beb5d37e7" providerId="ADAL" clId="{327E37EB-F7D8-42A2-B640-10DB968EB23A}" dt="2025-09-28T09:20:18.245" v="113"/>
          <ac:grpSpMkLst>
            <pc:docMk/>
            <pc:sldMk cId="2969623277" sldId="548"/>
            <ac:grpSpMk id="133" creationId="{E729FD40-E043-D51B-4D39-5D5C760A830A}"/>
          </ac:grpSpMkLst>
        </pc:grpChg>
        <pc:grpChg chg="add mod">
          <ac:chgData name="YIP Pak Kei" userId="84071794-bab4-4b42-9f59-0a1beb5d37e7" providerId="ADAL" clId="{327E37EB-F7D8-42A2-B640-10DB968EB23A}" dt="2025-09-29T04:55:18.456" v="4279" actId="1037"/>
          <ac:grpSpMkLst>
            <pc:docMk/>
            <pc:sldMk cId="2969623277" sldId="548"/>
            <ac:grpSpMk id="159" creationId="{1AF2BED4-6AF5-98C4-92F7-786796B8A44D}"/>
          </ac:grpSpMkLst>
        </pc:grpChg>
        <pc:picChg chg="mod topLvl">
          <ac:chgData name="YIP Pak Kei" userId="84071794-bab4-4b42-9f59-0a1beb5d37e7" providerId="ADAL" clId="{327E37EB-F7D8-42A2-B640-10DB968EB23A}" dt="2025-09-28T09:43:18.726" v="473" actId="164"/>
          <ac:picMkLst>
            <pc:docMk/>
            <pc:sldMk cId="2969623277" sldId="548"/>
            <ac:picMk id="12" creationId="{1C0BF736-4FF9-7198-BD73-7E8EF22FD9C8}"/>
          </ac:picMkLst>
        </pc:picChg>
        <pc:picChg chg="mod">
          <ac:chgData name="YIP Pak Kei" userId="84071794-bab4-4b42-9f59-0a1beb5d37e7" providerId="ADAL" clId="{327E37EB-F7D8-42A2-B640-10DB968EB23A}" dt="2025-09-28T09:34:56.632" v="415" actId="1036"/>
          <ac:picMkLst>
            <pc:docMk/>
            <pc:sldMk cId="2969623277" sldId="548"/>
            <ac:picMk id="67" creationId="{6E757C58-4B24-10C8-61A1-4DDBA7BD8BAA}"/>
          </ac:picMkLst>
        </pc:picChg>
        <pc:picChg chg="mod">
          <ac:chgData name="YIP Pak Kei" userId="84071794-bab4-4b42-9f59-0a1beb5d37e7" providerId="ADAL" clId="{327E37EB-F7D8-42A2-B640-10DB968EB23A}" dt="2025-09-28T09:34:56.632" v="415" actId="1036"/>
          <ac:picMkLst>
            <pc:docMk/>
            <pc:sldMk cId="2969623277" sldId="548"/>
            <ac:picMk id="69" creationId="{D9948BDC-95D4-1A69-5DC6-C191D18ACAF8}"/>
          </ac:picMkLst>
        </pc:picChg>
        <pc:picChg chg="mod">
          <ac:chgData name="YIP Pak Kei" userId="84071794-bab4-4b42-9f59-0a1beb5d37e7" providerId="ADAL" clId="{327E37EB-F7D8-42A2-B640-10DB968EB23A}" dt="2025-09-28T09:44:39.613" v="585" actId="14100"/>
          <ac:picMkLst>
            <pc:docMk/>
            <pc:sldMk cId="2969623277" sldId="548"/>
            <ac:picMk id="78" creationId="{AF086C75-E724-3348-3314-81313568AD2D}"/>
          </ac:picMkLst>
        </pc:picChg>
        <pc:picChg chg="mod topLvl">
          <ac:chgData name="YIP Pak Kei" userId="84071794-bab4-4b42-9f59-0a1beb5d37e7" providerId="ADAL" clId="{327E37EB-F7D8-42A2-B640-10DB968EB23A}" dt="2025-09-28T09:34:56.632" v="415" actId="1036"/>
          <ac:picMkLst>
            <pc:docMk/>
            <pc:sldMk cId="2969623277" sldId="548"/>
            <ac:picMk id="107" creationId="{38D71846-836F-A8C8-FFDF-60A2B5898FFA}"/>
          </ac:picMkLst>
        </pc:picChg>
        <pc:picChg chg="mod topLvl">
          <ac:chgData name="YIP Pak Kei" userId="84071794-bab4-4b42-9f59-0a1beb5d37e7" providerId="ADAL" clId="{327E37EB-F7D8-42A2-B640-10DB968EB23A}" dt="2025-09-28T09:34:56.632" v="415" actId="1036"/>
          <ac:picMkLst>
            <pc:docMk/>
            <pc:sldMk cId="2969623277" sldId="548"/>
            <ac:picMk id="108" creationId="{64C5E11C-4C39-294F-77F0-E3E0467F816B}"/>
          </ac:picMkLst>
        </pc:picChg>
        <pc:picChg chg="mod topLvl">
          <ac:chgData name="YIP Pak Kei" userId="84071794-bab4-4b42-9f59-0a1beb5d37e7" providerId="ADAL" clId="{327E37EB-F7D8-42A2-B640-10DB968EB23A}" dt="2025-09-28T09:34:40.481" v="393" actId="1038"/>
          <ac:picMkLst>
            <pc:docMk/>
            <pc:sldMk cId="2969623277" sldId="548"/>
            <ac:picMk id="109" creationId="{71C0FB19-5582-31A8-58F0-B01CC6862AA7}"/>
          </ac:picMkLst>
        </pc:picChg>
        <pc:picChg chg="mod topLvl">
          <ac:chgData name="YIP Pak Kei" userId="84071794-bab4-4b42-9f59-0a1beb5d37e7" providerId="ADAL" clId="{327E37EB-F7D8-42A2-B640-10DB968EB23A}" dt="2025-09-28T09:34:56.632" v="415" actId="1036"/>
          <ac:picMkLst>
            <pc:docMk/>
            <pc:sldMk cId="2969623277" sldId="548"/>
            <ac:picMk id="110" creationId="{19224239-5699-A8CC-F542-F5AE5CDCD9B5}"/>
          </ac:picMkLst>
        </pc:picChg>
        <pc:picChg chg="mod topLvl">
          <ac:chgData name="YIP Pak Kei" userId="84071794-bab4-4b42-9f59-0a1beb5d37e7" providerId="ADAL" clId="{327E37EB-F7D8-42A2-B640-10DB968EB23A}" dt="2025-09-28T09:34:32.728" v="376" actId="1038"/>
          <ac:picMkLst>
            <pc:docMk/>
            <pc:sldMk cId="2969623277" sldId="548"/>
            <ac:picMk id="111" creationId="{2DEE3EFF-4F44-9836-4CB7-224A6DAF31CD}"/>
          </ac:picMkLst>
        </pc:picChg>
        <pc:picChg chg="mod">
          <ac:chgData name="YIP Pak Kei" userId="84071794-bab4-4b42-9f59-0a1beb5d37e7" providerId="ADAL" clId="{327E37EB-F7D8-42A2-B640-10DB968EB23A}" dt="2025-09-28T09:19:57.193" v="106" actId="14826"/>
          <ac:picMkLst>
            <pc:docMk/>
            <pc:sldMk cId="2969623277" sldId="548"/>
            <ac:picMk id="115" creationId="{7009EF83-D50F-0BFE-867A-138881512C10}"/>
          </ac:picMkLst>
        </pc:picChg>
        <pc:picChg chg="mod">
          <ac:chgData name="YIP Pak Kei" userId="84071794-bab4-4b42-9f59-0a1beb5d37e7" providerId="ADAL" clId="{327E37EB-F7D8-42A2-B640-10DB968EB23A}" dt="2025-09-28T09:19:57.193" v="106" actId="14826"/>
          <ac:picMkLst>
            <pc:docMk/>
            <pc:sldMk cId="2969623277" sldId="548"/>
            <ac:picMk id="116" creationId="{14E81EAD-8681-945F-4C02-0405D06C963C}"/>
          </ac:picMkLst>
        </pc:picChg>
        <pc:picChg chg="mod">
          <ac:chgData name="YIP Pak Kei" userId="84071794-bab4-4b42-9f59-0a1beb5d37e7" providerId="ADAL" clId="{327E37EB-F7D8-42A2-B640-10DB968EB23A}" dt="2025-09-28T09:19:57.193" v="106" actId="14826"/>
          <ac:picMkLst>
            <pc:docMk/>
            <pc:sldMk cId="2969623277" sldId="548"/>
            <ac:picMk id="117" creationId="{7246B506-1AD9-7500-B89D-8BACFD02F397}"/>
          </ac:picMkLst>
        </pc:picChg>
        <pc:picChg chg="mod">
          <ac:chgData name="YIP Pak Kei" userId="84071794-bab4-4b42-9f59-0a1beb5d37e7" providerId="ADAL" clId="{327E37EB-F7D8-42A2-B640-10DB968EB23A}" dt="2025-09-28T09:19:57.193" v="106" actId="14826"/>
          <ac:picMkLst>
            <pc:docMk/>
            <pc:sldMk cId="2969623277" sldId="548"/>
            <ac:picMk id="118" creationId="{DE5A3AE7-50AA-4367-050B-FEA69D88A0BD}"/>
          </ac:picMkLst>
        </pc:picChg>
        <pc:picChg chg="mod">
          <ac:chgData name="YIP Pak Kei" userId="84071794-bab4-4b42-9f59-0a1beb5d37e7" providerId="ADAL" clId="{327E37EB-F7D8-42A2-B640-10DB968EB23A}" dt="2025-09-28T09:19:57.193" v="106" actId="14826"/>
          <ac:picMkLst>
            <pc:docMk/>
            <pc:sldMk cId="2969623277" sldId="548"/>
            <ac:picMk id="119" creationId="{291F22A0-D608-9C8F-F51D-5950A81F5E01}"/>
          </ac:picMkLst>
        </pc:picChg>
        <pc:picChg chg="add mod">
          <ac:chgData name="YIP Pak Kei" userId="84071794-bab4-4b42-9f59-0a1beb5d37e7" providerId="ADAL" clId="{327E37EB-F7D8-42A2-B640-10DB968EB23A}" dt="2025-09-28T09:16:34.779" v="59" actId="164"/>
          <ac:picMkLst>
            <pc:docMk/>
            <pc:sldMk cId="2969623277" sldId="548"/>
            <ac:picMk id="120" creationId="{D8374DD6-650F-974F-0054-D595BA38A333}"/>
          </ac:picMkLst>
        </pc:picChg>
        <pc:picChg chg="mod">
          <ac:chgData name="YIP Pak Kei" userId="84071794-bab4-4b42-9f59-0a1beb5d37e7" providerId="ADAL" clId="{327E37EB-F7D8-42A2-B640-10DB968EB23A}" dt="2025-09-28T09:20:14.973" v="111"/>
          <ac:picMkLst>
            <pc:docMk/>
            <pc:sldMk cId="2969623277" sldId="548"/>
            <ac:picMk id="126" creationId="{4EA28878-DCB8-8374-7A8F-9A727E47872F}"/>
          </ac:picMkLst>
        </pc:picChg>
        <pc:picChg chg="mod">
          <ac:chgData name="YIP Pak Kei" userId="84071794-bab4-4b42-9f59-0a1beb5d37e7" providerId="ADAL" clId="{327E37EB-F7D8-42A2-B640-10DB968EB23A}" dt="2025-09-28T09:20:14.973" v="111"/>
          <ac:picMkLst>
            <pc:docMk/>
            <pc:sldMk cId="2969623277" sldId="548"/>
            <ac:picMk id="127" creationId="{EC91777D-0C7B-472A-914D-1876F5970CF5}"/>
          </ac:picMkLst>
        </pc:picChg>
        <pc:picChg chg="mod">
          <ac:chgData name="YIP Pak Kei" userId="84071794-bab4-4b42-9f59-0a1beb5d37e7" providerId="ADAL" clId="{327E37EB-F7D8-42A2-B640-10DB968EB23A}" dt="2025-09-28T09:20:14.973" v="111"/>
          <ac:picMkLst>
            <pc:docMk/>
            <pc:sldMk cId="2969623277" sldId="548"/>
            <ac:picMk id="128" creationId="{E90222DF-2B68-1331-25AB-F58972613134}"/>
          </ac:picMkLst>
        </pc:picChg>
        <pc:picChg chg="mod">
          <ac:chgData name="YIP Pak Kei" userId="84071794-bab4-4b42-9f59-0a1beb5d37e7" providerId="ADAL" clId="{327E37EB-F7D8-42A2-B640-10DB968EB23A}" dt="2025-09-28T09:20:14.973" v="111"/>
          <ac:picMkLst>
            <pc:docMk/>
            <pc:sldMk cId="2969623277" sldId="548"/>
            <ac:picMk id="129" creationId="{0E90C5E5-3D02-AED7-D969-376455D3C737}"/>
          </ac:picMkLst>
        </pc:picChg>
        <pc:picChg chg="mod">
          <ac:chgData name="YIP Pak Kei" userId="84071794-bab4-4b42-9f59-0a1beb5d37e7" providerId="ADAL" clId="{327E37EB-F7D8-42A2-B640-10DB968EB23A}" dt="2025-09-28T09:20:14.973" v="111"/>
          <ac:picMkLst>
            <pc:docMk/>
            <pc:sldMk cId="2969623277" sldId="548"/>
            <ac:picMk id="130" creationId="{1F0D59B4-2814-BE6B-FA69-4F6C249FE286}"/>
          </ac:picMkLst>
        </pc:picChg>
        <pc:picChg chg="mod">
          <ac:chgData name="YIP Pak Kei" userId="84071794-bab4-4b42-9f59-0a1beb5d37e7" providerId="ADAL" clId="{327E37EB-F7D8-42A2-B640-10DB968EB23A}" dt="2025-09-28T09:20:18.245" v="113"/>
          <ac:picMkLst>
            <pc:docMk/>
            <pc:sldMk cId="2969623277" sldId="548"/>
            <ac:picMk id="134" creationId="{7F12DE0B-D6C2-A66C-FA76-4CD39D820AA9}"/>
          </ac:picMkLst>
        </pc:picChg>
        <pc:picChg chg="mod">
          <ac:chgData name="YIP Pak Kei" userId="84071794-bab4-4b42-9f59-0a1beb5d37e7" providerId="ADAL" clId="{327E37EB-F7D8-42A2-B640-10DB968EB23A}" dt="2025-09-28T09:20:18.245" v="113"/>
          <ac:picMkLst>
            <pc:docMk/>
            <pc:sldMk cId="2969623277" sldId="548"/>
            <ac:picMk id="135" creationId="{EBD39E5F-0F39-53AA-39CE-063FC5D09259}"/>
          </ac:picMkLst>
        </pc:picChg>
        <pc:picChg chg="mod">
          <ac:chgData name="YIP Pak Kei" userId="84071794-bab4-4b42-9f59-0a1beb5d37e7" providerId="ADAL" clId="{327E37EB-F7D8-42A2-B640-10DB968EB23A}" dt="2025-09-28T09:20:18.245" v="113"/>
          <ac:picMkLst>
            <pc:docMk/>
            <pc:sldMk cId="2969623277" sldId="548"/>
            <ac:picMk id="136" creationId="{49DDE80C-EC66-154C-54F5-1451B4527082}"/>
          </ac:picMkLst>
        </pc:picChg>
        <pc:picChg chg="mod">
          <ac:chgData name="YIP Pak Kei" userId="84071794-bab4-4b42-9f59-0a1beb5d37e7" providerId="ADAL" clId="{327E37EB-F7D8-42A2-B640-10DB968EB23A}" dt="2025-09-28T09:20:18.245" v="113"/>
          <ac:picMkLst>
            <pc:docMk/>
            <pc:sldMk cId="2969623277" sldId="548"/>
            <ac:picMk id="137" creationId="{83C4CD39-74D4-CD10-E476-245139A5F4D2}"/>
          </ac:picMkLst>
        </pc:picChg>
        <pc:picChg chg="mod">
          <ac:chgData name="YIP Pak Kei" userId="84071794-bab4-4b42-9f59-0a1beb5d37e7" providerId="ADAL" clId="{327E37EB-F7D8-42A2-B640-10DB968EB23A}" dt="2025-09-28T09:20:18.245" v="113"/>
          <ac:picMkLst>
            <pc:docMk/>
            <pc:sldMk cId="2969623277" sldId="548"/>
            <ac:picMk id="138" creationId="{3A2D1655-C1F9-8AD4-C67F-240CE3A08B43}"/>
          </ac:picMkLst>
        </pc:picChg>
        <pc:cxnChg chg="add mod">
          <ac:chgData name="YIP Pak Kei" userId="84071794-bab4-4b42-9f59-0a1beb5d37e7" providerId="ADAL" clId="{327E37EB-F7D8-42A2-B640-10DB968EB23A}" dt="2025-09-29T04:55:18.456" v="4279" actId="1037"/>
          <ac:cxnSpMkLst>
            <pc:docMk/>
            <pc:sldMk cId="2969623277" sldId="548"/>
            <ac:cxnSpMk id="140" creationId="{DB847CDF-0499-7F4F-86E7-AEEB57A96C12}"/>
          </ac:cxnSpMkLst>
        </pc:cxnChg>
        <pc:cxnChg chg="add mod">
          <ac:chgData name="YIP Pak Kei" userId="84071794-bab4-4b42-9f59-0a1beb5d37e7" providerId="ADAL" clId="{327E37EB-F7D8-42A2-B640-10DB968EB23A}" dt="2025-09-28T09:31:40.589" v="336" actId="1038"/>
          <ac:cxnSpMkLst>
            <pc:docMk/>
            <pc:sldMk cId="2969623277" sldId="548"/>
            <ac:cxnSpMk id="149" creationId="{CEA625B3-74A9-9B7A-2EE7-7C370D5260B0}"/>
          </ac:cxnSpMkLst>
        </pc:cxnChg>
        <pc:cxnChg chg="add mod">
          <ac:chgData name="YIP Pak Kei" userId="84071794-bab4-4b42-9f59-0a1beb5d37e7" providerId="ADAL" clId="{327E37EB-F7D8-42A2-B640-10DB968EB23A}" dt="2025-09-28T10:14:08.152" v="643" actId="1036"/>
          <ac:cxnSpMkLst>
            <pc:docMk/>
            <pc:sldMk cId="2969623277" sldId="548"/>
            <ac:cxnSpMk id="156" creationId="{827BFA65-8AD3-417D-31EF-9F9A867A0C7F}"/>
          </ac:cxnSpMkLst>
        </pc:cxnChg>
      </pc:sldChg>
      <pc:sldChg chg="modSp mod ord modShow">
        <pc:chgData name="YIP Pak Kei" userId="84071794-bab4-4b42-9f59-0a1beb5d37e7" providerId="ADAL" clId="{327E37EB-F7D8-42A2-B640-10DB968EB23A}" dt="2025-09-30T03:06:45.180" v="7553" actId="313"/>
        <pc:sldMkLst>
          <pc:docMk/>
          <pc:sldMk cId="645705442" sldId="549"/>
        </pc:sldMkLst>
        <pc:spChg chg="mod">
          <ac:chgData name="YIP Pak Kei" userId="84071794-bab4-4b42-9f59-0a1beb5d37e7" providerId="ADAL" clId="{327E37EB-F7D8-42A2-B640-10DB968EB23A}" dt="2025-09-30T03:06:45.180" v="7553" actId="313"/>
          <ac:spMkLst>
            <pc:docMk/>
            <pc:sldMk cId="645705442" sldId="549"/>
            <ac:spMk id="4" creationId="{F8188227-9D65-DD3E-9F09-F2FEADAED96B}"/>
          </ac:spMkLst>
        </pc:spChg>
        <pc:spChg chg="mod">
          <ac:chgData name="YIP Pak Kei" userId="84071794-bab4-4b42-9f59-0a1beb5d37e7" providerId="ADAL" clId="{327E37EB-F7D8-42A2-B640-10DB968EB23A}" dt="2025-09-29T05:05:53.464" v="4364"/>
          <ac:spMkLst>
            <pc:docMk/>
            <pc:sldMk cId="645705442" sldId="549"/>
            <ac:spMk id="15" creationId="{4306B68E-D5FE-21E1-4FCB-965AC0D35F1D}"/>
          </ac:spMkLst>
        </pc:spChg>
      </pc:sldChg>
      <pc:sldChg chg="addSp delSp modSp mod">
        <pc:chgData name="YIP Pak Kei" userId="84071794-bab4-4b42-9f59-0a1beb5d37e7" providerId="ADAL" clId="{327E37EB-F7D8-42A2-B640-10DB968EB23A}" dt="2025-09-30T03:06:22.919" v="7552" actId="313"/>
        <pc:sldMkLst>
          <pc:docMk/>
          <pc:sldMk cId="2516137872" sldId="550"/>
        </pc:sldMkLst>
        <pc:spChg chg="add del mod">
          <ac:chgData name="YIP Pak Kei" userId="84071794-bab4-4b42-9f59-0a1beb5d37e7" providerId="ADAL" clId="{327E37EB-F7D8-42A2-B640-10DB968EB23A}" dt="2025-09-29T15:40:42.247" v="6093" actId="21"/>
          <ac:spMkLst>
            <pc:docMk/>
            <pc:sldMk cId="2516137872" sldId="550"/>
            <ac:spMk id="2" creationId="{4A8A1151-0EF8-EF61-77D1-CB0F7330F21C}"/>
          </ac:spMkLst>
        </pc:spChg>
        <pc:spChg chg="mod">
          <ac:chgData name="YIP Pak Kei" userId="84071794-bab4-4b42-9f59-0a1beb5d37e7" providerId="ADAL" clId="{327E37EB-F7D8-42A2-B640-10DB968EB23A}" dt="2025-09-28T11:14:34.001" v="805" actId="1076"/>
          <ac:spMkLst>
            <pc:docMk/>
            <pc:sldMk cId="2516137872" sldId="550"/>
            <ac:spMk id="4" creationId="{C9DF4B79-AC64-F326-7FBE-13DC706F69D7}"/>
          </ac:spMkLst>
        </pc:spChg>
        <pc:spChg chg="add del mod">
          <ac:chgData name="YIP Pak Kei" userId="84071794-bab4-4b42-9f59-0a1beb5d37e7" providerId="ADAL" clId="{327E37EB-F7D8-42A2-B640-10DB968EB23A}" dt="2025-09-29T15:40:42.247" v="6093" actId="21"/>
          <ac:spMkLst>
            <pc:docMk/>
            <pc:sldMk cId="2516137872" sldId="550"/>
            <ac:spMk id="5" creationId="{DCC2EA3C-C332-3DAF-80E0-5E025450E117}"/>
          </ac:spMkLst>
        </pc:spChg>
        <pc:spChg chg="add del mod">
          <ac:chgData name="YIP Pak Kei" userId="84071794-bab4-4b42-9f59-0a1beb5d37e7" providerId="ADAL" clId="{327E37EB-F7D8-42A2-B640-10DB968EB23A}" dt="2025-09-29T15:40:42.247" v="6093" actId="21"/>
          <ac:spMkLst>
            <pc:docMk/>
            <pc:sldMk cId="2516137872" sldId="550"/>
            <ac:spMk id="6" creationId="{3282F369-72E7-C774-A320-7217AC3806E3}"/>
          </ac:spMkLst>
        </pc:spChg>
        <pc:spChg chg="add del mod">
          <ac:chgData name="YIP Pak Kei" userId="84071794-bab4-4b42-9f59-0a1beb5d37e7" providerId="ADAL" clId="{327E37EB-F7D8-42A2-B640-10DB968EB23A}" dt="2025-09-29T15:40:42.247" v="6093" actId="21"/>
          <ac:spMkLst>
            <pc:docMk/>
            <pc:sldMk cId="2516137872" sldId="550"/>
            <ac:spMk id="7" creationId="{A4195650-C3A0-9C2D-C88F-54C03E641837}"/>
          </ac:spMkLst>
        </pc:spChg>
        <pc:spChg chg="mod">
          <ac:chgData name="YIP Pak Kei" userId="84071794-bab4-4b42-9f59-0a1beb5d37e7" providerId="ADAL" clId="{327E37EB-F7D8-42A2-B640-10DB968EB23A}" dt="2025-09-29T15:41:58.068" v="6107" actId="1076"/>
          <ac:spMkLst>
            <pc:docMk/>
            <pc:sldMk cId="2516137872" sldId="550"/>
            <ac:spMk id="12" creationId="{CAB4B706-BD3B-83CA-517C-103B5D0BAE1C}"/>
          </ac:spMkLst>
        </pc:spChg>
        <pc:spChg chg="mod">
          <ac:chgData name="YIP Pak Kei" userId="84071794-bab4-4b42-9f59-0a1beb5d37e7" providerId="ADAL" clId="{327E37EB-F7D8-42A2-B640-10DB968EB23A}" dt="2025-09-30T02:59:44.020" v="7498" actId="113"/>
          <ac:spMkLst>
            <pc:docMk/>
            <pc:sldMk cId="2516137872" sldId="550"/>
            <ac:spMk id="13" creationId="{07C5C1A9-1295-D8C6-D952-085E23980777}"/>
          </ac:spMkLst>
        </pc:spChg>
        <pc:spChg chg="add del mod">
          <ac:chgData name="YIP Pak Kei" userId="84071794-bab4-4b42-9f59-0a1beb5d37e7" providerId="ADAL" clId="{327E37EB-F7D8-42A2-B640-10DB968EB23A}" dt="2025-09-29T15:40:42.247" v="6093" actId="21"/>
          <ac:spMkLst>
            <pc:docMk/>
            <pc:sldMk cId="2516137872" sldId="550"/>
            <ac:spMk id="15" creationId="{586A9173-C671-D232-E260-AC96701D3392}"/>
          </ac:spMkLst>
        </pc:spChg>
        <pc:spChg chg="mod">
          <ac:chgData name="YIP Pak Kei" userId="84071794-bab4-4b42-9f59-0a1beb5d37e7" providerId="ADAL" clId="{327E37EB-F7D8-42A2-B640-10DB968EB23A}" dt="2025-09-30T02:26:48.772" v="7232" actId="14100"/>
          <ac:spMkLst>
            <pc:docMk/>
            <pc:sldMk cId="2516137872" sldId="550"/>
            <ac:spMk id="82" creationId="{D9E80F08-3DEA-FE8A-804F-460B58C87EEF}"/>
          </ac:spMkLst>
        </pc:spChg>
        <pc:spChg chg="mod">
          <ac:chgData name="YIP Pak Kei" userId="84071794-bab4-4b42-9f59-0a1beb5d37e7" providerId="ADAL" clId="{327E37EB-F7D8-42A2-B640-10DB968EB23A}" dt="2025-09-30T02:49:57.984" v="7388" actId="113"/>
          <ac:spMkLst>
            <pc:docMk/>
            <pc:sldMk cId="2516137872" sldId="550"/>
            <ac:spMk id="118" creationId="{F0B019EE-5137-4EA8-493E-9D1C5A710DE0}"/>
          </ac:spMkLst>
        </pc:spChg>
        <pc:spChg chg="mod">
          <ac:chgData name="YIP Pak Kei" userId="84071794-bab4-4b42-9f59-0a1beb5d37e7" providerId="ADAL" clId="{327E37EB-F7D8-42A2-B640-10DB968EB23A}" dt="2025-09-29T13:11:00.934" v="4426" actId="207"/>
          <ac:spMkLst>
            <pc:docMk/>
            <pc:sldMk cId="2516137872" sldId="550"/>
            <ac:spMk id="168" creationId="{71257F59-0184-7B48-A310-C24FDBB6BD94}"/>
          </ac:spMkLst>
        </pc:spChg>
        <pc:spChg chg="mod">
          <ac:chgData name="YIP Pak Kei" userId="84071794-bab4-4b42-9f59-0a1beb5d37e7" providerId="ADAL" clId="{327E37EB-F7D8-42A2-B640-10DB968EB23A}" dt="2025-09-29T14:36:18.921" v="5764" actId="1037"/>
          <ac:spMkLst>
            <pc:docMk/>
            <pc:sldMk cId="2516137872" sldId="550"/>
            <ac:spMk id="182" creationId="{4E945B4E-FB9F-5924-BC4C-8973DE62EE0B}"/>
          </ac:spMkLst>
        </pc:spChg>
        <pc:spChg chg="mod">
          <ac:chgData name="YIP Pak Kei" userId="84071794-bab4-4b42-9f59-0a1beb5d37e7" providerId="ADAL" clId="{327E37EB-F7D8-42A2-B640-10DB968EB23A}" dt="2025-09-30T03:06:22.919" v="7552" actId="313"/>
          <ac:spMkLst>
            <pc:docMk/>
            <pc:sldMk cId="2516137872" sldId="550"/>
            <ac:spMk id="183" creationId="{730A064F-E3C6-D76A-29FC-DDCE738EA121}"/>
          </ac:spMkLst>
        </pc:spChg>
        <pc:spChg chg="mod">
          <ac:chgData name="YIP Pak Kei" userId="84071794-bab4-4b42-9f59-0a1beb5d37e7" providerId="ADAL" clId="{327E37EB-F7D8-42A2-B640-10DB968EB23A}" dt="2025-09-29T14:36:18.921" v="5764" actId="1037"/>
          <ac:spMkLst>
            <pc:docMk/>
            <pc:sldMk cId="2516137872" sldId="550"/>
            <ac:spMk id="185" creationId="{0EABA142-CA83-2F7D-6C38-82CE4E173EE7}"/>
          </ac:spMkLst>
        </pc:spChg>
        <pc:spChg chg="add del mod">
          <ac:chgData name="YIP Pak Kei" userId="84071794-bab4-4b42-9f59-0a1beb5d37e7" providerId="ADAL" clId="{327E37EB-F7D8-42A2-B640-10DB968EB23A}" dt="2025-09-29T15:41:58.068" v="6107" actId="1076"/>
          <ac:spMkLst>
            <pc:docMk/>
            <pc:sldMk cId="2516137872" sldId="550"/>
            <ac:spMk id="186" creationId="{50F8C1E6-B98A-BA8C-8636-BDEE869046AE}"/>
          </ac:spMkLst>
        </pc:spChg>
        <pc:spChg chg="add mod">
          <ac:chgData name="YIP Pak Kei" userId="84071794-bab4-4b42-9f59-0a1beb5d37e7" providerId="ADAL" clId="{327E37EB-F7D8-42A2-B640-10DB968EB23A}" dt="2025-09-29T15:41:41.019" v="6106" actId="1076"/>
          <ac:spMkLst>
            <pc:docMk/>
            <pc:sldMk cId="2516137872" sldId="550"/>
            <ac:spMk id="191" creationId="{6DEA1635-A913-A1E3-5E37-6906A979CCF3}"/>
          </ac:spMkLst>
        </pc:spChg>
        <pc:spChg chg="add mod">
          <ac:chgData name="YIP Pak Kei" userId="84071794-bab4-4b42-9f59-0a1beb5d37e7" providerId="ADAL" clId="{327E37EB-F7D8-42A2-B640-10DB968EB23A}" dt="2025-09-29T15:35:14.919" v="5871" actId="1038"/>
          <ac:spMkLst>
            <pc:docMk/>
            <pc:sldMk cId="2516137872" sldId="550"/>
            <ac:spMk id="192" creationId="{4D9FD9EC-5C14-FC23-44A5-A7E575858EE1}"/>
          </ac:spMkLst>
        </pc:spChg>
        <pc:grpChg chg="mod">
          <ac:chgData name="YIP Pak Kei" userId="84071794-bab4-4b42-9f59-0a1beb5d37e7" providerId="ADAL" clId="{327E37EB-F7D8-42A2-B640-10DB968EB23A}" dt="2025-09-29T15:41:34.670" v="6105" actId="1076"/>
          <ac:grpSpMkLst>
            <pc:docMk/>
            <pc:sldMk cId="2516137872" sldId="550"/>
            <ac:grpSpMk id="180" creationId="{C7231713-4968-C2BE-E970-5DAF842158C8}"/>
          </ac:grpSpMkLst>
        </pc:grpChg>
        <pc:grpChg chg="mod">
          <ac:chgData name="YIP Pak Kei" userId="84071794-bab4-4b42-9f59-0a1beb5d37e7" providerId="ADAL" clId="{327E37EB-F7D8-42A2-B640-10DB968EB23A}" dt="2025-09-29T14:37:03.868" v="5772" actId="1038"/>
          <ac:grpSpMkLst>
            <pc:docMk/>
            <pc:sldMk cId="2516137872" sldId="550"/>
            <ac:grpSpMk id="181" creationId="{B048C291-C6A6-9CFC-0941-687906CE8034}"/>
          </ac:grpSpMkLst>
        </pc:grpChg>
        <pc:picChg chg="add del mod">
          <ac:chgData name="YIP Pak Kei" userId="84071794-bab4-4b42-9f59-0a1beb5d37e7" providerId="ADAL" clId="{327E37EB-F7D8-42A2-B640-10DB968EB23A}" dt="2025-09-29T15:40:42.247" v="6093" actId="21"/>
          <ac:picMkLst>
            <pc:docMk/>
            <pc:sldMk cId="2516137872" sldId="550"/>
            <ac:picMk id="8" creationId="{7547304A-EFCC-9BED-D816-391C00D251BB}"/>
          </ac:picMkLst>
        </pc:picChg>
        <pc:picChg chg="add del mod">
          <ac:chgData name="YIP Pak Kei" userId="84071794-bab4-4b42-9f59-0a1beb5d37e7" providerId="ADAL" clId="{327E37EB-F7D8-42A2-B640-10DB968EB23A}" dt="2025-09-29T15:40:42.247" v="6093" actId="21"/>
          <ac:picMkLst>
            <pc:docMk/>
            <pc:sldMk cId="2516137872" sldId="550"/>
            <ac:picMk id="9" creationId="{82BA93FF-AAF5-E201-BB8B-397183D3972D}"/>
          </ac:picMkLst>
        </pc:picChg>
        <pc:picChg chg="add del mod">
          <ac:chgData name="YIP Pak Kei" userId="84071794-bab4-4b42-9f59-0a1beb5d37e7" providerId="ADAL" clId="{327E37EB-F7D8-42A2-B640-10DB968EB23A}" dt="2025-09-29T15:40:42.247" v="6093" actId="21"/>
          <ac:picMkLst>
            <pc:docMk/>
            <pc:sldMk cId="2516137872" sldId="550"/>
            <ac:picMk id="11" creationId="{7DAEE75E-20F5-B798-6CD3-F3EC89CADDAD}"/>
          </ac:picMkLst>
        </pc:picChg>
        <pc:picChg chg="mod">
          <ac:chgData name="YIP Pak Kei" userId="84071794-bab4-4b42-9f59-0a1beb5d37e7" providerId="ADAL" clId="{327E37EB-F7D8-42A2-B640-10DB968EB23A}" dt="2025-09-29T15:41:58.068" v="6107" actId="1076"/>
          <ac:picMkLst>
            <pc:docMk/>
            <pc:sldMk cId="2516137872" sldId="550"/>
            <ac:picMk id="14" creationId="{37A14868-9A68-D6C8-B336-ECC951A13BAD}"/>
          </ac:picMkLst>
        </pc:picChg>
        <pc:picChg chg="add mod">
          <ac:chgData name="YIP Pak Kei" userId="84071794-bab4-4b42-9f59-0a1beb5d37e7" providerId="ADAL" clId="{327E37EB-F7D8-42A2-B640-10DB968EB23A}" dt="2025-09-30T02:26:33.227" v="7230" actId="1035"/>
          <ac:picMkLst>
            <pc:docMk/>
            <pc:sldMk cId="2516137872" sldId="550"/>
            <ac:picMk id="16" creationId="{A519359E-DC6B-32BD-961F-F93E62D8822A}"/>
          </ac:picMkLst>
        </pc:picChg>
        <pc:cxnChg chg="add del mod">
          <ac:chgData name="YIP Pak Kei" userId="84071794-bab4-4b42-9f59-0a1beb5d37e7" providerId="ADAL" clId="{327E37EB-F7D8-42A2-B640-10DB968EB23A}" dt="2025-09-29T15:40:42.247" v="6093" actId="21"/>
          <ac:cxnSpMkLst>
            <pc:docMk/>
            <pc:sldMk cId="2516137872" sldId="550"/>
            <ac:cxnSpMk id="10" creationId="{1BAD8739-868F-CA54-63E0-3004A91B8639}"/>
          </ac:cxnSpMkLst>
        </pc:cxnChg>
        <pc:cxnChg chg="mod">
          <ac:chgData name="YIP Pak Kei" userId="84071794-bab4-4b42-9f59-0a1beb5d37e7" providerId="ADAL" clId="{327E37EB-F7D8-42A2-B640-10DB968EB23A}" dt="2025-09-29T14:36:18.921" v="5764" actId="1037"/>
          <ac:cxnSpMkLst>
            <pc:docMk/>
            <pc:sldMk cId="2516137872" sldId="550"/>
            <ac:cxnSpMk id="184" creationId="{B6BA067A-8554-6AB4-EAAA-81A8EF73F571}"/>
          </ac:cxnSpMkLst>
        </pc:cxnChg>
        <pc:cxnChg chg="add mod">
          <ac:chgData name="YIP Pak Kei" userId="84071794-bab4-4b42-9f59-0a1beb5d37e7" providerId="ADAL" clId="{327E37EB-F7D8-42A2-B640-10DB968EB23A}" dt="2025-09-29T15:41:58.068" v="6107" actId="1076"/>
          <ac:cxnSpMkLst>
            <pc:docMk/>
            <pc:sldMk cId="2516137872" sldId="550"/>
            <ac:cxnSpMk id="189" creationId="{0B7D7BE0-6088-9B45-F84C-929607C32281}"/>
          </ac:cxnSpMkLst>
        </pc:cxnChg>
      </pc:sldChg>
      <pc:sldChg chg="addSp modSp mod">
        <pc:chgData name="YIP Pak Kei" userId="84071794-bab4-4b42-9f59-0a1beb5d37e7" providerId="ADAL" clId="{327E37EB-F7D8-42A2-B640-10DB968EB23A}" dt="2025-09-30T03:52:36.356" v="7577" actId="2"/>
        <pc:sldMkLst>
          <pc:docMk/>
          <pc:sldMk cId="2092592584" sldId="551"/>
        </pc:sldMkLst>
        <pc:spChg chg="mod">
          <ac:chgData name="YIP Pak Kei" userId="84071794-bab4-4b42-9f59-0a1beb5d37e7" providerId="ADAL" clId="{327E37EB-F7D8-42A2-B640-10DB968EB23A}" dt="2025-09-29T05:12:04.254" v="4414" actId="20577"/>
          <ac:spMkLst>
            <pc:docMk/>
            <pc:sldMk cId="2092592584" sldId="551"/>
            <ac:spMk id="4" creationId="{A3877CE9-D544-EEE9-FF42-2EDA4E161D67}"/>
          </ac:spMkLst>
        </pc:spChg>
        <pc:spChg chg="add mod">
          <ac:chgData name="YIP Pak Kei" userId="84071794-bab4-4b42-9f59-0a1beb5d37e7" providerId="ADAL" clId="{327E37EB-F7D8-42A2-B640-10DB968EB23A}" dt="2025-09-30T02:59:34.984" v="7496" actId="113"/>
          <ac:spMkLst>
            <pc:docMk/>
            <pc:sldMk cId="2092592584" sldId="551"/>
            <ac:spMk id="7" creationId="{4A8A1151-0EF8-EF61-77D1-CB0F7330F21C}"/>
          </ac:spMkLst>
        </pc:spChg>
        <pc:spChg chg="mod">
          <ac:chgData name="YIP Pak Kei" userId="84071794-bab4-4b42-9f59-0a1beb5d37e7" providerId="ADAL" clId="{327E37EB-F7D8-42A2-B640-10DB968EB23A}" dt="2025-09-30T02:05:34.358" v="7072" actId="1037"/>
          <ac:spMkLst>
            <pc:docMk/>
            <pc:sldMk cId="2092592584" sldId="551"/>
            <ac:spMk id="12" creationId="{6176D150-D8F9-F4A9-DADA-F0AA6AD55B5F}"/>
          </ac:spMkLst>
        </pc:spChg>
        <pc:spChg chg="mod">
          <ac:chgData name="YIP Pak Kei" userId="84071794-bab4-4b42-9f59-0a1beb5d37e7" providerId="ADAL" clId="{327E37EB-F7D8-42A2-B640-10DB968EB23A}" dt="2025-09-30T03:52:36.356" v="7577" actId="2"/>
          <ac:spMkLst>
            <pc:docMk/>
            <pc:sldMk cId="2092592584" sldId="551"/>
            <ac:spMk id="13" creationId="{24E2DF5D-909B-B3EA-B372-C77CB3B4F9F5}"/>
          </ac:spMkLst>
        </pc:spChg>
        <pc:spChg chg="add mod">
          <ac:chgData name="YIP Pak Kei" userId="84071794-bab4-4b42-9f59-0a1beb5d37e7" providerId="ADAL" clId="{327E37EB-F7D8-42A2-B640-10DB968EB23A}" dt="2025-09-29T15:41:00.774" v="6095" actId="1076"/>
          <ac:spMkLst>
            <pc:docMk/>
            <pc:sldMk cId="2092592584" sldId="551"/>
            <ac:spMk id="16" creationId="{DCC2EA3C-C332-3DAF-80E0-5E025450E117}"/>
          </ac:spMkLst>
        </pc:spChg>
        <pc:spChg chg="mod">
          <ac:chgData name="YIP Pak Kei" userId="84071794-bab4-4b42-9f59-0a1beb5d37e7" providerId="ADAL" clId="{327E37EB-F7D8-42A2-B640-10DB968EB23A}" dt="2025-09-30T02:05:27.260" v="7071" actId="1037"/>
          <ac:spMkLst>
            <pc:docMk/>
            <pc:sldMk cId="2092592584" sldId="551"/>
            <ac:spMk id="28" creationId="{B77E12F7-B075-A7BC-F30F-29E0AA39A2B6}"/>
          </ac:spMkLst>
        </pc:spChg>
        <pc:spChg chg="mod">
          <ac:chgData name="YIP Pak Kei" userId="84071794-bab4-4b42-9f59-0a1beb5d37e7" providerId="ADAL" clId="{327E37EB-F7D8-42A2-B640-10DB968EB23A}" dt="2025-09-30T02:05:00.633" v="7056" actId="1038"/>
          <ac:spMkLst>
            <pc:docMk/>
            <pc:sldMk cId="2092592584" sldId="551"/>
            <ac:spMk id="29" creationId="{07D8C5FF-F969-6FB1-3A72-D2D31CAE2E0A}"/>
          </ac:spMkLst>
        </pc:spChg>
        <pc:spChg chg="add mod">
          <ac:chgData name="YIP Pak Kei" userId="84071794-bab4-4b42-9f59-0a1beb5d37e7" providerId="ADAL" clId="{327E37EB-F7D8-42A2-B640-10DB968EB23A}" dt="2025-09-30T02:25:23.458" v="7209" actId="1037"/>
          <ac:spMkLst>
            <pc:docMk/>
            <pc:sldMk cId="2092592584" sldId="551"/>
            <ac:spMk id="35" creationId="{3282F369-72E7-C774-A320-7217AC3806E3}"/>
          </ac:spMkLst>
        </pc:spChg>
        <pc:spChg chg="add mod">
          <ac:chgData name="YIP Pak Kei" userId="84071794-bab4-4b42-9f59-0a1beb5d37e7" providerId="ADAL" clId="{327E37EB-F7D8-42A2-B640-10DB968EB23A}" dt="2025-09-30T02:03:18.650" v="7021" actId="113"/>
          <ac:spMkLst>
            <pc:docMk/>
            <pc:sldMk cId="2092592584" sldId="551"/>
            <ac:spMk id="50" creationId="{A4195650-C3A0-9C2D-C88F-54C03E641837}"/>
          </ac:spMkLst>
        </pc:spChg>
        <pc:spChg chg="add mod">
          <ac:chgData name="YIP Pak Kei" userId="84071794-bab4-4b42-9f59-0a1beb5d37e7" providerId="ADAL" clId="{327E37EB-F7D8-42A2-B640-10DB968EB23A}" dt="2025-09-30T01:58:21.552" v="6954" actId="14100"/>
          <ac:spMkLst>
            <pc:docMk/>
            <pc:sldMk cId="2092592584" sldId="551"/>
            <ac:spMk id="62" creationId="{586A9173-C671-D232-E260-AC96701D3392}"/>
          </ac:spMkLst>
        </pc:spChg>
        <pc:spChg chg="mod">
          <ac:chgData name="YIP Pak Kei" userId="84071794-bab4-4b42-9f59-0a1beb5d37e7" providerId="ADAL" clId="{327E37EB-F7D8-42A2-B640-10DB968EB23A}" dt="2025-09-30T02:59:28.283" v="7493"/>
          <ac:spMkLst>
            <pc:docMk/>
            <pc:sldMk cId="2092592584" sldId="551"/>
            <ac:spMk id="71" creationId="{91872F81-F359-2D2D-36FD-99EA0F4B0529}"/>
          </ac:spMkLst>
        </pc:spChg>
        <pc:spChg chg="mod">
          <ac:chgData name="YIP Pak Kei" userId="84071794-bab4-4b42-9f59-0a1beb5d37e7" providerId="ADAL" clId="{327E37EB-F7D8-42A2-B640-10DB968EB23A}" dt="2025-09-30T03:07:22.911" v="7561" actId="1036"/>
          <ac:spMkLst>
            <pc:docMk/>
            <pc:sldMk cId="2092592584" sldId="551"/>
            <ac:spMk id="78" creationId="{8C471A34-0BD8-170A-D6AB-0B6CEF2A7AD3}"/>
          </ac:spMkLst>
        </pc:spChg>
        <pc:spChg chg="mod">
          <ac:chgData name="YIP Pak Kei" userId="84071794-bab4-4b42-9f59-0a1beb5d37e7" providerId="ADAL" clId="{327E37EB-F7D8-42A2-B640-10DB968EB23A}" dt="2025-09-30T03:06:21.386" v="7551" actId="313"/>
          <ac:spMkLst>
            <pc:docMk/>
            <pc:sldMk cId="2092592584" sldId="551"/>
            <ac:spMk id="79" creationId="{2F78D47D-3C8A-6EF3-FC50-C88CE473F0C2}"/>
          </ac:spMkLst>
        </pc:spChg>
        <pc:spChg chg="mod">
          <ac:chgData name="YIP Pak Kei" userId="84071794-bab4-4b42-9f59-0a1beb5d37e7" providerId="ADAL" clId="{327E37EB-F7D8-42A2-B640-10DB968EB23A}" dt="2025-09-30T02:05:34.358" v="7072" actId="1037"/>
          <ac:spMkLst>
            <pc:docMk/>
            <pc:sldMk cId="2092592584" sldId="551"/>
            <ac:spMk id="80" creationId="{E094D6F0-4F17-0081-BB0A-F7CB4D7FD033}"/>
          </ac:spMkLst>
        </pc:spChg>
        <pc:spChg chg="mod">
          <ac:chgData name="YIP Pak Kei" userId="84071794-bab4-4b42-9f59-0a1beb5d37e7" providerId="ADAL" clId="{327E37EB-F7D8-42A2-B640-10DB968EB23A}" dt="2025-09-30T02:23:33.032" v="7173" actId="14100"/>
          <ac:spMkLst>
            <pc:docMk/>
            <pc:sldMk cId="2092592584" sldId="551"/>
            <ac:spMk id="82" creationId="{02F31958-1BCE-EF36-720F-00BA237808C7}"/>
          </ac:spMkLst>
        </pc:spChg>
        <pc:spChg chg="mod">
          <ac:chgData name="YIP Pak Kei" userId="84071794-bab4-4b42-9f59-0a1beb5d37e7" providerId="ADAL" clId="{327E37EB-F7D8-42A2-B640-10DB968EB23A}" dt="2025-09-29T05:11:26.022" v="4404" actId="1036"/>
          <ac:spMkLst>
            <pc:docMk/>
            <pc:sldMk cId="2092592584" sldId="551"/>
            <ac:spMk id="86" creationId="{B45CAA82-E82D-6286-65CB-55E6BD15A53E}"/>
          </ac:spMkLst>
        </pc:spChg>
        <pc:spChg chg="mod">
          <ac:chgData name="YIP Pak Kei" userId="84071794-bab4-4b42-9f59-0a1beb5d37e7" providerId="ADAL" clId="{327E37EB-F7D8-42A2-B640-10DB968EB23A}" dt="2025-09-30T03:06:46.952" v="7554" actId="313"/>
          <ac:spMkLst>
            <pc:docMk/>
            <pc:sldMk cId="2092592584" sldId="551"/>
            <ac:spMk id="118" creationId="{C9771FE2-BD75-5E21-1FB5-4959ECD37A02}"/>
          </ac:spMkLst>
        </pc:spChg>
        <pc:grpChg chg="mod">
          <ac:chgData name="YIP Pak Kei" userId="84071794-bab4-4b42-9f59-0a1beb5d37e7" providerId="ADAL" clId="{327E37EB-F7D8-42A2-B640-10DB968EB23A}" dt="2025-09-30T01:49:34.084" v="6918" actId="14100"/>
          <ac:grpSpMkLst>
            <pc:docMk/>
            <pc:sldMk cId="2092592584" sldId="551"/>
            <ac:grpSpMk id="30" creationId="{06F2B077-C2EF-FDFF-A0D8-533EFD832FE2}"/>
          </ac:grpSpMkLst>
        </pc:grpChg>
        <pc:grpChg chg="mod">
          <ac:chgData name="YIP Pak Kei" userId="84071794-bab4-4b42-9f59-0a1beb5d37e7" providerId="ADAL" clId="{327E37EB-F7D8-42A2-B640-10DB968EB23A}" dt="2025-09-28T09:40:58.224" v="458" actId="1076"/>
          <ac:grpSpMkLst>
            <pc:docMk/>
            <pc:sldMk cId="2092592584" sldId="551"/>
            <ac:grpSpMk id="31" creationId="{CE5A15B0-8B13-53D2-059F-9B150613834C}"/>
          </ac:grpSpMkLst>
        </pc:grpChg>
        <pc:grpChg chg="add mod">
          <ac:chgData name="YIP Pak Kei" userId="84071794-bab4-4b42-9f59-0a1beb5d37e7" providerId="ADAL" clId="{327E37EB-F7D8-42A2-B640-10DB968EB23A}" dt="2025-09-30T02:59:28.283" v="7493"/>
          <ac:grpSpMkLst>
            <pc:docMk/>
            <pc:sldMk cId="2092592584" sldId="551"/>
            <ac:grpSpMk id="70" creationId="{3E779DFE-ED56-2DCF-7110-7CB9441782C3}"/>
          </ac:grpSpMkLst>
        </pc:grpChg>
        <pc:picChg chg="mod">
          <ac:chgData name="YIP Pak Kei" userId="84071794-bab4-4b42-9f59-0a1beb5d37e7" providerId="ADAL" clId="{327E37EB-F7D8-42A2-B640-10DB968EB23A}" dt="2025-09-30T02:05:34.358" v="7072" actId="1037"/>
          <ac:picMkLst>
            <pc:docMk/>
            <pc:sldMk cId="2092592584" sldId="551"/>
            <ac:picMk id="14" creationId="{38EA4D9D-86A2-884F-FCD0-C0A08C7250B2}"/>
          </ac:picMkLst>
        </pc:picChg>
        <pc:picChg chg="add mod">
          <ac:chgData name="YIP Pak Kei" userId="84071794-bab4-4b42-9f59-0a1beb5d37e7" providerId="ADAL" clId="{327E37EB-F7D8-42A2-B640-10DB968EB23A}" dt="2025-09-30T01:57:52.647" v="6952" actId="1037"/>
          <ac:picMkLst>
            <pc:docMk/>
            <pc:sldMk cId="2092592584" sldId="551"/>
            <ac:picMk id="52" creationId="{7547304A-EFCC-9BED-D816-391C00D251BB}"/>
          </ac:picMkLst>
        </pc:picChg>
        <pc:picChg chg="add mod">
          <ac:chgData name="YIP Pak Kei" userId="84071794-bab4-4b42-9f59-0a1beb5d37e7" providerId="ADAL" clId="{327E37EB-F7D8-42A2-B640-10DB968EB23A}" dt="2025-09-30T02:25:02.376" v="7208" actId="1038"/>
          <ac:picMkLst>
            <pc:docMk/>
            <pc:sldMk cId="2092592584" sldId="551"/>
            <ac:picMk id="54" creationId="{82BA93FF-AAF5-E201-BB8B-397183D3972D}"/>
          </ac:picMkLst>
        </pc:picChg>
        <pc:picChg chg="add mod">
          <ac:chgData name="YIP Pak Kei" userId="84071794-bab4-4b42-9f59-0a1beb5d37e7" providerId="ADAL" clId="{327E37EB-F7D8-42A2-B640-10DB968EB23A}" dt="2025-09-29T15:41:00.774" v="6095" actId="1076"/>
          <ac:picMkLst>
            <pc:docMk/>
            <pc:sldMk cId="2092592584" sldId="551"/>
            <ac:picMk id="61" creationId="{7DAEE75E-20F5-B798-6CD3-F3EC89CADDAD}"/>
          </ac:picMkLst>
        </pc:picChg>
        <pc:picChg chg="add mod">
          <ac:chgData name="YIP Pak Kei" userId="84071794-bab4-4b42-9f59-0a1beb5d37e7" providerId="ADAL" clId="{327E37EB-F7D8-42A2-B640-10DB968EB23A}" dt="2025-09-30T02:06:38.859" v="7074" actId="1037"/>
          <ac:picMkLst>
            <pc:docMk/>
            <pc:sldMk cId="2092592584" sldId="551"/>
            <ac:picMk id="65" creationId="{828FE827-103A-F638-6060-16F1066D7627}"/>
          </ac:picMkLst>
        </pc:picChg>
        <pc:picChg chg="mod">
          <ac:chgData name="YIP Pak Kei" userId="84071794-bab4-4b42-9f59-0a1beb5d37e7" providerId="ADAL" clId="{327E37EB-F7D8-42A2-B640-10DB968EB23A}" dt="2025-09-30T02:59:28.283" v="7493"/>
          <ac:picMkLst>
            <pc:docMk/>
            <pc:sldMk cId="2092592584" sldId="551"/>
            <ac:picMk id="72" creationId="{0B513882-466D-E711-8B9E-BB2F779EBA64}"/>
          </ac:picMkLst>
        </pc:picChg>
        <pc:picChg chg="mod">
          <ac:chgData name="YIP Pak Kei" userId="84071794-bab4-4b42-9f59-0a1beb5d37e7" providerId="ADAL" clId="{327E37EB-F7D8-42A2-B640-10DB968EB23A}" dt="2025-09-30T02:59:28.283" v="7493"/>
          <ac:picMkLst>
            <pc:docMk/>
            <pc:sldMk cId="2092592584" sldId="551"/>
            <ac:picMk id="73" creationId="{DA35922D-DB74-D8A2-F375-CDA50A2B113B}"/>
          </ac:picMkLst>
        </pc:picChg>
        <pc:picChg chg="mod">
          <ac:chgData name="YIP Pak Kei" userId="84071794-bab4-4b42-9f59-0a1beb5d37e7" providerId="ADAL" clId="{327E37EB-F7D8-42A2-B640-10DB968EB23A}" dt="2025-09-30T02:59:28.283" v="7493"/>
          <ac:picMkLst>
            <pc:docMk/>
            <pc:sldMk cId="2092592584" sldId="551"/>
            <ac:picMk id="81" creationId="{AF69B297-01B6-63D7-B35C-38BA79C7A747}"/>
          </ac:picMkLst>
        </pc:picChg>
        <pc:cxnChg chg="add mod">
          <ac:chgData name="YIP Pak Kei" userId="84071794-bab4-4b42-9f59-0a1beb5d37e7" providerId="ADAL" clId="{327E37EB-F7D8-42A2-B640-10DB968EB23A}" dt="2025-09-30T01:58:37.789" v="6956" actId="14100"/>
          <ac:cxnSpMkLst>
            <pc:docMk/>
            <pc:sldMk cId="2092592584" sldId="551"/>
            <ac:cxnSpMk id="60" creationId="{1BAD8739-868F-CA54-63E0-3004A91B8639}"/>
          </ac:cxnSpMkLst>
        </pc:cxnChg>
        <pc:cxnChg chg="mod">
          <ac:chgData name="YIP Pak Kei" userId="84071794-bab4-4b42-9f59-0a1beb5d37e7" providerId="ADAL" clId="{327E37EB-F7D8-42A2-B640-10DB968EB23A}" dt="2025-09-30T02:05:34.358" v="7072" actId="1037"/>
          <ac:cxnSpMkLst>
            <pc:docMk/>
            <pc:sldMk cId="2092592584" sldId="551"/>
            <ac:cxnSpMk id="83" creationId="{4C90132B-41C1-1728-AFFE-F526B433B95A}"/>
          </ac:cxnSpMkLst>
        </pc:cxnChg>
        <pc:cxnChg chg="mod">
          <ac:chgData name="YIP Pak Kei" userId="84071794-bab4-4b42-9f59-0a1beb5d37e7" providerId="ADAL" clId="{327E37EB-F7D8-42A2-B640-10DB968EB23A}" dt="2025-09-30T03:07:22.911" v="7561" actId="1036"/>
          <ac:cxnSpMkLst>
            <pc:docMk/>
            <pc:sldMk cId="2092592584" sldId="551"/>
            <ac:cxnSpMk id="88" creationId="{2BEB32C6-C485-93F1-E4AC-6AE97CB4E07E}"/>
          </ac:cxnSpMkLst>
        </pc:cxnChg>
      </pc:sldChg>
      <pc:sldChg chg="addSp delSp modSp mod">
        <pc:chgData name="YIP Pak Kei" userId="84071794-bab4-4b42-9f59-0a1beb5d37e7" providerId="ADAL" clId="{327E37EB-F7D8-42A2-B640-10DB968EB23A}" dt="2025-09-30T03:03:53.060" v="7548" actId="113"/>
        <pc:sldMkLst>
          <pc:docMk/>
          <pc:sldMk cId="2725566375" sldId="552"/>
        </pc:sldMkLst>
        <pc:spChg chg="mod">
          <ac:chgData name="YIP Pak Kei" userId="84071794-bab4-4b42-9f59-0a1beb5d37e7" providerId="ADAL" clId="{327E37EB-F7D8-42A2-B640-10DB968EB23A}" dt="2025-09-29T02:43:19.198" v="3281" actId="20577"/>
          <ac:spMkLst>
            <pc:docMk/>
            <pc:sldMk cId="2725566375" sldId="552"/>
            <ac:spMk id="4" creationId="{C84E368C-947B-95DB-02ED-498F2459E7E0}"/>
          </ac:spMkLst>
        </pc:spChg>
        <pc:spChg chg="mod">
          <ac:chgData name="YIP Pak Kei" userId="84071794-bab4-4b42-9f59-0a1beb5d37e7" providerId="ADAL" clId="{327E37EB-F7D8-42A2-B640-10DB968EB23A}" dt="2025-09-29T13:10:41.470" v="4425" actId="207"/>
          <ac:spMkLst>
            <pc:docMk/>
            <pc:sldMk cId="2725566375" sldId="552"/>
            <ac:spMk id="10" creationId="{E5D609F6-F76B-A7A6-B98B-E8E57D9C9343}"/>
          </ac:spMkLst>
        </pc:spChg>
        <pc:spChg chg="mod">
          <ac:chgData name="YIP Pak Kei" userId="84071794-bab4-4b42-9f59-0a1beb5d37e7" providerId="ADAL" clId="{327E37EB-F7D8-42A2-B640-10DB968EB23A}" dt="2025-09-29T02:46:12.954" v="3335" actId="14100"/>
          <ac:spMkLst>
            <pc:docMk/>
            <pc:sldMk cId="2725566375" sldId="552"/>
            <ac:spMk id="12" creationId="{EF25288E-8379-13F1-7B4F-F5C5045E9169}"/>
          </ac:spMkLst>
        </pc:spChg>
        <pc:spChg chg="mod">
          <ac:chgData name="YIP Pak Kei" userId="84071794-bab4-4b42-9f59-0a1beb5d37e7" providerId="ADAL" clId="{327E37EB-F7D8-42A2-B640-10DB968EB23A}" dt="2025-09-30T02:53:45.249" v="7423" actId="113"/>
          <ac:spMkLst>
            <pc:docMk/>
            <pc:sldMk cId="2725566375" sldId="552"/>
            <ac:spMk id="13" creationId="{E077A251-9ACD-FF2C-4793-9496AA69A859}"/>
          </ac:spMkLst>
        </pc:spChg>
        <pc:spChg chg="mod">
          <ac:chgData name="YIP Pak Kei" userId="84071794-bab4-4b42-9f59-0a1beb5d37e7" providerId="ADAL" clId="{327E37EB-F7D8-42A2-B640-10DB968EB23A}" dt="2025-09-29T15:08:15.449" v="5833" actId="14100"/>
          <ac:spMkLst>
            <pc:docMk/>
            <pc:sldMk cId="2725566375" sldId="552"/>
            <ac:spMk id="25" creationId="{D61B1FA6-21C6-293E-B86A-A7DAE362E882}"/>
          </ac:spMkLst>
        </pc:spChg>
        <pc:spChg chg="mod">
          <ac:chgData name="YIP Pak Kei" userId="84071794-bab4-4b42-9f59-0a1beb5d37e7" providerId="ADAL" clId="{327E37EB-F7D8-42A2-B640-10DB968EB23A}" dt="2025-09-30T03:03:20.281" v="7543" actId="113"/>
          <ac:spMkLst>
            <pc:docMk/>
            <pc:sldMk cId="2725566375" sldId="552"/>
            <ac:spMk id="26" creationId="{7F13BD4C-DD79-3463-FF41-70559A149CFF}"/>
          </ac:spMkLst>
        </pc:spChg>
        <pc:spChg chg="mod">
          <ac:chgData name="YIP Pak Kei" userId="84071794-bab4-4b42-9f59-0a1beb5d37e7" providerId="ADAL" clId="{327E37EB-F7D8-42A2-B640-10DB968EB23A}" dt="2025-09-28T11:42:53.673" v="834" actId="1076"/>
          <ac:spMkLst>
            <pc:docMk/>
            <pc:sldMk cId="2725566375" sldId="552"/>
            <ac:spMk id="27" creationId="{ED53EE1E-ED76-034D-4BA5-2AF8267D3F6E}"/>
          </ac:spMkLst>
        </pc:spChg>
        <pc:spChg chg="mod">
          <ac:chgData name="YIP Pak Kei" userId="84071794-bab4-4b42-9f59-0a1beb5d37e7" providerId="ADAL" clId="{327E37EB-F7D8-42A2-B640-10DB968EB23A}" dt="2025-09-30T03:03:53.060" v="7548" actId="113"/>
          <ac:spMkLst>
            <pc:docMk/>
            <pc:sldMk cId="2725566375" sldId="552"/>
            <ac:spMk id="30" creationId="{89E5FB20-4FF9-A61D-5B3F-C901BC637713}"/>
          </ac:spMkLst>
        </pc:spChg>
        <pc:spChg chg="mod">
          <ac:chgData name="YIP Pak Kei" userId="84071794-bab4-4b42-9f59-0a1beb5d37e7" providerId="ADAL" clId="{327E37EB-F7D8-42A2-B640-10DB968EB23A}" dt="2025-09-28T11:45:22.789" v="850" actId="1076"/>
          <ac:spMkLst>
            <pc:docMk/>
            <pc:sldMk cId="2725566375" sldId="552"/>
            <ac:spMk id="32" creationId="{47B2B299-3BE7-F164-0538-5B07A51CBB7C}"/>
          </ac:spMkLst>
        </pc:spChg>
        <pc:spChg chg="mod">
          <ac:chgData name="YIP Pak Kei" userId="84071794-bab4-4b42-9f59-0a1beb5d37e7" providerId="ADAL" clId="{327E37EB-F7D8-42A2-B640-10DB968EB23A}" dt="2025-09-29T02:37:42.064" v="3178" actId="14100"/>
          <ac:spMkLst>
            <pc:docMk/>
            <pc:sldMk cId="2725566375" sldId="552"/>
            <ac:spMk id="47" creationId="{C56185E8-6CC6-086E-347C-2D6561F96F77}"/>
          </ac:spMkLst>
        </pc:spChg>
        <pc:spChg chg="mod">
          <ac:chgData name="YIP Pak Kei" userId="84071794-bab4-4b42-9f59-0a1beb5d37e7" providerId="ADAL" clId="{327E37EB-F7D8-42A2-B640-10DB968EB23A}" dt="2025-09-30T02:28:33.339" v="7327" actId="1038"/>
          <ac:spMkLst>
            <pc:docMk/>
            <pc:sldMk cId="2725566375" sldId="552"/>
            <ac:spMk id="82" creationId="{819417B8-150D-017A-0BBD-180615660804}"/>
          </ac:spMkLst>
        </pc:spChg>
        <pc:spChg chg="mod">
          <ac:chgData name="YIP Pak Kei" userId="84071794-bab4-4b42-9f59-0a1beb5d37e7" providerId="ADAL" clId="{327E37EB-F7D8-42A2-B640-10DB968EB23A}" dt="2025-09-30T02:52:42.716" v="7414" actId="113"/>
          <ac:spMkLst>
            <pc:docMk/>
            <pc:sldMk cId="2725566375" sldId="552"/>
            <ac:spMk id="118" creationId="{36E4D021-D0DE-60A4-2EDB-183E1A4369D9}"/>
          </ac:spMkLst>
        </pc:spChg>
        <pc:spChg chg="mod">
          <ac:chgData name="YIP Pak Kei" userId="84071794-bab4-4b42-9f59-0a1beb5d37e7" providerId="ADAL" clId="{327E37EB-F7D8-42A2-B640-10DB968EB23A}" dt="2025-09-29T13:09:57.529" v="4418" actId="207"/>
          <ac:spMkLst>
            <pc:docMk/>
            <pc:sldMk cId="2725566375" sldId="552"/>
            <ac:spMk id="168" creationId="{05D6E619-978E-ECAA-B8B4-CF0CF3A184AA}"/>
          </ac:spMkLst>
        </pc:spChg>
        <pc:spChg chg="mod">
          <ac:chgData name="YIP Pak Kei" userId="84071794-bab4-4b42-9f59-0a1beb5d37e7" providerId="ADAL" clId="{327E37EB-F7D8-42A2-B640-10DB968EB23A}" dt="2025-09-28T11:41:04.665" v="812" actId="207"/>
          <ac:spMkLst>
            <pc:docMk/>
            <pc:sldMk cId="2725566375" sldId="552"/>
            <ac:spMk id="169" creationId="{9237DCB9-822E-4631-6BE8-6C14A23BE5C5}"/>
          </ac:spMkLst>
        </pc:spChg>
        <pc:spChg chg="mod">
          <ac:chgData name="YIP Pak Kei" userId="84071794-bab4-4b42-9f59-0a1beb5d37e7" providerId="ADAL" clId="{327E37EB-F7D8-42A2-B640-10DB968EB23A}" dt="2025-09-29T04:34:16.606" v="4110" actId="1036"/>
          <ac:spMkLst>
            <pc:docMk/>
            <pc:sldMk cId="2725566375" sldId="552"/>
            <ac:spMk id="182" creationId="{7A651260-E5C0-68D8-19E4-0A871882EFC7}"/>
          </ac:spMkLst>
        </pc:spChg>
        <pc:spChg chg="mod">
          <ac:chgData name="YIP Pak Kei" userId="84071794-bab4-4b42-9f59-0a1beb5d37e7" providerId="ADAL" clId="{327E37EB-F7D8-42A2-B640-10DB968EB23A}" dt="2025-09-30T02:51:57.547" v="7403" actId="113"/>
          <ac:spMkLst>
            <pc:docMk/>
            <pc:sldMk cId="2725566375" sldId="552"/>
            <ac:spMk id="183" creationId="{382A325F-D0ED-FA8D-4C80-A50E12A681DC}"/>
          </ac:spMkLst>
        </pc:spChg>
        <pc:spChg chg="mod">
          <ac:chgData name="YIP Pak Kei" userId="84071794-bab4-4b42-9f59-0a1beb5d37e7" providerId="ADAL" clId="{327E37EB-F7D8-42A2-B640-10DB968EB23A}" dt="2025-09-29T02:38:14.337" v="3180" actId="14100"/>
          <ac:spMkLst>
            <pc:docMk/>
            <pc:sldMk cId="2725566375" sldId="552"/>
            <ac:spMk id="185" creationId="{F4566922-C0B6-6B15-B4E4-5C4473115358}"/>
          </ac:spMkLst>
        </pc:spChg>
        <pc:spChg chg="mod">
          <ac:chgData name="YIP Pak Kei" userId="84071794-bab4-4b42-9f59-0a1beb5d37e7" providerId="ADAL" clId="{327E37EB-F7D8-42A2-B640-10DB968EB23A}" dt="2025-09-29T02:37:45.627" v="3179" actId="14100"/>
          <ac:spMkLst>
            <pc:docMk/>
            <pc:sldMk cId="2725566375" sldId="552"/>
            <ac:spMk id="186" creationId="{75ED6DF6-F52F-2F3E-E499-2EB4C9643C55}"/>
          </ac:spMkLst>
        </pc:spChg>
        <pc:spChg chg="mod">
          <ac:chgData name="YIP Pak Kei" userId="84071794-bab4-4b42-9f59-0a1beb5d37e7" providerId="ADAL" clId="{327E37EB-F7D8-42A2-B640-10DB968EB23A}" dt="2025-09-28T11:45:22.789" v="850" actId="1076"/>
          <ac:spMkLst>
            <pc:docMk/>
            <pc:sldMk cId="2725566375" sldId="552"/>
            <ac:spMk id="188" creationId="{C391A585-F58A-C561-ADEE-19A4FC7DFA4F}"/>
          </ac:spMkLst>
        </pc:spChg>
        <pc:grpChg chg="mod">
          <ac:chgData name="YIP Pak Kei" userId="84071794-bab4-4b42-9f59-0a1beb5d37e7" providerId="ADAL" clId="{327E37EB-F7D8-42A2-B640-10DB968EB23A}" dt="2025-09-30T02:54:24.920" v="7430" actId="1076"/>
          <ac:grpSpMkLst>
            <pc:docMk/>
            <pc:sldMk cId="2725566375" sldId="552"/>
            <ac:grpSpMk id="8" creationId="{681280E5-A068-4043-DAB8-2D876BFA0784}"/>
          </ac:grpSpMkLst>
        </pc:grpChg>
        <pc:grpChg chg="mod">
          <ac:chgData name="YIP Pak Kei" userId="84071794-bab4-4b42-9f59-0a1beb5d37e7" providerId="ADAL" clId="{327E37EB-F7D8-42A2-B640-10DB968EB23A}" dt="2025-09-28T11:42:13.994" v="827" actId="1076"/>
          <ac:grpSpMkLst>
            <pc:docMk/>
            <pc:sldMk cId="2725566375" sldId="552"/>
            <ac:grpSpMk id="181" creationId="{3C0C8557-DC92-B19E-DB95-2FA51D6C83C6}"/>
          </ac:grpSpMkLst>
        </pc:grpChg>
        <pc:graphicFrameChg chg="mod">
          <ac:chgData name="YIP Pak Kei" userId="84071794-bab4-4b42-9f59-0a1beb5d37e7" providerId="ADAL" clId="{327E37EB-F7D8-42A2-B640-10DB968EB23A}" dt="2025-09-28T11:42:53.673" v="834" actId="1076"/>
          <ac:graphicFrameMkLst>
            <pc:docMk/>
            <pc:sldMk cId="2725566375" sldId="552"/>
            <ac:graphicFrameMk id="24" creationId="{E91D3256-9521-5463-A688-894B50DECB99}"/>
          </ac:graphicFrameMkLst>
        </pc:graphicFrameChg>
        <pc:picChg chg="add mod">
          <ac:chgData name="YIP Pak Kei" userId="84071794-bab4-4b42-9f59-0a1beb5d37e7" providerId="ADAL" clId="{327E37EB-F7D8-42A2-B640-10DB968EB23A}" dt="2025-09-29T15:13:56.022" v="5840" actId="14826"/>
          <ac:picMkLst>
            <pc:docMk/>
            <pc:sldMk cId="2725566375" sldId="552"/>
            <ac:picMk id="2" creationId="{FF95AE47-A53E-F644-0A08-EC7AABF2253C}"/>
          </ac:picMkLst>
        </pc:picChg>
        <pc:picChg chg="add mod">
          <ac:chgData name="YIP Pak Kei" userId="84071794-bab4-4b42-9f59-0a1beb5d37e7" providerId="ADAL" clId="{327E37EB-F7D8-42A2-B640-10DB968EB23A}" dt="2025-09-30T02:28:40.214" v="7329" actId="1038"/>
          <ac:picMkLst>
            <pc:docMk/>
            <pc:sldMk cId="2725566375" sldId="552"/>
            <ac:picMk id="5" creationId="{4ABF75CB-57C4-E200-024A-BDF23880DC09}"/>
          </ac:picMkLst>
        </pc:picChg>
        <pc:picChg chg="mod">
          <ac:chgData name="YIP Pak Kei" userId="84071794-bab4-4b42-9f59-0a1beb5d37e7" providerId="ADAL" clId="{327E37EB-F7D8-42A2-B640-10DB968EB23A}" dt="2025-09-28T11:42:53.673" v="834" actId="1076"/>
          <ac:picMkLst>
            <pc:docMk/>
            <pc:sldMk cId="2725566375" sldId="552"/>
            <ac:picMk id="34" creationId="{7717881F-30FE-420D-C5FA-F5018FD27086}"/>
          </ac:picMkLst>
        </pc:picChg>
        <pc:picChg chg="mod">
          <ac:chgData name="YIP Pak Kei" userId="84071794-bab4-4b42-9f59-0a1beb5d37e7" providerId="ADAL" clId="{327E37EB-F7D8-42A2-B640-10DB968EB23A}" dt="2025-09-30T02:28:07.023" v="7304" actId="1038"/>
          <ac:picMkLst>
            <pc:docMk/>
            <pc:sldMk cId="2725566375" sldId="552"/>
            <ac:picMk id="49" creationId="{605565CC-003D-6ED2-A44D-8F04719E45B0}"/>
          </ac:picMkLst>
        </pc:picChg>
        <pc:picChg chg="mod">
          <ac:chgData name="YIP Pak Kei" userId="84071794-bab4-4b42-9f59-0a1beb5d37e7" providerId="ADAL" clId="{327E37EB-F7D8-42A2-B640-10DB968EB23A}" dt="2025-09-29T14:17:19.252" v="5662" actId="12788"/>
          <ac:picMkLst>
            <pc:docMk/>
            <pc:sldMk cId="2725566375" sldId="552"/>
            <ac:picMk id="52" creationId="{8EFC58DB-2223-6C77-FBEB-E371EEB09851}"/>
          </ac:picMkLst>
        </pc:picChg>
        <pc:picChg chg="mod">
          <ac:chgData name="YIP Pak Kei" userId="84071794-bab4-4b42-9f59-0a1beb5d37e7" providerId="ADAL" clId="{327E37EB-F7D8-42A2-B640-10DB968EB23A}" dt="2025-09-28T11:40:57.375" v="811" actId="207"/>
          <ac:picMkLst>
            <pc:docMk/>
            <pc:sldMk cId="2725566375" sldId="552"/>
            <ac:picMk id="172" creationId="{A5233A3D-2632-7F1F-21C0-92CD6C06FDB6}"/>
          </ac:picMkLst>
        </pc:picChg>
        <pc:cxnChg chg="mod">
          <ac:chgData name="YIP Pak Kei" userId="84071794-bab4-4b42-9f59-0a1beb5d37e7" providerId="ADAL" clId="{327E37EB-F7D8-42A2-B640-10DB968EB23A}" dt="2025-09-29T02:41:48.811" v="3246" actId="1036"/>
          <ac:cxnSpMkLst>
            <pc:docMk/>
            <pc:sldMk cId="2725566375" sldId="552"/>
            <ac:cxnSpMk id="31" creationId="{2FC31202-5488-9651-07B5-F501186CBF95}"/>
          </ac:cxnSpMkLst>
        </pc:cxnChg>
        <pc:cxnChg chg="add mod">
          <ac:chgData name="YIP Pak Kei" userId="84071794-bab4-4b42-9f59-0a1beb5d37e7" providerId="ADAL" clId="{327E37EB-F7D8-42A2-B640-10DB968EB23A}" dt="2025-09-29T14:17:19.252" v="5662" actId="12788"/>
          <ac:cxnSpMkLst>
            <pc:docMk/>
            <pc:sldMk cId="2725566375" sldId="552"/>
            <ac:cxnSpMk id="55" creationId="{DF300938-E9C0-495C-A32B-D816C2154B76}"/>
          </ac:cxnSpMkLst>
        </pc:cxnChg>
        <pc:cxnChg chg="mod">
          <ac:chgData name="YIP Pak Kei" userId="84071794-bab4-4b42-9f59-0a1beb5d37e7" providerId="ADAL" clId="{327E37EB-F7D8-42A2-B640-10DB968EB23A}" dt="2025-09-29T04:34:16.606" v="4110" actId="1036"/>
          <ac:cxnSpMkLst>
            <pc:docMk/>
            <pc:sldMk cId="2725566375" sldId="552"/>
            <ac:cxnSpMk id="184" creationId="{CD050C33-DB1E-285D-1325-921014788E82}"/>
          </ac:cxnSpMkLst>
        </pc:cxnChg>
      </pc:sldChg>
      <pc:sldChg chg="addSp delSp modSp mod">
        <pc:chgData name="YIP Pak Kei" userId="84071794-bab4-4b42-9f59-0a1beb5d37e7" providerId="ADAL" clId="{327E37EB-F7D8-42A2-B640-10DB968EB23A}" dt="2025-09-30T03:02:35.561" v="7533" actId="1035"/>
        <pc:sldMkLst>
          <pc:docMk/>
          <pc:sldMk cId="1988712180" sldId="553"/>
        </pc:sldMkLst>
        <pc:spChg chg="add mod">
          <ac:chgData name="YIP Pak Kei" userId="84071794-bab4-4b42-9f59-0a1beb5d37e7" providerId="ADAL" clId="{327E37EB-F7D8-42A2-B640-10DB968EB23A}" dt="2025-09-29T13:27:41.578" v="4427"/>
          <ac:spMkLst>
            <pc:docMk/>
            <pc:sldMk cId="1988712180" sldId="553"/>
            <ac:spMk id="2" creationId="{21F2345C-3419-B179-2459-2304CFA70E12}"/>
          </ac:spMkLst>
        </pc:spChg>
        <pc:spChg chg="add del mod">
          <ac:chgData name="YIP Pak Kei" userId="84071794-bab4-4b42-9f59-0a1beb5d37e7" providerId="ADAL" clId="{327E37EB-F7D8-42A2-B640-10DB968EB23A}" dt="2025-09-29T04:27:13.789" v="3951" actId="478"/>
          <ac:spMkLst>
            <pc:docMk/>
            <pc:sldMk cId="1988712180" sldId="553"/>
            <ac:spMk id="2" creationId="{D17E9985-6F5A-0A2A-3C87-B510E00CEFBA}"/>
          </ac:spMkLst>
        </pc:spChg>
        <pc:spChg chg="mod">
          <ac:chgData name="YIP Pak Kei" userId="84071794-bab4-4b42-9f59-0a1beb5d37e7" providerId="ADAL" clId="{327E37EB-F7D8-42A2-B640-10DB968EB23A}" dt="2025-09-29T05:08:54.633" v="4369" actId="1076"/>
          <ac:spMkLst>
            <pc:docMk/>
            <pc:sldMk cId="1988712180" sldId="553"/>
            <ac:spMk id="4" creationId="{44C662DE-DB1C-C879-8336-08184BB4CAE3}"/>
          </ac:spMkLst>
        </pc:spChg>
        <pc:spChg chg="add mod">
          <ac:chgData name="YIP Pak Kei" userId="84071794-bab4-4b42-9f59-0a1beb5d37e7" providerId="ADAL" clId="{327E37EB-F7D8-42A2-B640-10DB968EB23A}" dt="2025-09-29T13:27:41.578" v="4427"/>
          <ac:spMkLst>
            <pc:docMk/>
            <pc:sldMk cId="1988712180" sldId="553"/>
            <ac:spMk id="7" creationId="{C1404495-EFBD-CE4C-CA09-FF1B7534EC66}"/>
          </ac:spMkLst>
        </pc:spChg>
        <pc:spChg chg="add mod">
          <ac:chgData name="YIP Pak Kei" userId="84071794-bab4-4b42-9f59-0a1beb5d37e7" providerId="ADAL" clId="{327E37EB-F7D8-42A2-B640-10DB968EB23A}" dt="2025-09-29T13:27:41.578" v="4427"/>
          <ac:spMkLst>
            <pc:docMk/>
            <pc:sldMk cId="1988712180" sldId="553"/>
            <ac:spMk id="8" creationId="{0029D2DA-F30A-C4CE-9923-C4CDA1A07BE4}"/>
          </ac:spMkLst>
        </pc:spChg>
        <pc:spChg chg="add mod">
          <ac:chgData name="YIP Pak Kei" userId="84071794-bab4-4b42-9f59-0a1beb5d37e7" providerId="ADAL" clId="{327E37EB-F7D8-42A2-B640-10DB968EB23A}" dt="2025-09-29T13:27:41.578" v="4427"/>
          <ac:spMkLst>
            <pc:docMk/>
            <pc:sldMk cId="1988712180" sldId="553"/>
            <ac:spMk id="9" creationId="{0EB8CD4E-A295-48B1-9273-12F7E52EAE3D}"/>
          </ac:spMkLst>
        </pc:spChg>
        <pc:spChg chg="mod">
          <ac:chgData name="YIP Pak Kei" userId="84071794-bab4-4b42-9f59-0a1beb5d37e7" providerId="ADAL" clId="{327E37EB-F7D8-42A2-B640-10DB968EB23A}" dt="2025-09-29T14:32:43.712" v="5721" actId="1036"/>
          <ac:spMkLst>
            <pc:docMk/>
            <pc:sldMk cId="1988712180" sldId="553"/>
            <ac:spMk id="12" creationId="{865F673B-DB9F-AF8A-2AE2-6B46AA5B9925}"/>
          </ac:spMkLst>
        </pc:spChg>
        <pc:spChg chg="mod">
          <ac:chgData name="YIP Pak Kei" userId="84071794-bab4-4b42-9f59-0a1beb5d37e7" providerId="ADAL" clId="{327E37EB-F7D8-42A2-B640-10DB968EB23A}" dt="2025-09-30T03:01:21.164" v="7532" actId="113"/>
          <ac:spMkLst>
            <pc:docMk/>
            <pc:sldMk cId="1988712180" sldId="553"/>
            <ac:spMk id="13" creationId="{CEB235B2-DF76-781C-2B0A-AF838924BDF3}"/>
          </ac:spMkLst>
        </pc:spChg>
        <pc:spChg chg="mod topLvl">
          <ac:chgData name="YIP Pak Kei" userId="84071794-bab4-4b42-9f59-0a1beb5d37e7" providerId="ADAL" clId="{327E37EB-F7D8-42A2-B640-10DB968EB23A}" dt="2025-09-30T02:57:30.409" v="7477" actId="14100"/>
          <ac:spMkLst>
            <pc:docMk/>
            <pc:sldMk cId="1988712180" sldId="553"/>
            <ac:spMk id="16" creationId="{2DC96FD7-E07C-E489-DE0B-F1F61F7BB589}"/>
          </ac:spMkLst>
        </pc:spChg>
        <pc:spChg chg="add mod">
          <ac:chgData name="YIP Pak Kei" userId="84071794-bab4-4b42-9f59-0a1beb5d37e7" providerId="ADAL" clId="{327E37EB-F7D8-42A2-B640-10DB968EB23A}" dt="2025-09-29T13:27:52.228" v="4430"/>
          <ac:spMkLst>
            <pc:docMk/>
            <pc:sldMk cId="1988712180" sldId="553"/>
            <ac:spMk id="18" creationId="{AB52558B-21ED-763E-D0B1-E395F437C078}"/>
          </ac:spMkLst>
        </pc:spChg>
        <pc:spChg chg="add mod">
          <ac:chgData name="YIP Pak Kei" userId="84071794-bab4-4b42-9f59-0a1beb5d37e7" providerId="ADAL" clId="{327E37EB-F7D8-42A2-B640-10DB968EB23A}" dt="2025-09-29T13:27:52.228" v="4430"/>
          <ac:spMkLst>
            <pc:docMk/>
            <pc:sldMk cId="1988712180" sldId="553"/>
            <ac:spMk id="20" creationId="{984C9915-0141-B128-E791-2E68FC399C15}"/>
          </ac:spMkLst>
        </pc:spChg>
        <pc:spChg chg="add mod">
          <ac:chgData name="YIP Pak Kei" userId="84071794-bab4-4b42-9f59-0a1beb5d37e7" providerId="ADAL" clId="{327E37EB-F7D8-42A2-B640-10DB968EB23A}" dt="2025-09-29T13:27:52.228" v="4430"/>
          <ac:spMkLst>
            <pc:docMk/>
            <pc:sldMk cId="1988712180" sldId="553"/>
            <ac:spMk id="21" creationId="{2C533F83-55FC-AED5-F159-F93E488A9C2F}"/>
          </ac:spMkLst>
        </pc:spChg>
        <pc:spChg chg="add mod">
          <ac:chgData name="YIP Pak Kei" userId="84071794-bab4-4b42-9f59-0a1beb5d37e7" providerId="ADAL" clId="{327E37EB-F7D8-42A2-B640-10DB968EB23A}" dt="2025-09-29T13:27:52.228" v="4430"/>
          <ac:spMkLst>
            <pc:docMk/>
            <pc:sldMk cId="1988712180" sldId="553"/>
            <ac:spMk id="22" creationId="{47EB6EC6-38DA-4ABA-3FED-06AE75FE51B5}"/>
          </ac:spMkLst>
        </pc:spChg>
        <pc:spChg chg="mod">
          <ac:chgData name="YIP Pak Kei" userId="84071794-bab4-4b42-9f59-0a1beb5d37e7" providerId="ADAL" clId="{327E37EB-F7D8-42A2-B640-10DB968EB23A}" dt="2025-09-29T14:32:43.712" v="5721" actId="1036"/>
          <ac:spMkLst>
            <pc:docMk/>
            <pc:sldMk cId="1988712180" sldId="553"/>
            <ac:spMk id="28" creationId="{5F98D07B-8668-2E90-AD85-37F89086B179}"/>
          </ac:spMkLst>
        </pc:spChg>
        <pc:spChg chg="mod">
          <ac:chgData name="YIP Pak Kei" userId="84071794-bab4-4b42-9f59-0a1beb5d37e7" providerId="ADAL" clId="{327E37EB-F7D8-42A2-B640-10DB968EB23A}" dt="2025-09-29T14:32:43.712" v="5721" actId="1036"/>
          <ac:spMkLst>
            <pc:docMk/>
            <pc:sldMk cId="1988712180" sldId="553"/>
            <ac:spMk id="29" creationId="{DBBEC742-96A0-D16F-1A02-C33925ADA9F9}"/>
          </ac:spMkLst>
        </pc:spChg>
        <pc:spChg chg="add mod">
          <ac:chgData name="YIP Pak Kei" userId="84071794-bab4-4b42-9f59-0a1beb5d37e7" providerId="ADAL" clId="{327E37EB-F7D8-42A2-B640-10DB968EB23A}" dt="2025-09-30T03:00:07.766" v="7508" actId="113"/>
          <ac:spMkLst>
            <pc:docMk/>
            <pc:sldMk cId="1988712180" sldId="553"/>
            <ac:spMk id="30" creationId="{F67C68E7-8563-96B6-C8D4-8C8F40557A29}"/>
          </ac:spMkLst>
        </pc:spChg>
        <pc:spChg chg="add mod">
          <ac:chgData name="YIP Pak Kei" userId="84071794-bab4-4b42-9f59-0a1beb5d37e7" providerId="ADAL" clId="{327E37EB-F7D8-42A2-B640-10DB968EB23A}" dt="2025-09-30T02:54:57.867" v="7449" actId="1036"/>
          <ac:spMkLst>
            <pc:docMk/>
            <pc:sldMk cId="1988712180" sldId="553"/>
            <ac:spMk id="32" creationId="{27D8DC4B-2BE0-30A4-3E0E-6B08510F2E05}"/>
          </ac:spMkLst>
        </pc:spChg>
        <pc:spChg chg="add mod">
          <ac:chgData name="YIP Pak Kei" userId="84071794-bab4-4b42-9f59-0a1beb5d37e7" providerId="ADAL" clId="{327E37EB-F7D8-42A2-B640-10DB968EB23A}" dt="2025-09-30T03:02:35.561" v="7533" actId="1035"/>
          <ac:spMkLst>
            <pc:docMk/>
            <pc:sldMk cId="1988712180" sldId="553"/>
            <ac:spMk id="33" creationId="{EB7B56E0-7A3A-7109-3C41-D8DFD218E7E4}"/>
          </ac:spMkLst>
        </pc:spChg>
        <pc:spChg chg="add mod">
          <ac:chgData name="YIP Pak Kei" userId="84071794-bab4-4b42-9f59-0a1beb5d37e7" providerId="ADAL" clId="{327E37EB-F7D8-42A2-B640-10DB968EB23A}" dt="2025-09-30T03:02:35.561" v="7533" actId="1035"/>
          <ac:spMkLst>
            <pc:docMk/>
            <pc:sldMk cId="1988712180" sldId="553"/>
            <ac:spMk id="34" creationId="{8D3E27D4-4072-3607-2893-89F2F784E2E2}"/>
          </ac:spMkLst>
        </pc:spChg>
        <pc:spChg chg="mod topLvl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35" creationId="{E7F79EE7-24CA-2874-5C01-395DC1D2EF3F}"/>
          </ac:spMkLst>
        </pc:spChg>
        <pc:spChg chg="add mod">
          <ac:chgData name="YIP Pak Kei" userId="84071794-bab4-4b42-9f59-0a1beb5d37e7" providerId="ADAL" clId="{327E37EB-F7D8-42A2-B640-10DB968EB23A}" dt="2025-09-29T14:32:43.712" v="5721" actId="1036"/>
          <ac:spMkLst>
            <pc:docMk/>
            <pc:sldMk cId="1988712180" sldId="553"/>
            <ac:spMk id="42" creationId="{E14633AE-A362-4F6F-3EE5-B17718A1D126}"/>
          </ac:spMkLst>
        </pc:spChg>
        <pc:spChg chg="add mod">
          <ac:chgData name="YIP Pak Kei" userId="84071794-bab4-4b42-9f59-0a1beb5d37e7" providerId="ADAL" clId="{327E37EB-F7D8-42A2-B640-10DB968EB23A}" dt="2025-09-30T02:56:54.680" v="7472" actId="164"/>
          <ac:spMkLst>
            <pc:docMk/>
            <pc:sldMk cId="1988712180" sldId="553"/>
            <ac:spMk id="45" creationId="{917401D1-CE31-AFA4-247A-DB094E824D3F}"/>
          </ac:spMkLst>
        </pc:spChg>
        <pc:spChg chg="mod">
          <ac:chgData name="YIP Pak Kei" userId="84071794-bab4-4b42-9f59-0a1beb5d37e7" providerId="ADAL" clId="{327E37EB-F7D8-42A2-B640-10DB968EB23A}" dt="2025-09-30T02:55:13.838" v="7456"/>
          <ac:spMkLst>
            <pc:docMk/>
            <pc:sldMk cId="1988712180" sldId="553"/>
            <ac:spMk id="47" creationId="{A08BB50E-D4D5-6669-6FEE-2D1675B7EEAC}"/>
          </ac:spMkLst>
        </pc:spChg>
        <pc:spChg chg="mod topLvl">
          <ac:chgData name="YIP Pak Kei" userId="84071794-bab4-4b42-9f59-0a1beb5d37e7" providerId="ADAL" clId="{327E37EB-F7D8-42A2-B640-10DB968EB23A}" dt="2025-09-30T02:57:44.834" v="7481" actId="1035"/>
          <ac:spMkLst>
            <pc:docMk/>
            <pc:sldMk cId="1988712180" sldId="553"/>
            <ac:spMk id="50" creationId="{6888A91E-D056-68D1-050B-276B4209E1B6}"/>
          </ac:spMkLst>
        </pc:spChg>
        <pc:spChg chg="mod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66" creationId="{178FE05C-0F98-3C2D-52FE-0B87E8D86A8F}"/>
          </ac:spMkLst>
        </pc:spChg>
        <pc:spChg chg="mod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70" creationId="{951D8C51-B327-42C0-CE87-2DDAA04369B6}"/>
          </ac:spMkLst>
        </pc:spChg>
        <pc:spChg chg="mod">
          <ac:chgData name="YIP Pak Kei" userId="84071794-bab4-4b42-9f59-0a1beb5d37e7" providerId="ADAL" clId="{327E37EB-F7D8-42A2-B640-10DB968EB23A}" dt="2025-09-29T14:33:05.384" v="5743" actId="1036"/>
          <ac:spMkLst>
            <pc:docMk/>
            <pc:sldMk cId="1988712180" sldId="553"/>
            <ac:spMk id="78" creationId="{616D25D4-BA93-7090-2956-84B57FAEF94A}"/>
          </ac:spMkLst>
        </pc:spChg>
        <pc:spChg chg="mod">
          <ac:chgData name="YIP Pak Kei" userId="84071794-bab4-4b42-9f59-0a1beb5d37e7" providerId="ADAL" clId="{327E37EB-F7D8-42A2-B640-10DB968EB23A}" dt="2025-09-30T02:50:56.255" v="7396" actId="113"/>
          <ac:spMkLst>
            <pc:docMk/>
            <pc:sldMk cId="1988712180" sldId="553"/>
            <ac:spMk id="79" creationId="{CDE50E9A-D3CC-87E8-4E22-0578A5915422}"/>
          </ac:spMkLst>
        </pc:spChg>
        <pc:spChg chg="mod">
          <ac:chgData name="YIP Pak Kei" userId="84071794-bab4-4b42-9f59-0a1beb5d37e7" providerId="ADAL" clId="{327E37EB-F7D8-42A2-B640-10DB968EB23A}" dt="2025-09-29T14:16:25.877" v="5641" actId="14100"/>
          <ac:spMkLst>
            <pc:docMk/>
            <pc:sldMk cId="1988712180" sldId="553"/>
            <ac:spMk id="80" creationId="{0DC9084C-F2E1-C654-5C54-ACEF471D8BE8}"/>
          </ac:spMkLst>
        </pc:spChg>
        <pc:spChg chg="mod">
          <ac:chgData name="YIP Pak Kei" userId="84071794-bab4-4b42-9f59-0a1beb5d37e7" providerId="ADAL" clId="{327E37EB-F7D8-42A2-B640-10DB968EB23A}" dt="2025-09-30T02:32:36.430" v="7334" actId="1036"/>
          <ac:spMkLst>
            <pc:docMk/>
            <pc:sldMk cId="1988712180" sldId="553"/>
            <ac:spMk id="82" creationId="{590EA18D-BA5C-8FE9-2939-917DC09B0632}"/>
          </ac:spMkLst>
        </pc:spChg>
        <pc:spChg chg="mod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84" creationId="{E401C172-3BD7-8F3D-6304-0D048209507A}"/>
          </ac:spMkLst>
        </pc:spChg>
        <pc:spChg chg="mod">
          <ac:chgData name="YIP Pak Kei" userId="84071794-bab4-4b42-9f59-0a1beb5d37e7" providerId="ADAL" clId="{327E37EB-F7D8-42A2-B640-10DB968EB23A}" dt="2025-09-29T14:32:43.712" v="5721" actId="1036"/>
          <ac:spMkLst>
            <pc:docMk/>
            <pc:sldMk cId="1988712180" sldId="553"/>
            <ac:spMk id="86" creationId="{29CAC6A8-419B-0B6F-EBCB-692F53636523}"/>
          </ac:spMkLst>
        </pc:spChg>
        <pc:spChg chg="mod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89" creationId="{1F8D8380-0017-59C1-95B1-9576FF65E026}"/>
          </ac:spMkLst>
        </pc:spChg>
        <pc:spChg chg="mod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92" creationId="{7362173A-7D43-5CB5-5A8B-711EC4FEA4FA}"/>
          </ac:spMkLst>
        </pc:spChg>
        <pc:spChg chg="mod">
          <ac:chgData name="YIP Pak Kei" userId="84071794-bab4-4b42-9f59-0a1beb5d37e7" providerId="ADAL" clId="{327E37EB-F7D8-42A2-B640-10DB968EB23A}" dt="2025-09-30T02:55:06.399" v="7452" actId="165"/>
          <ac:spMkLst>
            <pc:docMk/>
            <pc:sldMk cId="1988712180" sldId="553"/>
            <ac:spMk id="93" creationId="{F00BA091-642B-8F3F-9D74-185F2220300C}"/>
          </ac:spMkLst>
        </pc:spChg>
        <pc:spChg chg="mod">
          <ac:chgData name="YIP Pak Kei" userId="84071794-bab4-4b42-9f59-0a1beb5d37e7" providerId="ADAL" clId="{327E37EB-F7D8-42A2-B640-10DB968EB23A}" dt="2025-09-28T14:40:42.427" v="2353" actId="14826"/>
          <ac:spMkLst>
            <pc:docMk/>
            <pc:sldMk cId="1988712180" sldId="553"/>
            <ac:spMk id="103" creationId="{F5E9EAE5-38EE-6708-5090-AE12ED534252}"/>
          </ac:spMkLst>
        </pc:spChg>
        <pc:spChg chg="mod">
          <ac:chgData name="YIP Pak Kei" userId="84071794-bab4-4b42-9f59-0a1beb5d37e7" providerId="ADAL" clId="{327E37EB-F7D8-42A2-B640-10DB968EB23A}" dt="2025-09-29T04:26:40.440" v="3948" actId="207"/>
          <ac:spMkLst>
            <pc:docMk/>
            <pc:sldMk cId="1988712180" sldId="553"/>
            <ac:spMk id="104" creationId="{0462E756-1644-8894-B0D5-F389C2615F79}"/>
          </ac:spMkLst>
        </pc:spChg>
        <pc:spChg chg="mod">
          <ac:chgData name="YIP Pak Kei" userId="84071794-bab4-4b42-9f59-0a1beb5d37e7" providerId="ADAL" clId="{327E37EB-F7D8-42A2-B640-10DB968EB23A}" dt="2025-09-28T14:40:42.427" v="2353" actId="14826"/>
          <ac:spMkLst>
            <pc:docMk/>
            <pc:sldMk cId="1988712180" sldId="553"/>
            <ac:spMk id="105" creationId="{E14BD359-4282-FD52-9078-9227D35E262A}"/>
          </ac:spMkLst>
        </pc:spChg>
        <pc:spChg chg="mod">
          <ac:chgData name="YIP Pak Kei" userId="84071794-bab4-4b42-9f59-0a1beb5d37e7" providerId="ADAL" clId="{327E37EB-F7D8-42A2-B640-10DB968EB23A}" dt="2025-09-28T14:40:42.427" v="2353" actId="14826"/>
          <ac:spMkLst>
            <pc:docMk/>
            <pc:sldMk cId="1988712180" sldId="553"/>
            <ac:spMk id="106" creationId="{D94826DC-4EDC-AB36-CCDE-09AC9407E7AC}"/>
          </ac:spMkLst>
        </pc:spChg>
        <pc:spChg chg="mod">
          <ac:chgData name="YIP Pak Kei" userId="84071794-bab4-4b42-9f59-0a1beb5d37e7" providerId="ADAL" clId="{327E37EB-F7D8-42A2-B640-10DB968EB23A}" dt="2025-09-28T14:40:42.427" v="2353" actId="14826"/>
          <ac:spMkLst>
            <pc:docMk/>
            <pc:sldMk cId="1988712180" sldId="553"/>
            <ac:spMk id="113" creationId="{3AD6055A-D1AB-1D07-51D0-C60768234C2C}"/>
          </ac:spMkLst>
        </pc:spChg>
        <pc:spChg chg="add">
          <ac:chgData name="YIP Pak Kei" userId="84071794-bab4-4b42-9f59-0a1beb5d37e7" providerId="ADAL" clId="{327E37EB-F7D8-42A2-B640-10DB968EB23A}" dt="2025-09-29T00:03:00.947" v="2467"/>
          <ac:spMkLst>
            <pc:docMk/>
            <pc:sldMk cId="1988712180" sldId="553"/>
            <ac:spMk id="114" creationId="{A8F8309D-E41E-481C-1D7E-C3A5532C390A}"/>
          </ac:spMkLst>
        </pc:spChg>
        <pc:spChg chg="add">
          <ac:chgData name="YIP Pak Kei" userId="84071794-bab4-4b42-9f59-0a1beb5d37e7" providerId="ADAL" clId="{327E37EB-F7D8-42A2-B640-10DB968EB23A}" dt="2025-09-29T00:03:10.823" v="2468"/>
          <ac:spMkLst>
            <pc:docMk/>
            <pc:sldMk cId="1988712180" sldId="553"/>
            <ac:spMk id="115" creationId="{0A4D52D9-F9DF-3FD2-D802-B2211B39674D}"/>
          </ac:spMkLst>
        </pc:spChg>
        <pc:spChg chg="mod">
          <ac:chgData name="YIP Pak Kei" userId="84071794-bab4-4b42-9f59-0a1beb5d37e7" providerId="ADAL" clId="{327E37EB-F7D8-42A2-B640-10DB968EB23A}" dt="2025-09-30T02:51:31.001" v="7399" actId="113"/>
          <ac:spMkLst>
            <pc:docMk/>
            <pc:sldMk cId="1988712180" sldId="553"/>
            <ac:spMk id="118" creationId="{9A3C6896-56FA-B43F-C2F2-D370BC58373E}"/>
          </ac:spMkLst>
        </pc:spChg>
        <pc:grpChg chg="add mod">
          <ac:chgData name="YIP Pak Kei" userId="84071794-bab4-4b42-9f59-0a1beb5d37e7" providerId="ADAL" clId="{327E37EB-F7D8-42A2-B640-10DB968EB23A}" dt="2025-09-30T02:55:03.111" v="7451" actId="14100"/>
          <ac:grpSpMkLst>
            <pc:docMk/>
            <pc:sldMk cId="1988712180" sldId="553"/>
            <ac:grpSpMk id="27" creationId="{58A75EC5-5FD4-12CE-F940-782E399854DE}"/>
          </ac:grpSpMkLst>
        </pc:grpChg>
        <pc:grpChg chg="add 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46" creationId="{B72B476B-FCF3-F39C-1299-A63041A9B6D2}"/>
          </ac:grpSpMkLst>
        </pc:grpChg>
        <pc:grpChg chg="add 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53" creationId="{8030694B-1343-6ABE-431C-1EF59233F98B}"/>
          </ac:grpSpMkLst>
        </pc:grpChg>
        <pc:grpChg chg="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54" creationId="{981D2658-E4C1-B5D5-45B0-442D31F48C30}"/>
          </ac:grpSpMkLst>
        </pc:grpChg>
        <pc:grpChg chg="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60" creationId="{D80CD857-0656-25A5-D579-6DA4D8B4C3F6}"/>
          </ac:grpSpMkLst>
        </pc:grpChg>
        <pc:grpChg chg="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61" creationId="{5D86B557-E91C-1018-977F-112610620767}"/>
          </ac:grpSpMkLst>
        </pc:grpChg>
        <pc:grpChg chg="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62" creationId="{3A28CE12-EAD4-75E3-491C-4D9663762179}"/>
          </ac:grpSpMkLst>
        </pc:grpChg>
        <pc:grpChg chg="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64" creationId="{E086B1E9-6331-1E03-FC4E-CB156A39F687}"/>
          </ac:grpSpMkLst>
        </pc:grpChg>
        <pc:grpChg chg="mod">
          <ac:chgData name="YIP Pak Kei" userId="84071794-bab4-4b42-9f59-0a1beb5d37e7" providerId="ADAL" clId="{327E37EB-F7D8-42A2-B640-10DB968EB23A}" dt="2025-09-30T02:57:44.834" v="7481" actId="1035"/>
          <ac:grpSpMkLst>
            <pc:docMk/>
            <pc:sldMk cId="1988712180" sldId="553"/>
            <ac:grpSpMk id="65" creationId="{A5ADB613-F053-1186-A5C9-D87530D55942}"/>
          </ac:grpSpMkLst>
        </pc:grpChg>
        <pc:grpChg chg="mod">
          <ac:chgData name="YIP Pak Kei" userId="84071794-bab4-4b42-9f59-0a1beb5d37e7" providerId="ADAL" clId="{327E37EB-F7D8-42A2-B640-10DB968EB23A}" dt="2025-09-28T14:40:57.774" v="2365" actId="1038"/>
          <ac:grpSpMkLst>
            <pc:docMk/>
            <pc:sldMk cId="1988712180" sldId="553"/>
            <ac:grpSpMk id="102" creationId="{D5EC90C4-0465-E7EC-CA69-832AD1CBDBA7}"/>
          </ac:grpSpMkLst>
        </pc:grpChg>
        <pc:graphicFrameChg chg="add mod">
          <ac:chgData name="YIP Pak Kei" userId="84071794-bab4-4b42-9f59-0a1beb5d37e7" providerId="ADAL" clId="{327E37EB-F7D8-42A2-B640-10DB968EB23A}" dt="2025-09-29T13:27:41.578" v="4427"/>
          <ac:graphicFrameMkLst>
            <pc:docMk/>
            <pc:sldMk cId="1988712180" sldId="553"/>
            <ac:graphicFrameMk id="5" creationId="{A558E4A3-D2D4-3CC0-8A98-5EBACCDBA9C8}"/>
          </ac:graphicFrameMkLst>
        </pc:graphicFrameChg>
        <pc:graphicFrameChg chg="add mod">
          <ac:chgData name="YIP Pak Kei" userId="84071794-bab4-4b42-9f59-0a1beb5d37e7" providerId="ADAL" clId="{327E37EB-F7D8-42A2-B640-10DB968EB23A}" dt="2025-09-29T13:27:52.228" v="4430"/>
          <ac:graphicFrameMkLst>
            <pc:docMk/>
            <pc:sldMk cId="1988712180" sldId="553"/>
            <ac:graphicFrameMk id="19" creationId="{6B501AA9-4A8F-0D85-20A7-434148D22A4F}"/>
          </ac:graphicFrameMkLst>
        </pc:graphicFrameChg>
        <pc:graphicFrameChg chg="add del mod">
          <ac:chgData name="YIP Pak Kei" userId="84071794-bab4-4b42-9f59-0a1beb5d37e7" providerId="ADAL" clId="{327E37EB-F7D8-42A2-B640-10DB968EB23A}" dt="2025-09-29T13:28:38.225" v="4490" actId="478"/>
          <ac:graphicFrameMkLst>
            <pc:docMk/>
            <pc:sldMk cId="1988712180" sldId="553"/>
            <ac:graphicFrameMk id="31" creationId="{31558B29-1619-EC37-856B-6BB43BBE4849}"/>
          </ac:graphicFrameMkLst>
        </pc:graphicFrameChg>
        <pc:picChg chg="add mod">
          <ac:chgData name="YIP Pak Kei" userId="84071794-bab4-4b42-9f59-0a1beb5d37e7" providerId="ADAL" clId="{327E37EB-F7D8-42A2-B640-10DB968EB23A}" dt="2025-09-29T04:32:38.100" v="4042" actId="1076"/>
          <ac:picMkLst>
            <pc:docMk/>
            <pc:sldMk cId="1988712180" sldId="553"/>
            <ac:picMk id="6" creationId="{334AC401-A68B-4AC3-C2A1-B83AA2EEF331}"/>
          </ac:picMkLst>
        </pc:picChg>
        <pc:picChg chg="add mod">
          <ac:chgData name="YIP Pak Kei" userId="84071794-bab4-4b42-9f59-0a1beb5d37e7" providerId="ADAL" clId="{327E37EB-F7D8-42A2-B640-10DB968EB23A}" dt="2025-09-29T13:27:41.578" v="4427"/>
          <ac:picMkLst>
            <pc:docMk/>
            <pc:sldMk cId="1988712180" sldId="553"/>
            <ac:picMk id="10" creationId="{72303AC3-A6AD-DB40-F52F-419A2A4F2F70}"/>
          </ac:picMkLst>
        </pc:picChg>
        <pc:picChg chg="add mod">
          <ac:chgData name="YIP Pak Kei" userId="84071794-bab4-4b42-9f59-0a1beb5d37e7" providerId="ADAL" clId="{327E37EB-F7D8-42A2-B640-10DB968EB23A}" dt="2025-09-29T13:27:41.578" v="4427"/>
          <ac:picMkLst>
            <pc:docMk/>
            <pc:sldMk cId="1988712180" sldId="553"/>
            <ac:picMk id="11" creationId="{6F75A273-4BD5-2348-49B7-3084828C17D5}"/>
          </ac:picMkLst>
        </pc:picChg>
        <pc:picChg chg="add mod">
          <ac:chgData name="YIP Pak Kei" userId="84071794-bab4-4b42-9f59-0a1beb5d37e7" providerId="ADAL" clId="{327E37EB-F7D8-42A2-B640-10DB968EB23A}" dt="2025-09-29T13:27:41.578" v="4427"/>
          <ac:picMkLst>
            <pc:docMk/>
            <pc:sldMk cId="1988712180" sldId="553"/>
            <ac:picMk id="15" creationId="{8E19099F-BF10-78F8-40D3-CBE3ADAE84B1}"/>
          </ac:picMkLst>
        </pc:picChg>
        <pc:picChg chg="add mod">
          <ac:chgData name="YIP Pak Kei" userId="84071794-bab4-4b42-9f59-0a1beb5d37e7" providerId="ADAL" clId="{327E37EB-F7D8-42A2-B640-10DB968EB23A}" dt="2025-09-29T13:27:52.228" v="4430"/>
          <ac:picMkLst>
            <pc:docMk/>
            <pc:sldMk cId="1988712180" sldId="553"/>
            <ac:picMk id="23" creationId="{DC7183D8-3314-6C42-8577-FBAB447D3F55}"/>
          </ac:picMkLst>
        </pc:picChg>
        <pc:picChg chg="add mod">
          <ac:chgData name="YIP Pak Kei" userId="84071794-bab4-4b42-9f59-0a1beb5d37e7" providerId="ADAL" clId="{327E37EB-F7D8-42A2-B640-10DB968EB23A}" dt="2025-09-29T13:27:52.228" v="4430"/>
          <ac:picMkLst>
            <pc:docMk/>
            <pc:sldMk cId="1988712180" sldId="553"/>
            <ac:picMk id="24" creationId="{25529C7C-5C8B-DC14-81B7-5FAE81FC7EC1}"/>
          </ac:picMkLst>
        </pc:picChg>
        <pc:picChg chg="add mod">
          <ac:chgData name="YIP Pak Kei" userId="84071794-bab4-4b42-9f59-0a1beb5d37e7" providerId="ADAL" clId="{327E37EB-F7D8-42A2-B640-10DB968EB23A}" dt="2025-09-29T13:27:52.228" v="4430"/>
          <ac:picMkLst>
            <pc:docMk/>
            <pc:sldMk cId="1988712180" sldId="553"/>
            <ac:picMk id="25" creationId="{542BD9F0-653E-A316-E2A9-1B15FA77E2E7}"/>
          </ac:picMkLst>
        </pc:picChg>
        <pc:picChg chg="add mod">
          <ac:chgData name="YIP Pak Kei" userId="84071794-bab4-4b42-9f59-0a1beb5d37e7" providerId="ADAL" clId="{327E37EB-F7D8-42A2-B640-10DB968EB23A}" dt="2025-09-30T02:54:57.867" v="7449" actId="1036"/>
          <ac:picMkLst>
            <pc:docMk/>
            <pc:sldMk cId="1988712180" sldId="553"/>
            <ac:picMk id="36" creationId="{BF60B977-8D4F-FD87-7C57-EE9F5D86C2F8}"/>
          </ac:picMkLst>
        </pc:picChg>
        <pc:picChg chg="add mod">
          <ac:chgData name="YIP Pak Kei" userId="84071794-bab4-4b42-9f59-0a1beb5d37e7" providerId="ADAL" clId="{327E37EB-F7D8-42A2-B640-10DB968EB23A}" dt="2025-09-30T03:02:35.561" v="7533" actId="1035"/>
          <ac:picMkLst>
            <pc:docMk/>
            <pc:sldMk cId="1988712180" sldId="553"/>
            <ac:picMk id="37" creationId="{7B89E505-BB53-4D5E-0087-ED9A7137D418}"/>
          </ac:picMkLst>
        </pc:picChg>
        <pc:picChg chg="add mod">
          <ac:chgData name="YIP Pak Kei" userId="84071794-bab4-4b42-9f59-0a1beb5d37e7" providerId="ADAL" clId="{327E37EB-F7D8-42A2-B640-10DB968EB23A}" dt="2025-09-30T02:57:44.834" v="7481" actId="1035"/>
          <ac:picMkLst>
            <pc:docMk/>
            <pc:sldMk cId="1988712180" sldId="553"/>
            <ac:picMk id="39" creationId="{7FF01F73-D4EA-F215-F085-6B7EE8250CA7}"/>
          </ac:picMkLst>
        </pc:picChg>
        <pc:picChg chg="add mod">
          <ac:chgData name="YIP Pak Kei" userId="84071794-bab4-4b42-9f59-0a1beb5d37e7" providerId="ADAL" clId="{327E37EB-F7D8-42A2-B640-10DB968EB23A}" dt="2025-09-30T02:32:29.517" v="7333" actId="1036"/>
          <ac:picMkLst>
            <pc:docMk/>
            <pc:sldMk cId="1988712180" sldId="553"/>
            <ac:picMk id="43" creationId="{A72CAE02-EA5B-AB5A-7C48-84D88D6EEE76}"/>
          </ac:picMkLst>
        </pc:picChg>
        <pc:picChg chg="add mod">
          <ac:chgData name="YIP Pak Kei" userId="84071794-bab4-4b42-9f59-0a1beb5d37e7" providerId="ADAL" clId="{327E37EB-F7D8-42A2-B640-10DB968EB23A}" dt="2025-09-30T02:56:54.680" v="7472" actId="164"/>
          <ac:picMkLst>
            <pc:docMk/>
            <pc:sldMk cId="1988712180" sldId="553"/>
            <ac:picMk id="44" creationId="{2450E886-D4F1-69A9-DE88-9595FB85BBBD}"/>
          </ac:picMkLst>
        </pc:picChg>
        <pc:picChg chg="mod">
          <ac:chgData name="YIP Pak Kei" userId="84071794-bab4-4b42-9f59-0a1beb5d37e7" providerId="ADAL" clId="{327E37EB-F7D8-42A2-B640-10DB968EB23A}" dt="2025-09-30T02:56:26.402" v="7467" actId="207"/>
          <ac:picMkLst>
            <pc:docMk/>
            <pc:sldMk cId="1988712180" sldId="553"/>
            <ac:picMk id="48" creationId="{37CC446E-B526-7042-9EF2-441463A61F4D}"/>
          </ac:picMkLst>
        </pc:picChg>
        <pc:picChg chg="mod">
          <ac:chgData name="YIP Pak Kei" userId="84071794-bab4-4b42-9f59-0a1beb5d37e7" providerId="ADAL" clId="{327E37EB-F7D8-42A2-B640-10DB968EB23A}" dt="2025-09-30T02:56:30.935" v="7468" actId="207"/>
          <ac:picMkLst>
            <pc:docMk/>
            <pc:sldMk cId="1988712180" sldId="553"/>
            <ac:picMk id="49" creationId="{3461B0D0-1E7E-A337-CAD6-D210C0013A63}"/>
          </ac:picMkLst>
        </pc:picChg>
        <pc:picChg chg="mod">
          <ac:chgData name="YIP Pak Kei" userId="84071794-bab4-4b42-9f59-0a1beb5d37e7" providerId="ADAL" clId="{327E37EB-F7D8-42A2-B640-10DB968EB23A}" dt="2025-09-30T02:56:38.156" v="7469" actId="207"/>
          <ac:picMkLst>
            <pc:docMk/>
            <pc:sldMk cId="1988712180" sldId="553"/>
            <ac:picMk id="51" creationId="{EF07BD93-75BA-41BF-9DE8-54303F1FBA11}"/>
          </ac:picMkLst>
        </pc:picChg>
        <pc:picChg chg="mod">
          <ac:chgData name="YIP Pak Kei" userId="84071794-bab4-4b42-9f59-0a1beb5d37e7" providerId="ADAL" clId="{327E37EB-F7D8-42A2-B640-10DB968EB23A}" dt="2025-09-29T13:28:11.837" v="4455" actId="164"/>
          <ac:picMkLst>
            <pc:docMk/>
            <pc:sldMk cId="1988712180" sldId="553"/>
            <ac:picMk id="52" creationId="{9342A5C4-DDBD-B775-AA1C-0739648E45A9}"/>
          </ac:picMkLst>
        </pc:picChg>
        <pc:picChg chg="mod">
          <ac:chgData name="YIP Pak Kei" userId="84071794-bab4-4b42-9f59-0a1beb5d37e7" providerId="ADAL" clId="{327E37EB-F7D8-42A2-B640-10DB968EB23A}" dt="2025-09-30T02:55:06.399" v="7452" actId="165"/>
          <ac:picMkLst>
            <pc:docMk/>
            <pc:sldMk cId="1988712180" sldId="553"/>
            <ac:picMk id="97" creationId="{A8034EFF-A9BC-5010-82D8-EF5DB2258909}"/>
          </ac:picMkLst>
        </pc:picChg>
        <pc:picChg chg="mod">
          <ac:chgData name="YIP Pak Kei" userId="84071794-bab4-4b42-9f59-0a1beb5d37e7" providerId="ADAL" clId="{327E37EB-F7D8-42A2-B640-10DB968EB23A}" dt="2025-09-28T14:40:42.427" v="2353" actId="14826"/>
          <ac:picMkLst>
            <pc:docMk/>
            <pc:sldMk cId="1988712180" sldId="553"/>
            <ac:picMk id="107" creationId="{4078EE58-3D2A-E89A-7180-450A4777118A}"/>
          </ac:picMkLst>
        </pc:picChg>
        <pc:picChg chg="mod">
          <ac:chgData name="YIP Pak Kei" userId="84071794-bab4-4b42-9f59-0a1beb5d37e7" providerId="ADAL" clId="{327E37EB-F7D8-42A2-B640-10DB968EB23A}" dt="2025-09-28T14:40:42.427" v="2353" actId="14826"/>
          <ac:picMkLst>
            <pc:docMk/>
            <pc:sldMk cId="1988712180" sldId="553"/>
            <ac:picMk id="108" creationId="{8C5E1CA6-D9E7-9FE8-F547-EA50A0ADC3F6}"/>
          </ac:picMkLst>
        </pc:picChg>
        <pc:picChg chg="mod">
          <ac:chgData name="YIP Pak Kei" userId="84071794-bab4-4b42-9f59-0a1beb5d37e7" providerId="ADAL" clId="{327E37EB-F7D8-42A2-B640-10DB968EB23A}" dt="2025-09-28T14:40:42.427" v="2353" actId="14826"/>
          <ac:picMkLst>
            <pc:docMk/>
            <pc:sldMk cId="1988712180" sldId="553"/>
            <ac:picMk id="109" creationId="{7CCBCEA1-DB6C-1D2E-3824-E16576BD75CE}"/>
          </ac:picMkLst>
        </pc:picChg>
        <pc:picChg chg="mod">
          <ac:chgData name="YIP Pak Kei" userId="84071794-bab4-4b42-9f59-0a1beb5d37e7" providerId="ADAL" clId="{327E37EB-F7D8-42A2-B640-10DB968EB23A}" dt="2025-09-28T14:40:42.427" v="2353" actId="14826"/>
          <ac:picMkLst>
            <pc:docMk/>
            <pc:sldMk cId="1988712180" sldId="553"/>
            <ac:picMk id="110" creationId="{B7CA5279-7E70-9689-9B77-2653DA775DB7}"/>
          </ac:picMkLst>
        </pc:picChg>
        <pc:picChg chg="mod">
          <ac:chgData name="YIP Pak Kei" userId="84071794-bab4-4b42-9f59-0a1beb5d37e7" providerId="ADAL" clId="{327E37EB-F7D8-42A2-B640-10DB968EB23A}" dt="2025-09-28T14:41:02.499" v="2366" actId="1038"/>
          <ac:picMkLst>
            <pc:docMk/>
            <pc:sldMk cId="1988712180" sldId="553"/>
            <ac:picMk id="112" creationId="{30C5DB83-3A58-1C10-55F9-7D081A362BE2}"/>
          </ac:picMkLst>
        </pc:picChg>
        <pc:cxnChg chg="add mod">
          <ac:chgData name="YIP Pak Kei" userId="84071794-bab4-4b42-9f59-0a1beb5d37e7" providerId="ADAL" clId="{327E37EB-F7D8-42A2-B640-10DB968EB23A}" dt="2025-09-29T13:27:41.578" v="4427"/>
          <ac:cxnSpMkLst>
            <pc:docMk/>
            <pc:sldMk cId="1988712180" sldId="553"/>
            <ac:cxnSpMk id="17" creationId="{38185B41-AA9B-0926-F3A3-0136B6EF7FF8}"/>
          </ac:cxnSpMkLst>
        </pc:cxnChg>
        <pc:cxnChg chg="add mod">
          <ac:chgData name="YIP Pak Kei" userId="84071794-bab4-4b42-9f59-0a1beb5d37e7" providerId="ADAL" clId="{327E37EB-F7D8-42A2-B640-10DB968EB23A}" dt="2025-09-29T13:27:52.228" v="4430"/>
          <ac:cxnSpMkLst>
            <pc:docMk/>
            <pc:sldMk cId="1988712180" sldId="553"/>
            <ac:cxnSpMk id="26" creationId="{F4EC3189-B3DA-6E4E-619E-D3E0FB06094F}"/>
          </ac:cxnSpMkLst>
        </pc:cxnChg>
        <pc:cxnChg chg="add mod">
          <ac:chgData name="YIP Pak Kei" userId="84071794-bab4-4b42-9f59-0a1beb5d37e7" providerId="ADAL" clId="{327E37EB-F7D8-42A2-B640-10DB968EB23A}" dt="2025-09-30T02:54:57.867" v="7449" actId="1036"/>
          <ac:cxnSpMkLst>
            <pc:docMk/>
            <pc:sldMk cId="1988712180" sldId="553"/>
            <ac:cxnSpMk id="38" creationId="{911866B4-A9B3-F699-4D62-122B83FBC966}"/>
          </ac:cxnSpMkLst>
        </pc:cxnChg>
        <pc:cxnChg chg="mod">
          <ac:chgData name="YIP Pak Kei" userId="84071794-bab4-4b42-9f59-0a1beb5d37e7" providerId="ADAL" clId="{327E37EB-F7D8-42A2-B640-10DB968EB23A}" dt="2025-09-30T02:32:27.807" v="7332" actId="1036"/>
          <ac:cxnSpMkLst>
            <pc:docMk/>
            <pc:sldMk cId="1988712180" sldId="553"/>
            <ac:cxnSpMk id="83" creationId="{26DE4949-9619-A091-743E-7C91C4E096E7}"/>
          </ac:cxnSpMkLst>
        </pc:cxnChg>
        <pc:cxnChg chg="mod">
          <ac:chgData name="YIP Pak Kei" userId="84071794-bab4-4b42-9f59-0a1beb5d37e7" providerId="ADAL" clId="{327E37EB-F7D8-42A2-B640-10DB968EB23A}" dt="2025-09-29T14:33:05.384" v="5743" actId="1036"/>
          <ac:cxnSpMkLst>
            <pc:docMk/>
            <pc:sldMk cId="1988712180" sldId="553"/>
            <ac:cxnSpMk id="88" creationId="{92FC1058-8D29-ACA4-2A7B-A5C0D8BD89E6}"/>
          </ac:cxnSpMkLst>
        </pc:cxnChg>
      </pc:sldChg>
      <pc:sldChg chg="new del">
        <pc:chgData name="YIP Pak Kei" userId="84071794-bab4-4b42-9f59-0a1beb5d37e7" providerId="ADAL" clId="{327E37EB-F7D8-42A2-B640-10DB968EB23A}" dt="2025-09-28T16:38:50.020" v="2378" actId="680"/>
        <pc:sldMkLst>
          <pc:docMk/>
          <pc:sldMk cId="573595089" sldId="554"/>
        </pc:sldMkLst>
      </pc:sldChg>
      <pc:sldChg chg="addSp delSp modSp new mod modClrScheme chgLayout">
        <pc:chgData name="YIP Pak Kei" userId="84071794-bab4-4b42-9f59-0a1beb5d37e7" providerId="ADAL" clId="{327E37EB-F7D8-42A2-B640-10DB968EB23A}" dt="2025-09-30T03:52:22.911" v="7574" actId="2"/>
        <pc:sldMkLst>
          <pc:docMk/>
          <pc:sldMk cId="1346680054" sldId="554"/>
        </pc:sldMkLst>
        <pc:spChg chg="del">
          <ac:chgData name="YIP Pak Kei" userId="84071794-bab4-4b42-9f59-0a1beb5d37e7" providerId="ADAL" clId="{327E37EB-F7D8-42A2-B640-10DB968EB23A}" dt="2025-09-30T02:17:56.795" v="7095" actId="478"/>
          <ac:spMkLst>
            <pc:docMk/>
            <pc:sldMk cId="1346680054" sldId="554"/>
            <ac:spMk id="2" creationId="{9D656D52-B290-1552-E5E2-8135438BFD86}"/>
          </ac:spMkLst>
        </pc:spChg>
        <pc:spChg chg="mod ord">
          <ac:chgData name="YIP Pak Kei" userId="84071794-bab4-4b42-9f59-0a1beb5d37e7" providerId="ADAL" clId="{327E37EB-F7D8-42A2-B640-10DB968EB23A}" dt="2025-09-30T02:23:10.123" v="7169" actId="700"/>
          <ac:spMkLst>
            <pc:docMk/>
            <pc:sldMk cId="1346680054" sldId="554"/>
            <ac:spMk id="3" creationId="{EFE37E7F-0E60-52AC-D777-0059F6BD99B3}"/>
          </ac:spMkLst>
        </pc:spChg>
        <pc:spChg chg="mod">
          <ac:chgData name="YIP Pak Kei" userId="84071794-bab4-4b42-9f59-0a1beb5d37e7" providerId="ADAL" clId="{327E37EB-F7D8-42A2-B640-10DB968EB23A}" dt="2025-09-30T02:47:31.494" v="7370" actId="113"/>
          <ac:spMkLst>
            <pc:docMk/>
            <pc:sldMk cId="1346680054" sldId="554"/>
            <ac:spMk id="5" creationId="{54A544B1-2AFC-E068-1C7F-FA154246ACE3}"/>
          </ac:spMkLst>
        </pc:spChg>
        <pc:spChg chg="mod">
          <ac:chgData name="YIP Pak Kei" userId="84071794-bab4-4b42-9f59-0a1beb5d37e7" providerId="ADAL" clId="{327E37EB-F7D8-42A2-B640-10DB968EB23A}" dt="2025-09-30T02:22:37.229" v="7166" actId="1076"/>
          <ac:spMkLst>
            <pc:docMk/>
            <pc:sldMk cId="1346680054" sldId="554"/>
            <ac:spMk id="7" creationId="{8FA52F8D-46A1-E73D-175C-99B3155680F4}"/>
          </ac:spMkLst>
        </pc:spChg>
        <pc:spChg chg="mod">
          <ac:chgData name="YIP Pak Kei" userId="84071794-bab4-4b42-9f59-0a1beb5d37e7" providerId="ADAL" clId="{327E37EB-F7D8-42A2-B640-10DB968EB23A}" dt="2025-09-30T02:24:15.584" v="7188" actId="1036"/>
          <ac:spMkLst>
            <pc:docMk/>
            <pc:sldMk cId="1346680054" sldId="554"/>
            <ac:spMk id="8" creationId="{BE4CB8D8-E940-5081-EEFF-89F70418D058}"/>
          </ac:spMkLst>
        </pc:spChg>
        <pc:spChg chg="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21" creationId="{7C290F88-97A0-EB1D-11FF-5297E8B10565}"/>
          </ac:spMkLst>
        </pc:spChg>
        <pc:spChg chg="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24" creationId="{6CB533B1-C1FB-C587-50E0-B558D13DEB82}"/>
          </ac:spMkLst>
        </pc:spChg>
        <pc:spChg chg="add 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25" creationId="{363E898E-68EA-B537-8101-122C67CD7BBD}"/>
          </ac:spMkLst>
        </pc:spChg>
        <pc:spChg chg="add 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26" creationId="{CBCC58A8-8C1D-2100-BE56-5197B17894F1}"/>
          </ac:spMkLst>
        </pc:spChg>
        <pc:spChg chg="add mod">
          <ac:chgData name="YIP Pak Kei" userId="84071794-bab4-4b42-9f59-0a1beb5d37e7" providerId="ADAL" clId="{327E37EB-F7D8-42A2-B640-10DB968EB23A}" dt="2025-09-30T02:47:18.795" v="7367" actId="113"/>
          <ac:spMkLst>
            <pc:docMk/>
            <pc:sldMk cId="1346680054" sldId="554"/>
            <ac:spMk id="31" creationId="{D29DEBB4-5549-736F-080D-6A16E587AB6D}"/>
          </ac:spMkLst>
        </pc:spChg>
        <pc:spChg chg="add 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32" creationId="{21AEB276-3311-1C3B-E94A-3B2F81001522}"/>
          </ac:spMkLst>
        </pc:spChg>
        <pc:spChg chg="mod">
          <ac:chgData name="YIP Pak Kei" userId="84071794-bab4-4b42-9f59-0a1beb5d37e7" providerId="ADAL" clId="{327E37EB-F7D8-42A2-B640-10DB968EB23A}" dt="2025-09-30T03:52:22.911" v="7574" actId="2"/>
          <ac:spMkLst>
            <pc:docMk/>
            <pc:sldMk cId="1346680054" sldId="554"/>
            <ac:spMk id="33" creationId="{8907EFFC-AA03-AC80-71B2-73759DCE9AA7}"/>
          </ac:spMkLst>
        </pc:spChg>
        <pc:spChg chg="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60" creationId="{27E735D8-76A9-B69E-52E8-34B945D357CF}"/>
          </ac:spMkLst>
        </pc:spChg>
        <pc:spChg chg="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62" creationId="{12DBCE50-56C2-35A0-EDAC-235AFAE479ED}"/>
          </ac:spMkLst>
        </pc:spChg>
        <pc:spChg chg="add 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81" creationId="{61EDA1A1-5376-F2CC-31D2-618316EEFAEB}"/>
          </ac:spMkLst>
        </pc:spChg>
        <pc:spChg chg="add mod">
          <ac:chgData name="YIP Pak Kei" userId="84071794-bab4-4b42-9f59-0a1beb5d37e7" providerId="ADAL" clId="{327E37EB-F7D8-42A2-B640-10DB968EB23A}" dt="2025-09-30T02:17:45.833" v="7094"/>
          <ac:spMkLst>
            <pc:docMk/>
            <pc:sldMk cId="1346680054" sldId="554"/>
            <ac:spMk id="82" creationId="{CED0ACEF-F372-A875-7DED-66A058F2C628}"/>
          </ac:spMkLst>
        </pc:spChg>
        <pc:spChg chg="add mod">
          <ac:chgData name="YIP Pak Kei" userId="84071794-bab4-4b42-9f59-0a1beb5d37e7" providerId="ADAL" clId="{327E37EB-F7D8-42A2-B640-10DB968EB23A}" dt="2025-09-30T02:20:49.014" v="7127"/>
          <ac:spMkLst>
            <pc:docMk/>
            <pc:sldMk cId="1346680054" sldId="554"/>
            <ac:spMk id="84" creationId="{412A759F-2442-F607-DA8A-6C3ED425EB3D}"/>
          </ac:spMkLst>
        </pc:spChg>
        <pc:spChg chg="add del mod ord">
          <ac:chgData name="YIP Pak Kei" userId="84071794-bab4-4b42-9f59-0a1beb5d37e7" providerId="ADAL" clId="{327E37EB-F7D8-42A2-B640-10DB968EB23A}" dt="2025-09-30T02:23:10.123" v="7169" actId="700"/>
          <ac:spMkLst>
            <pc:docMk/>
            <pc:sldMk cId="1346680054" sldId="554"/>
            <ac:spMk id="85" creationId="{A1226F71-0C70-2321-0D74-C38CAE397499}"/>
          </ac:spMkLst>
        </pc:spChg>
        <pc:spChg chg="add del mod ord">
          <ac:chgData name="YIP Pak Kei" userId="84071794-bab4-4b42-9f59-0a1beb5d37e7" providerId="ADAL" clId="{327E37EB-F7D8-42A2-B640-10DB968EB23A}" dt="2025-09-30T02:23:10.123" v="7169" actId="700"/>
          <ac:spMkLst>
            <pc:docMk/>
            <pc:sldMk cId="1346680054" sldId="554"/>
            <ac:spMk id="86" creationId="{2F2BA9C7-8983-9627-2EE9-42892FB951EE}"/>
          </ac:spMkLst>
        </pc:spChg>
        <pc:picChg chg="add mod">
          <ac:chgData name="YIP Pak Kei" userId="84071794-bab4-4b42-9f59-0a1beb5d37e7" providerId="ADAL" clId="{327E37EB-F7D8-42A2-B640-10DB968EB23A}" dt="2025-09-30T02:24:01.564" v="7182" actId="1035"/>
          <ac:picMkLst>
            <pc:docMk/>
            <pc:sldMk cId="1346680054" sldId="554"/>
            <ac:picMk id="87" creationId="{E0D521E3-E76D-41C8-4999-FFCA6BB9A645}"/>
          </ac:picMkLst>
        </pc:picChg>
        <pc:cxnChg chg="mod">
          <ac:chgData name="YIP Pak Kei" userId="84071794-bab4-4b42-9f59-0a1beb5d37e7" providerId="ADAL" clId="{327E37EB-F7D8-42A2-B640-10DB968EB23A}" dt="2025-09-30T02:22:17.559" v="7164" actId="1038"/>
          <ac:cxnSpMkLst>
            <pc:docMk/>
            <pc:sldMk cId="1346680054" sldId="554"/>
            <ac:cxnSpMk id="78" creationId="{7EB19912-D842-38E9-96CD-F4CC33CB6658}"/>
          </ac:cxnSpMkLst>
        </pc:cxnChg>
      </pc:sldChg>
      <pc:sldChg chg="new del">
        <pc:chgData name="YIP Pak Kei" userId="84071794-bab4-4b42-9f59-0a1beb5d37e7" providerId="ADAL" clId="{327E37EB-F7D8-42A2-B640-10DB968EB23A}" dt="2025-09-28T16:38:13.308" v="2376" actId="680"/>
        <pc:sldMkLst>
          <pc:docMk/>
          <pc:sldMk cId="3540126451" sldId="554"/>
        </pc:sldMkLst>
      </pc:sldChg>
      <pc:sldChg chg="new del">
        <pc:chgData name="YIP Pak Kei" userId="84071794-bab4-4b42-9f59-0a1beb5d37e7" providerId="ADAL" clId="{327E37EB-F7D8-42A2-B640-10DB968EB23A}" dt="2025-09-28T16:38:06.391" v="2374" actId="680"/>
        <pc:sldMkLst>
          <pc:docMk/>
          <pc:sldMk cId="4133777469" sldId="554"/>
        </pc:sldMkLst>
      </pc:sldChg>
    </pc:docChg>
  </pc:docChgLst>
</pc:chgInfo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.xlsx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package" Target="../embeddings/Microsoft_Excel_Worksheet1.xlsx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 sz="1600" dirty="0"/>
              <a:t>DPD: 30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zh-HK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none"/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0.17</c:v>
                </c:pt>
                <c:pt idx="5">
                  <c:v>0.28000000000000003</c:v>
                </c:pt>
                <c:pt idx="6">
                  <c:v>0.28000000000000003</c:v>
                </c:pt>
                <c:pt idx="7">
                  <c:v>0.28000000000000003</c:v>
                </c:pt>
                <c:pt idx="8">
                  <c:v>0.28000000000000003</c:v>
                </c:pt>
                <c:pt idx="9">
                  <c:v>0.28000000000000003</c:v>
                </c:pt>
                <c:pt idx="10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E8F7-4D27-B2A3-95286ED5834D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28601792"/>
        <c:axId val="1628600832"/>
      </c:lineChart>
      <c:catAx>
        <c:axId val="1628601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197" b="1" i="0" u="none" strike="noStrike" kern="1200" cap="all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dirty="0"/>
                  <a:t>Mob (Months on Book)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cap="all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H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1628600832"/>
        <c:crosses val="autoZero"/>
        <c:auto val="1"/>
        <c:lblAlgn val="ctr"/>
        <c:lblOffset val="100"/>
        <c:tickMarkSkip val="1"/>
        <c:noMultiLvlLbl val="0"/>
      </c:catAx>
      <c:valAx>
        <c:axId val="1628600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97" b="1" i="0" u="none" strike="noStrike" kern="1200" cap="all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 sz="1000" dirty="0"/>
                  <a:t>Bad Rate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cap="all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H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8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1628601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zh-HK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128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DPD: 30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28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zh-HK"/>
        </a:p>
      </c:txPr>
    </c:title>
    <c:autoTitleDeleted val="0"/>
    <c:plotArea>
      <c:layout/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bad rate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none"/>
          </c:marker>
          <c:cat>
            <c:numRef>
              <c:f>Sheet1!$A$2:$A$12</c:f>
              <c:numCache>
                <c:formatCode>General</c:formatCode>
                <c:ptCount val="11"/>
                <c:pt idx="0">
                  <c:v>0</c:v>
                </c:pt>
                <c:pt idx="1">
                  <c:v>1</c:v>
                </c:pt>
                <c:pt idx="2">
                  <c:v>2</c:v>
                </c:pt>
                <c:pt idx="3">
                  <c:v>3</c:v>
                </c:pt>
                <c:pt idx="4">
                  <c:v>4</c:v>
                </c:pt>
                <c:pt idx="5">
                  <c:v>5</c:v>
                </c:pt>
                <c:pt idx="6">
                  <c:v>6</c:v>
                </c:pt>
                <c:pt idx="7">
                  <c:v>7</c:v>
                </c:pt>
                <c:pt idx="8">
                  <c:v>8</c:v>
                </c:pt>
                <c:pt idx="9">
                  <c:v>9</c:v>
                </c:pt>
                <c:pt idx="10">
                  <c:v>10</c:v>
                </c:pt>
              </c:numCache>
            </c:numRef>
          </c:cat>
          <c:val>
            <c:numRef>
              <c:f>Sheet1!$B$2:$B$12</c:f>
              <c:numCache>
                <c:formatCode>General</c:formatCode>
                <c:ptCount val="11"/>
                <c:pt idx="0">
                  <c:v>0</c:v>
                </c:pt>
                <c:pt idx="1">
                  <c:v>0.02</c:v>
                </c:pt>
                <c:pt idx="2">
                  <c:v>0.05</c:v>
                </c:pt>
                <c:pt idx="3">
                  <c:v>0.1</c:v>
                </c:pt>
                <c:pt idx="4">
                  <c:v>0.17</c:v>
                </c:pt>
                <c:pt idx="5">
                  <c:v>0.28000000000000003</c:v>
                </c:pt>
                <c:pt idx="6">
                  <c:v>0.28000000000000003</c:v>
                </c:pt>
                <c:pt idx="7">
                  <c:v>0.28000000000000003</c:v>
                </c:pt>
                <c:pt idx="8">
                  <c:v>0.28000000000000003</c:v>
                </c:pt>
                <c:pt idx="9">
                  <c:v>0.28000000000000003</c:v>
                </c:pt>
                <c:pt idx="10">
                  <c:v>0.28000000000000003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4970-4C5B-A162-1C906F6E0F2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smooth val="0"/>
        <c:axId val="1628601792"/>
        <c:axId val="1628600832"/>
      </c:lineChart>
      <c:catAx>
        <c:axId val="1628601792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1197" b="1" i="0" u="none" strike="noStrike" kern="1200" cap="all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Mob (Months on Book)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1197" b="1" i="0" u="none" strike="noStrike" kern="1200" cap="all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H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lt1">
                <a:lumMod val="95000"/>
                <a:alpha val="10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1628600832"/>
        <c:crosses val="autoZero"/>
        <c:auto val="1"/>
        <c:lblAlgn val="ctr"/>
        <c:lblOffset val="100"/>
        <c:tickMarkSkip val="1"/>
        <c:noMultiLvlLbl val="0"/>
      </c:catAx>
      <c:valAx>
        <c:axId val="162860083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title>
          <c:tx>
            <c:rich>
              <a:bodyPr rot="-5400000" spcFirstLastPara="1" vertOverflow="ellipsis" vert="horz" wrap="square" anchor="ctr" anchorCtr="1"/>
              <a:lstStyle/>
              <a:p>
                <a:pPr>
                  <a:defRPr sz="1197" b="1" i="0" u="none" strike="noStrike" kern="1200" cap="all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r>
                  <a:rPr lang="en-US"/>
                  <a:t>Bad Rate</a:t>
                </a:r>
              </a:p>
            </c:rich>
          </c:tx>
          <c:overlay val="0"/>
          <c:spPr>
            <a:noFill/>
            <a:ln>
              <a:noFill/>
            </a:ln>
            <a:effectLst/>
          </c:spPr>
          <c:txPr>
            <a:bodyPr rot="-5400000" spcFirstLastPara="1" vertOverflow="ellipsis" vert="horz" wrap="square" anchor="ctr" anchorCtr="1"/>
            <a:lstStyle/>
            <a:p>
              <a:pPr>
                <a:defRPr sz="1197" b="1" i="0" u="none" strike="noStrike" kern="1200" cap="all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zh-HK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1197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zh-HK"/>
          </a:p>
        </c:txPr>
        <c:crossAx val="1628601792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zh-HK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33">
  <cs:axisTitle>
    <cs:lnRef idx="0"/>
    <cs:fillRef idx="0"/>
    <cs:effectRef idx="0"/>
    <cs:fontRef idx="minor">
      <a:schemeClr val="lt1">
        <a:lumMod val="85000"/>
      </a:schemeClr>
    </cs:fontRef>
    <cs:defRPr sz="1197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  <cs:defRPr sz="1197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330" kern="1200"/>
  </cs:chartArea>
  <cs:dataLabel>
    <cs:lnRef idx="0"/>
    <cs:fillRef idx="0"/>
    <cs:effectRef idx="0"/>
    <cs:fontRef idx="minor">
      <a:schemeClr val="lt1">
        <a:lumMod val="85000"/>
      </a:schemeClr>
    </cs:fontRef>
    <cs:defRPr sz="1197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1197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1197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1197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1197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2128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1197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1197" kern="1200"/>
  </cs:valueAxis>
  <cs:wall>
    <cs:lnRef idx="0"/>
    <cs:fillRef idx="0"/>
    <cs:effectRef idx="0"/>
    <cs:fontRef idx="minor">
      <a:schemeClr val="tx1"/>
    </cs:fontRef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F00BCFC-AFFD-334C-A183-6116BAFDF92B}" type="datetimeFigureOut">
              <a:rPr lang="en-US" smtClean="0"/>
              <a:t>9/30/2025</a:t>
            </a:fld>
            <a:endParaRPr lang="en-US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23C058E0-0852-DB43-83D6-BD76659FF1D8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1930685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HK" alt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23C058E0-0852-DB43-83D6-BD76659FF1D8}" type="slidenum">
              <a:rPr lang="en-US" smtClean="0"/>
              <a:t>1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25418120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2">
            <a:extLst>
              <a:ext uri="{FF2B5EF4-FFF2-40B4-BE49-F238E27FC236}">
                <a16:creationId xmlns:a16="http://schemas.microsoft.com/office/drawing/2014/main" id="{F51FEA09-E4BD-0741-D624-EED4A231C599}"/>
              </a:ext>
            </a:extLst>
          </p:cNvPr>
          <p:cNvSpPr/>
          <p:nvPr userDrawn="1"/>
        </p:nvSpPr>
        <p:spPr>
          <a:xfrm rot="10800000">
            <a:off x="853427" y="5650994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0"/>
                </a:schemeClr>
              </a:gs>
              <a:gs pos="99000">
                <a:schemeClr val="accent3">
                  <a:alpha val="71647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7" name="Freeform 9">
            <a:extLst>
              <a:ext uri="{FF2B5EF4-FFF2-40B4-BE49-F238E27FC236}">
                <a16:creationId xmlns:a16="http://schemas.microsoft.com/office/drawing/2014/main" id="{B707B5BA-AB15-D1EF-EBC5-F38FCE20FC52}"/>
              </a:ext>
            </a:extLst>
          </p:cNvPr>
          <p:cNvSpPr/>
          <p:nvPr userDrawn="1"/>
        </p:nvSpPr>
        <p:spPr>
          <a:xfrm rot="710202" flipV="1">
            <a:off x="-145573" y="4175628"/>
            <a:ext cx="6040007" cy="3240870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97000">
                <a:schemeClr val="accent3">
                  <a:lumMod val="50000"/>
                  <a:alpha val="21210"/>
                </a:schemeClr>
              </a:gs>
              <a:gs pos="72000">
                <a:schemeClr val="accent4">
                  <a:lumMod val="50000"/>
                </a:schemeClr>
              </a:gs>
              <a:gs pos="3000">
                <a:schemeClr val="accent6">
                  <a:alpha val="53787"/>
                </a:schemeClr>
              </a:gs>
            </a:gsLst>
            <a:lin ang="81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1AF73CC-B23B-6DCD-7E3E-8213485DF9B7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3104926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Freeform 1">
            <a:extLst>
              <a:ext uri="{FF2B5EF4-FFF2-40B4-BE49-F238E27FC236}">
                <a16:creationId xmlns:a16="http://schemas.microsoft.com/office/drawing/2014/main" id="{0319ECD0-7050-C18F-AC35-7F8DFA288A58}"/>
              </a:ext>
            </a:extLst>
          </p:cNvPr>
          <p:cNvSpPr/>
          <p:nvPr userDrawn="1"/>
        </p:nvSpPr>
        <p:spPr>
          <a:xfrm>
            <a:off x="-24334" y="3"/>
            <a:ext cx="12218983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1">
                  <a:alpha val="31889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8" name="Freeform 3">
            <a:extLst>
              <a:ext uri="{FF2B5EF4-FFF2-40B4-BE49-F238E27FC236}">
                <a16:creationId xmlns:a16="http://schemas.microsoft.com/office/drawing/2014/main" id="{332954FC-1C1B-B277-413F-3CBA66FD1EAD}"/>
              </a:ext>
            </a:extLst>
          </p:cNvPr>
          <p:cNvSpPr/>
          <p:nvPr userDrawn="1"/>
        </p:nvSpPr>
        <p:spPr>
          <a:xfrm flipH="1" flipV="1">
            <a:off x="-26982" y="9941"/>
            <a:ext cx="12218983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5011629 w 12218982"/>
              <a:gd name="connsiteY10" fmla="*/ 121918 h 6860673"/>
              <a:gd name="connsiteX11" fmla="*/ 4783396 w 12218982"/>
              <a:gd name="connsiteY11" fmla="*/ 139697 h 6860673"/>
              <a:gd name="connsiteX12" fmla="*/ 4570293 w 12218982"/>
              <a:gd name="connsiteY12" fmla="*/ 145085 h 6860673"/>
              <a:gd name="connsiteX13" fmla="*/ 692864 w 12218982"/>
              <a:gd name="connsiteY13" fmla="*/ 2723368 h 6860673"/>
              <a:gd name="connsiteX14" fmla="*/ 653810 w 12218982"/>
              <a:gd name="connsiteY14" fmla="*/ 2809752 h 6860673"/>
              <a:gd name="connsiteX15" fmla="*/ 633474 w 12218982"/>
              <a:gd name="connsiteY15" fmla="*/ 2851993 h 6860673"/>
              <a:gd name="connsiteX16" fmla="*/ 551923 w 12218982"/>
              <a:gd name="connsiteY16" fmla="*/ 3041708 h 6860673"/>
              <a:gd name="connsiteX17" fmla="*/ 532245 w 12218982"/>
              <a:gd name="connsiteY17" fmla="*/ 3101107 h 6860673"/>
              <a:gd name="connsiteX18" fmla="*/ 519820 w 12218982"/>
              <a:gd name="connsiteY18" fmla="*/ 3132620 h 6860673"/>
              <a:gd name="connsiteX19" fmla="*/ 242995 w 12218982"/>
              <a:gd name="connsiteY19" fmla="*/ 4701210 h 6860673"/>
              <a:gd name="connsiteX20" fmla="*/ 692864 w 12218982"/>
              <a:gd name="connsiteY20" fmla="*/ 6679052 h 6860673"/>
              <a:gd name="connsiteX21" fmla="*/ 784515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5278815" y="113616"/>
                  <a:pt x="5143479" y="115764"/>
                  <a:pt x="5011629" y="121918"/>
                </a:cubicBezTo>
                <a:lnTo>
                  <a:pt x="4783396" y="139697"/>
                </a:lnTo>
                <a:lnTo>
                  <a:pt x="4570293" y="145085"/>
                </a:lnTo>
                <a:cubicBezTo>
                  <a:pt x="2859647" y="231798"/>
                  <a:pt x="1397605" y="1260791"/>
                  <a:pt x="692864" y="2723368"/>
                </a:cubicBezTo>
                <a:lnTo>
                  <a:pt x="653810" y="2809752"/>
                </a:lnTo>
                <a:lnTo>
                  <a:pt x="633474" y="2851993"/>
                </a:lnTo>
                <a:cubicBezTo>
                  <a:pt x="600933" y="2920155"/>
                  <a:pt x="575052" y="2977311"/>
                  <a:pt x="551923" y="3041708"/>
                </a:cubicBezTo>
                <a:lnTo>
                  <a:pt x="532245" y="3101107"/>
                </a:lnTo>
                <a:lnTo>
                  <a:pt x="519820" y="3132620"/>
                </a:lnTo>
                <a:cubicBezTo>
                  <a:pt x="340732" y="3621732"/>
                  <a:pt x="242995" y="4150057"/>
                  <a:pt x="242995" y="4701210"/>
                </a:cubicBezTo>
                <a:cubicBezTo>
                  <a:pt x="242995" y="5409836"/>
                  <a:pt x="404560" y="6080725"/>
                  <a:pt x="692864" y="6679052"/>
                </a:cubicBezTo>
                <a:lnTo>
                  <a:pt x="784515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50000"/>
                </a:schemeClr>
              </a:gs>
              <a:gs pos="77000">
                <a:schemeClr val="accent3">
                  <a:lumMod val="25000"/>
                  <a:alpha val="0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9" name="Freeform 4">
            <a:extLst>
              <a:ext uri="{FF2B5EF4-FFF2-40B4-BE49-F238E27FC236}">
                <a16:creationId xmlns:a16="http://schemas.microsoft.com/office/drawing/2014/main" id="{9AD65933-4DAE-2A46-C7F9-2A20CB244088}"/>
              </a:ext>
            </a:extLst>
          </p:cNvPr>
          <p:cNvSpPr/>
          <p:nvPr userDrawn="1"/>
        </p:nvSpPr>
        <p:spPr>
          <a:xfrm>
            <a:off x="4603793" y="2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41000">
                <a:schemeClr val="accent5">
                  <a:alpha val="21000"/>
                </a:schemeClr>
              </a:gs>
              <a:gs pos="98000">
                <a:schemeClr val="accent5">
                  <a:lumMod val="50000"/>
                </a:schemeClr>
              </a:gs>
            </a:gsLst>
            <a:lin ang="13200000" scaled="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8" name="Freeform 5">
            <a:extLst>
              <a:ext uri="{FF2B5EF4-FFF2-40B4-BE49-F238E27FC236}">
                <a16:creationId xmlns:a16="http://schemas.microsoft.com/office/drawing/2014/main" id="{078C0FDD-401B-0E80-5823-215C99BAE6B2}"/>
              </a:ext>
            </a:extLst>
          </p:cNvPr>
          <p:cNvSpPr/>
          <p:nvPr userDrawn="1"/>
        </p:nvSpPr>
        <p:spPr>
          <a:xfrm rot="710202" flipH="1">
            <a:off x="6511239" y="-551340"/>
            <a:ext cx="5838132" cy="3132551"/>
          </a:xfrm>
          <a:custGeom>
            <a:avLst/>
            <a:gdLst>
              <a:gd name="connsiteX0" fmla="*/ 480125 w 6747252"/>
              <a:gd name="connsiteY0" fmla="*/ 0 h 3620355"/>
              <a:gd name="connsiteX1" fmla="*/ 6747252 w 6747252"/>
              <a:gd name="connsiteY1" fmla="*/ 1313462 h 3620355"/>
              <a:gd name="connsiteX2" fmla="*/ 6355443 w 6747252"/>
              <a:gd name="connsiteY2" fmla="*/ 1443581 h 3620355"/>
              <a:gd name="connsiteX3" fmla="*/ 4058536 w 6747252"/>
              <a:gd name="connsiteY3" fmla="*/ 2678500 h 3620355"/>
              <a:gd name="connsiteX4" fmla="*/ 33178 w 6747252"/>
              <a:gd name="connsiteY4" fmla="*/ 2369641 h 3620355"/>
              <a:gd name="connsiteX5" fmla="*/ 0 w 6747252"/>
              <a:gd name="connsiteY5" fmla="*/ 2290898 h 3620355"/>
              <a:gd name="connsiteX6" fmla="*/ 480125 w 6747252"/>
              <a:gd name="connsiteY6" fmla="*/ 0 h 362035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6747252" h="3620355">
                <a:moveTo>
                  <a:pt x="480125" y="0"/>
                </a:moveTo>
                <a:lnTo>
                  <a:pt x="6747252" y="1313462"/>
                </a:lnTo>
                <a:lnTo>
                  <a:pt x="6355443" y="1443581"/>
                </a:lnTo>
                <a:cubicBezTo>
                  <a:pt x="5476828" y="1758684"/>
                  <a:pt x="4659690" y="2192443"/>
                  <a:pt x="4058536" y="2678500"/>
                </a:cubicBezTo>
                <a:cubicBezTo>
                  <a:pt x="2102261" y="4268418"/>
                  <a:pt x="625747" y="3626023"/>
                  <a:pt x="33178" y="2369641"/>
                </a:cubicBezTo>
                <a:lnTo>
                  <a:pt x="0" y="2290898"/>
                </a:lnTo>
                <a:lnTo>
                  <a:pt x="480125" y="0"/>
                </a:lnTo>
                <a:close/>
              </a:path>
            </a:pathLst>
          </a:custGeom>
          <a:gradFill flip="none" rotWithShape="1">
            <a:gsLst>
              <a:gs pos="100000">
                <a:schemeClr val="accent4">
                  <a:lumMod val="75000"/>
                  <a:alpha val="19000"/>
                </a:schemeClr>
              </a:gs>
              <a:gs pos="0">
                <a:schemeClr val="accent6">
                  <a:alpha val="61994"/>
                </a:schemeClr>
              </a:gs>
            </a:gsLst>
            <a:lin ang="27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243584" y="2176272"/>
            <a:ext cx="9921240" cy="148132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42611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 altLang="zh-HK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693409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reeform 15">
            <a:extLst>
              <a:ext uri="{FF2B5EF4-FFF2-40B4-BE49-F238E27FC236}">
                <a16:creationId xmlns:a16="http://schemas.microsoft.com/office/drawing/2014/main" id="{079F0D65-9DED-1DC3-6E6D-E4AD5252A007}"/>
              </a:ext>
            </a:extLst>
          </p:cNvPr>
          <p:cNvSpPr/>
          <p:nvPr userDrawn="1"/>
        </p:nvSpPr>
        <p:spPr>
          <a:xfrm rot="16200000" flipV="1">
            <a:off x="6507451" y="1163359"/>
            <a:ext cx="6858000" cy="4531279"/>
          </a:xfrm>
          <a:custGeom>
            <a:avLst/>
            <a:gdLst>
              <a:gd name="connsiteX0" fmla="*/ 6858000 w 6858000"/>
              <a:gd name="connsiteY0" fmla="*/ 3150313 h 3750964"/>
              <a:gd name="connsiteX1" fmla="*/ 6858000 w 6858000"/>
              <a:gd name="connsiteY1" fmla="*/ 0 h 3750964"/>
              <a:gd name="connsiteX2" fmla="*/ 0 w 6858000"/>
              <a:gd name="connsiteY2" fmla="*/ 0 h 3750964"/>
              <a:gd name="connsiteX3" fmla="*/ 0 w 6858000"/>
              <a:gd name="connsiteY3" fmla="*/ 3220894 h 3750964"/>
              <a:gd name="connsiteX4" fmla="*/ 10973 w 6858000"/>
              <a:gd name="connsiteY4" fmla="*/ 3230398 h 3750964"/>
              <a:gd name="connsiteX5" fmla="*/ 1661251 w 6858000"/>
              <a:gd name="connsiteY5" fmla="*/ 3750927 h 3750964"/>
              <a:gd name="connsiteX6" fmla="*/ 4893397 w 6858000"/>
              <a:gd name="connsiteY6" fmla="*/ 2661368 h 3750964"/>
              <a:gd name="connsiteX7" fmla="*/ 6834019 w 6858000"/>
              <a:gd name="connsiteY7" fmla="*/ 3137932 h 3750964"/>
              <a:gd name="connsiteX8" fmla="*/ 6858000 w 6858000"/>
              <a:gd name="connsiteY8" fmla="*/ 3150313 h 375096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3750964">
                <a:moveTo>
                  <a:pt x="6858000" y="3150313"/>
                </a:moveTo>
                <a:lnTo>
                  <a:pt x="6858000" y="0"/>
                </a:lnTo>
                <a:lnTo>
                  <a:pt x="0" y="0"/>
                </a:lnTo>
                <a:lnTo>
                  <a:pt x="0" y="3220894"/>
                </a:lnTo>
                <a:lnTo>
                  <a:pt x="10973" y="3230398"/>
                </a:lnTo>
                <a:cubicBezTo>
                  <a:pt x="366756" y="3514112"/>
                  <a:pt x="933081" y="3754395"/>
                  <a:pt x="1661251" y="3750927"/>
                </a:cubicBezTo>
                <a:cubicBezTo>
                  <a:pt x="2955776" y="3744762"/>
                  <a:pt x="3514049" y="2682714"/>
                  <a:pt x="4893397" y="2661368"/>
                </a:cubicBezTo>
                <a:cubicBezTo>
                  <a:pt x="5755490" y="2648026"/>
                  <a:pt x="6380835" y="2908605"/>
                  <a:pt x="6834019" y="3137932"/>
                </a:cubicBezTo>
                <a:lnTo>
                  <a:pt x="6858000" y="3150313"/>
                </a:lnTo>
                <a:close/>
              </a:path>
            </a:pathLst>
          </a:custGeom>
          <a:solidFill>
            <a:schemeClr val="accent4">
              <a:alpha val="14239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5" name="Freeform 18">
            <a:extLst>
              <a:ext uri="{FF2B5EF4-FFF2-40B4-BE49-F238E27FC236}">
                <a16:creationId xmlns:a16="http://schemas.microsoft.com/office/drawing/2014/main" id="{9C605622-8F1F-632F-D5C0-1F2E7875EBA1}"/>
              </a:ext>
            </a:extLst>
          </p:cNvPr>
          <p:cNvSpPr/>
          <p:nvPr userDrawn="1"/>
        </p:nvSpPr>
        <p:spPr>
          <a:xfrm rot="5400000">
            <a:off x="6488397" y="1182412"/>
            <a:ext cx="6858000" cy="4493171"/>
          </a:xfrm>
          <a:custGeom>
            <a:avLst/>
            <a:gdLst>
              <a:gd name="connsiteX0" fmla="*/ 0 w 6858000"/>
              <a:gd name="connsiteY0" fmla="*/ 3300688 h 4744323"/>
              <a:gd name="connsiteX1" fmla="*/ 0 w 6858000"/>
              <a:gd name="connsiteY1" fmla="*/ 0 h 4744323"/>
              <a:gd name="connsiteX2" fmla="*/ 6858000 w 6858000"/>
              <a:gd name="connsiteY2" fmla="*/ 0 h 4744323"/>
              <a:gd name="connsiteX3" fmla="*/ 6858000 w 6858000"/>
              <a:gd name="connsiteY3" fmla="*/ 3130282 h 4744323"/>
              <a:gd name="connsiteX4" fmla="*/ 6685009 w 6858000"/>
              <a:gd name="connsiteY4" fmla="*/ 3177721 h 4744323"/>
              <a:gd name="connsiteX5" fmla="*/ 2944852 w 6858000"/>
              <a:gd name="connsiteY5" fmla="*/ 4744264 h 4744323"/>
              <a:gd name="connsiteX6" fmla="*/ 88593 w 6858000"/>
              <a:gd name="connsiteY6" fmla="*/ 3449517 h 4744323"/>
              <a:gd name="connsiteX7" fmla="*/ 0 w 6858000"/>
              <a:gd name="connsiteY7" fmla="*/ 3300688 h 474432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744323">
                <a:moveTo>
                  <a:pt x="0" y="3300688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3130282"/>
                </a:lnTo>
                <a:lnTo>
                  <a:pt x="6685009" y="3177721"/>
                </a:lnTo>
                <a:cubicBezTo>
                  <a:pt x="5333681" y="3615865"/>
                  <a:pt x="4498161" y="4736270"/>
                  <a:pt x="2944852" y="4744264"/>
                </a:cubicBezTo>
                <a:cubicBezTo>
                  <a:pt x="1511029" y="4751644"/>
                  <a:pt x="502120" y="4067469"/>
                  <a:pt x="88593" y="3449517"/>
                </a:cubicBezTo>
                <a:lnTo>
                  <a:pt x="0" y="3300688"/>
                </a:lnTo>
                <a:close/>
              </a:path>
            </a:pathLst>
          </a:custGeom>
          <a:gradFill flip="none" rotWithShape="1">
            <a:gsLst>
              <a:gs pos="4000">
                <a:schemeClr val="accent2">
                  <a:alpha val="23589"/>
                </a:schemeClr>
              </a:gs>
              <a:gs pos="79000">
                <a:schemeClr val="accent5">
                  <a:lumMod val="50000"/>
                  <a:alpha val="5218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6" name="Freeform 12">
            <a:extLst>
              <a:ext uri="{FF2B5EF4-FFF2-40B4-BE49-F238E27FC236}">
                <a16:creationId xmlns:a16="http://schemas.microsoft.com/office/drawing/2014/main" id="{919AB4B2-2D3A-FCB5-0314-CC465BCC0E5D}"/>
              </a:ext>
            </a:extLst>
          </p:cNvPr>
          <p:cNvSpPr/>
          <p:nvPr userDrawn="1"/>
        </p:nvSpPr>
        <p:spPr>
          <a:xfrm rot="5400000">
            <a:off x="6926381" y="1582291"/>
            <a:ext cx="6858001" cy="3693421"/>
          </a:xfrm>
          <a:custGeom>
            <a:avLst/>
            <a:gdLst>
              <a:gd name="connsiteX0" fmla="*/ 0 w 6858001"/>
              <a:gd name="connsiteY0" fmla="*/ 3437558 h 3693421"/>
              <a:gd name="connsiteX1" fmla="*/ 0 w 6858001"/>
              <a:gd name="connsiteY1" fmla="*/ 0 h 3693421"/>
              <a:gd name="connsiteX2" fmla="*/ 6858001 w 6858001"/>
              <a:gd name="connsiteY2" fmla="*/ 0 h 3693421"/>
              <a:gd name="connsiteX3" fmla="*/ 6858001 w 6858001"/>
              <a:gd name="connsiteY3" fmla="*/ 1982949 h 3693421"/>
              <a:gd name="connsiteX4" fmla="*/ 6594582 w 6858001"/>
              <a:gd name="connsiteY4" fmla="*/ 1960784 h 3693421"/>
              <a:gd name="connsiteX5" fmla="*/ 6223032 w 6858001"/>
              <a:gd name="connsiteY5" fmla="*/ 1954544 h 3693421"/>
              <a:gd name="connsiteX6" fmla="*/ 1449771 w 6858001"/>
              <a:gd name="connsiteY6" fmla="*/ 3693362 h 3693421"/>
              <a:gd name="connsiteX7" fmla="*/ 163899 w 6858001"/>
              <a:gd name="connsiteY7" fmla="*/ 3498289 h 3693421"/>
              <a:gd name="connsiteX8" fmla="*/ 0 w 6858001"/>
              <a:gd name="connsiteY8" fmla="*/ 3437558 h 369342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1" h="3693421">
                <a:moveTo>
                  <a:pt x="0" y="3437558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1982949"/>
                </a:lnTo>
                <a:lnTo>
                  <a:pt x="6594582" y="1960784"/>
                </a:lnTo>
                <a:cubicBezTo>
                  <a:pt x="6474164" y="1954657"/>
                  <a:pt x="6350346" y="1952415"/>
                  <a:pt x="6223032" y="1954544"/>
                </a:cubicBezTo>
                <a:cubicBezTo>
                  <a:pt x="4185999" y="1988612"/>
                  <a:pt x="3361537" y="3683524"/>
                  <a:pt x="1449771" y="3693362"/>
                </a:cubicBezTo>
                <a:cubicBezTo>
                  <a:pt x="971830" y="3695822"/>
                  <a:pt x="541102" y="3621442"/>
                  <a:pt x="163899" y="3498289"/>
                </a:cubicBezTo>
                <a:lnTo>
                  <a:pt x="0" y="3437558"/>
                </a:lnTo>
                <a:close/>
              </a:path>
            </a:pathLst>
          </a:custGeom>
          <a:gradFill>
            <a:gsLst>
              <a:gs pos="84000">
                <a:schemeClr val="accent4">
                  <a:alpha val="20000"/>
                </a:schemeClr>
              </a:gs>
              <a:gs pos="1000">
                <a:schemeClr val="accent6">
                  <a:alpha val="38000"/>
                </a:schemeClr>
              </a:gs>
              <a:gs pos="100000">
                <a:schemeClr val="accent6">
                  <a:alpha val="3349"/>
                </a:schemeClr>
              </a:gs>
            </a:gsLst>
            <a:lin ang="150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692257B9-FE58-1976-7115-17E05E5819EA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BAF040BB-6465-852C-B53C-074E90BB09D1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36192" y="832104"/>
            <a:ext cx="8878824" cy="1069848"/>
          </a:xfrm>
        </p:spPr>
        <p:txBody>
          <a:bodyPr anchor="b">
            <a:noAutofit/>
          </a:bodyPr>
          <a:lstStyle>
            <a:lvl1pPr>
              <a:defRPr sz="40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536192" y="2212848"/>
            <a:ext cx="6422136" cy="3282696"/>
          </a:xfrm>
        </p:spPr>
        <p:txBody>
          <a:bodyPr>
            <a:noAutofit/>
          </a:bodyPr>
          <a:lstStyle>
            <a:lvl1pPr marL="347463">
              <a:lnSpc>
                <a:spcPct val="150000"/>
              </a:lnSpc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9631674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Introdu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Freeform: Shape 24">
            <a:extLst>
              <a:ext uri="{FF2B5EF4-FFF2-40B4-BE49-F238E27FC236}">
                <a16:creationId xmlns:a16="http://schemas.microsoft.com/office/drawing/2014/main" id="{9BE68DE5-FB8F-C713-B589-69851789C6C5}"/>
              </a:ext>
            </a:extLst>
          </p:cNvPr>
          <p:cNvSpPr/>
          <p:nvPr userDrawn="1"/>
        </p:nvSpPr>
        <p:spPr>
          <a:xfrm>
            <a:off x="1" y="4852144"/>
            <a:ext cx="5681755" cy="2002200"/>
          </a:xfrm>
          <a:custGeom>
            <a:avLst/>
            <a:gdLst>
              <a:gd name="connsiteX0" fmla="*/ 320629 w 5681755"/>
              <a:gd name="connsiteY0" fmla="*/ 0 h 2002200"/>
              <a:gd name="connsiteX1" fmla="*/ 375829 w 5681755"/>
              <a:gd name="connsiteY1" fmla="*/ 158026 h 2002200"/>
              <a:gd name="connsiteX2" fmla="*/ 897491 w 5681755"/>
              <a:gd name="connsiteY2" fmla="*/ 961690 h 2002200"/>
              <a:gd name="connsiteX3" fmla="*/ 4054478 w 5681755"/>
              <a:gd name="connsiteY3" fmla="*/ 1474149 h 2002200"/>
              <a:gd name="connsiteX4" fmla="*/ 5679398 w 5681755"/>
              <a:gd name="connsiteY4" fmla="*/ 1986034 h 2002200"/>
              <a:gd name="connsiteX5" fmla="*/ 5681755 w 5681755"/>
              <a:gd name="connsiteY5" fmla="*/ 2002200 h 2002200"/>
              <a:gd name="connsiteX6" fmla="*/ 0 w 5681755"/>
              <a:gd name="connsiteY6" fmla="*/ 1989323 h 2002200"/>
              <a:gd name="connsiteX7" fmla="*/ 0 w 5681755"/>
              <a:gd name="connsiteY7" fmla="*/ 1952135 h 20022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5681755" h="2002200">
                <a:moveTo>
                  <a:pt x="320629" y="0"/>
                </a:moveTo>
                <a:lnTo>
                  <a:pt x="375829" y="158026"/>
                </a:lnTo>
                <a:cubicBezTo>
                  <a:pt x="503741" y="486192"/>
                  <a:pt x="688117" y="753054"/>
                  <a:pt x="897491" y="961690"/>
                </a:cubicBezTo>
                <a:cubicBezTo>
                  <a:pt x="1455821" y="1518049"/>
                  <a:pt x="3033468" y="1694058"/>
                  <a:pt x="4054478" y="1474149"/>
                </a:cubicBezTo>
                <a:cubicBezTo>
                  <a:pt x="5094564" y="1247948"/>
                  <a:pt x="5587838" y="1548928"/>
                  <a:pt x="5679398" y="1986034"/>
                </a:cubicBezTo>
                <a:lnTo>
                  <a:pt x="5681755" y="2002200"/>
                </a:lnTo>
                <a:lnTo>
                  <a:pt x="0" y="1989323"/>
                </a:lnTo>
                <a:lnTo>
                  <a:pt x="0" y="1952135"/>
                </a:lnTo>
                <a:close/>
              </a:path>
            </a:pathLst>
          </a:custGeom>
          <a:gradFill flip="none" rotWithShape="1">
            <a:gsLst>
              <a:gs pos="77000">
                <a:schemeClr val="accent3">
                  <a:lumMod val="25000"/>
                  <a:alpha val="0"/>
                </a:schemeClr>
              </a:gs>
              <a:gs pos="0">
                <a:schemeClr val="tx2">
                  <a:alpha val="7077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2" name="Freeform: Shape 21">
            <a:extLst>
              <a:ext uri="{FF2B5EF4-FFF2-40B4-BE49-F238E27FC236}">
                <a16:creationId xmlns:a16="http://schemas.microsoft.com/office/drawing/2014/main" id="{76B337A9-EA8E-4E30-3CF4-C681F9705934}"/>
              </a:ext>
            </a:extLst>
          </p:cNvPr>
          <p:cNvSpPr/>
          <p:nvPr userDrawn="1"/>
        </p:nvSpPr>
        <p:spPr>
          <a:xfrm>
            <a:off x="2" y="0"/>
            <a:ext cx="6392389" cy="3297866"/>
          </a:xfrm>
          <a:custGeom>
            <a:avLst/>
            <a:gdLst>
              <a:gd name="connsiteX0" fmla="*/ 0 w 6392389"/>
              <a:gd name="connsiteY0" fmla="*/ 0 h 3297866"/>
              <a:gd name="connsiteX1" fmla="*/ 6392389 w 6392389"/>
              <a:gd name="connsiteY1" fmla="*/ 0 h 3297866"/>
              <a:gd name="connsiteX2" fmla="*/ 6039257 w 6392389"/>
              <a:gd name="connsiteY2" fmla="*/ 205593 h 3297866"/>
              <a:gd name="connsiteX3" fmla="*/ 4044501 w 6392389"/>
              <a:gd name="connsiteY3" fmla="*/ 1885401 h 3297866"/>
              <a:gd name="connsiteX4" fmla="*/ 41384 w 6392389"/>
              <a:gd name="connsiteY4" fmla="*/ 2408804 h 3297866"/>
              <a:gd name="connsiteX5" fmla="*/ 0 w 6392389"/>
              <a:gd name="connsiteY5" fmla="*/ 2349004 h 329786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6392389" h="3297866">
                <a:moveTo>
                  <a:pt x="0" y="0"/>
                </a:moveTo>
                <a:lnTo>
                  <a:pt x="6392389" y="0"/>
                </a:lnTo>
                <a:lnTo>
                  <a:pt x="6039257" y="205593"/>
                </a:lnTo>
                <a:cubicBezTo>
                  <a:pt x="5243960" y="694220"/>
                  <a:pt x="4533171" y="1286369"/>
                  <a:pt x="4044501" y="1885401"/>
                </a:cubicBezTo>
                <a:cubicBezTo>
                  <a:pt x="2455953" y="3842789"/>
                  <a:pt x="879065" y="3516921"/>
                  <a:pt x="41384" y="2408804"/>
                </a:cubicBezTo>
                <a:lnTo>
                  <a:pt x="0" y="2349004"/>
                </a:lnTo>
                <a:close/>
              </a:path>
            </a:pathLst>
          </a:custGeom>
          <a:gradFill flip="none" rotWithShape="1">
            <a:gsLst>
              <a:gs pos="20000">
                <a:schemeClr val="accent3">
                  <a:lumMod val="25000"/>
                </a:schemeClr>
              </a:gs>
              <a:gs pos="100000">
                <a:schemeClr val="tx2">
                  <a:alpha val="54000"/>
                </a:schemeClr>
              </a:gs>
            </a:gsLst>
            <a:lin ang="10200000" scaled="0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5" name="Freeform: Shape 14">
            <a:extLst>
              <a:ext uri="{FF2B5EF4-FFF2-40B4-BE49-F238E27FC236}">
                <a16:creationId xmlns:a16="http://schemas.microsoft.com/office/drawing/2014/main" id="{3385D1DB-F6B1-8F65-1FDB-5CDD731A6DFC}"/>
              </a:ext>
            </a:extLst>
          </p:cNvPr>
          <p:cNvSpPr/>
          <p:nvPr userDrawn="1"/>
        </p:nvSpPr>
        <p:spPr>
          <a:xfrm>
            <a:off x="9517205" y="4"/>
            <a:ext cx="2674795" cy="6857999"/>
          </a:xfrm>
          <a:custGeom>
            <a:avLst/>
            <a:gdLst>
              <a:gd name="connsiteX0" fmla="*/ 2674793 w 2674794"/>
              <a:gd name="connsiteY0" fmla="*/ 0 h 6857999"/>
              <a:gd name="connsiteX1" fmla="*/ 2674794 w 2674794"/>
              <a:gd name="connsiteY1" fmla="*/ 6857999 h 6857999"/>
              <a:gd name="connsiteX2" fmla="*/ 1158844 w 2674794"/>
              <a:gd name="connsiteY2" fmla="*/ 6857999 h 6857999"/>
              <a:gd name="connsiteX3" fmla="*/ 1212639 w 2674794"/>
              <a:gd name="connsiteY3" fmla="*/ 6771304 h 6857999"/>
              <a:gd name="connsiteX4" fmla="*/ 1327460 w 2674794"/>
              <a:gd name="connsiteY4" fmla="*/ 6554527 h 6857999"/>
              <a:gd name="connsiteX5" fmla="*/ 545566 w 2674794"/>
              <a:gd name="connsiteY5" fmla="*/ 2293136 h 6857999"/>
              <a:gd name="connsiteX6" fmla="*/ 381787 w 2674794"/>
              <a:gd name="connsiteY6" fmla="*/ 3827 h 6857999"/>
              <a:gd name="connsiteX7" fmla="*/ 386161 w 2674794"/>
              <a:gd name="connsiteY7" fmla="*/ 0 h 685799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674794" h="6857999">
                <a:moveTo>
                  <a:pt x="2674793" y="0"/>
                </a:moveTo>
                <a:lnTo>
                  <a:pt x="2674794" y="6857999"/>
                </a:lnTo>
                <a:lnTo>
                  <a:pt x="1158844" y="6857999"/>
                </a:lnTo>
                <a:lnTo>
                  <a:pt x="1212639" y="6771304"/>
                </a:lnTo>
                <a:cubicBezTo>
                  <a:pt x="1256917" y="6696480"/>
                  <a:pt x="1295401" y="6624001"/>
                  <a:pt x="1327460" y="6554527"/>
                </a:cubicBezTo>
                <a:cubicBezTo>
                  <a:pt x="1840424" y="5442926"/>
                  <a:pt x="1337703" y="3374924"/>
                  <a:pt x="545566" y="2293136"/>
                </a:cubicBezTo>
                <a:cubicBezTo>
                  <a:pt x="-210423" y="1266170"/>
                  <a:pt x="-98154" y="469786"/>
                  <a:pt x="381787" y="3827"/>
                </a:cubicBezTo>
                <a:lnTo>
                  <a:pt x="386161" y="0"/>
                </a:lnTo>
                <a:close/>
              </a:path>
            </a:pathLst>
          </a:custGeom>
          <a:solidFill>
            <a:schemeClr val="tx2">
              <a:alpha val="32000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1" name="glass card">
            <a:extLst>
              <a:ext uri="{FF2B5EF4-FFF2-40B4-BE49-F238E27FC236}">
                <a16:creationId xmlns:a16="http://schemas.microsoft.com/office/drawing/2014/main" id="{BAC99002-32F5-F4C1-2519-F23274B0580C}"/>
              </a:ext>
            </a:extLst>
          </p:cNvPr>
          <p:cNvSpPr/>
          <p:nvPr userDrawn="1"/>
        </p:nvSpPr>
        <p:spPr>
          <a:xfrm>
            <a:off x="1365706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100000">
                <a:schemeClr val="bg1">
                  <a:alpha val="3000"/>
                </a:schemeClr>
              </a:gs>
              <a:gs pos="47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 altLang="zh-HK"/>
              <a:t>Click to edit Master subtitle style</a:t>
            </a:r>
            <a:endParaRPr lang="en-US" dirty="0"/>
          </a:p>
        </p:txBody>
      </p:sp>
      <p:sp>
        <p:nvSpPr>
          <p:cNvPr id="27" name="Freeform: Shape 26">
            <a:extLst>
              <a:ext uri="{FF2B5EF4-FFF2-40B4-BE49-F238E27FC236}">
                <a16:creationId xmlns:a16="http://schemas.microsoft.com/office/drawing/2014/main" id="{0DF239B3-DB66-3CD4-1BFE-4EBA82BC4A44}"/>
              </a:ext>
            </a:extLst>
          </p:cNvPr>
          <p:cNvSpPr/>
          <p:nvPr userDrawn="1"/>
        </p:nvSpPr>
        <p:spPr>
          <a:xfrm>
            <a:off x="0" y="5255335"/>
            <a:ext cx="2769195" cy="1602667"/>
          </a:xfrm>
          <a:custGeom>
            <a:avLst/>
            <a:gdLst>
              <a:gd name="connsiteX0" fmla="*/ 0 w 2769194"/>
              <a:gd name="connsiteY0" fmla="*/ 0 h 1602667"/>
              <a:gd name="connsiteX1" fmla="*/ 93250 w 2769194"/>
              <a:gd name="connsiteY1" fmla="*/ 101565 h 1602667"/>
              <a:gd name="connsiteX2" fmla="*/ 2646213 w 2769194"/>
              <a:gd name="connsiteY2" fmla="*/ 1567071 h 1602667"/>
              <a:gd name="connsiteX3" fmla="*/ 2769194 w 2769194"/>
              <a:gd name="connsiteY3" fmla="*/ 1602667 h 1602667"/>
              <a:gd name="connsiteX4" fmla="*/ 0 w 2769194"/>
              <a:gd name="connsiteY4" fmla="*/ 1602667 h 1602667"/>
              <a:gd name="connsiteX5" fmla="*/ 0 w 2769194"/>
              <a:gd name="connsiteY5" fmla="*/ 807120 h 16026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769194" h="1602667">
                <a:moveTo>
                  <a:pt x="0" y="0"/>
                </a:moveTo>
                <a:lnTo>
                  <a:pt x="93250" y="101565"/>
                </a:lnTo>
                <a:cubicBezTo>
                  <a:pt x="702540" y="735306"/>
                  <a:pt x="1672588" y="1259605"/>
                  <a:pt x="2646213" y="1567071"/>
                </a:cubicBezTo>
                <a:lnTo>
                  <a:pt x="2769194" y="1602667"/>
                </a:lnTo>
                <a:lnTo>
                  <a:pt x="0" y="1602667"/>
                </a:lnTo>
                <a:lnTo>
                  <a:pt x="0" y="807120"/>
                </a:lnTo>
                <a:close/>
              </a:path>
            </a:pathLst>
          </a:custGeom>
          <a:gradFill flip="none" rotWithShape="1">
            <a:gsLst>
              <a:gs pos="60000">
                <a:schemeClr val="accent3">
                  <a:alpha val="45000"/>
                </a:schemeClr>
              </a:gs>
              <a:gs pos="99000">
                <a:schemeClr val="accent5">
                  <a:alpha val="66721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4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82716990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2029968"/>
            <a:ext cx="9144000" cy="1069848"/>
          </a:xfrm>
        </p:spPr>
        <p:txBody>
          <a:bodyPr anchor="b">
            <a:noAutofit/>
          </a:bodyPr>
          <a:lstStyle>
            <a:lvl1pPr algn="ctr">
              <a:defRPr sz="48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560320" y="3803904"/>
            <a:ext cx="7068312" cy="758952"/>
          </a:xfrm>
        </p:spPr>
        <p:txBody>
          <a:bodyPr>
            <a:noAutofit/>
          </a:bodyPr>
          <a:lstStyle>
            <a:lvl1pPr marL="0" indent="0" algn="ctr">
              <a:buNone/>
              <a:defRPr sz="24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 altLang="zh-HK"/>
              <a:t>Click to edit Master subtitle style</a:t>
            </a:r>
            <a:endParaRPr lang="en-US" dirty="0"/>
          </a:p>
        </p:txBody>
      </p:sp>
      <p:sp>
        <p:nvSpPr>
          <p:cNvPr id="5" name="Freeform 3">
            <a:extLst>
              <a:ext uri="{FF2B5EF4-FFF2-40B4-BE49-F238E27FC236}">
                <a16:creationId xmlns:a16="http://schemas.microsoft.com/office/drawing/2014/main" id="{F1F20C20-DE23-6FE7-74A0-517218ACED7A}"/>
              </a:ext>
            </a:extLst>
          </p:cNvPr>
          <p:cNvSpPr/>
          <p:nvPr userDrawn="1"/>
        </p:nvSpPr>
        <p:spPr>
          <a:xfrm rot="10800000">
            <a:off x="-2" y="5019503"/>
            <a:ext cx="9676771" cy="18384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2917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0" name="Freeform 4">
            <a:extLst>
              <a:ext uri="{FF2B5EF4-FFF2-40B4-BE49-F238E27FC236}">
                <a16:creationId xmlns:a16="http://schemas.microsoft.com/office/drawing/2014/main" id="{98E2EA35-4179-2438-E1D1-02EFA8830FF9}"/>
              </a:ext>
            </a:extLst>
          </p:cNvPr>
          <p:cNvSpPr/>
          <p:nvPr userDrawn="1"/>
        </p:nvSpPr>
        <p:spPr>
          <a:xfrm flipV="1">
            <a:off x="2763045" y="6076116"/>
            <a:ext cx="3946673" cy="781884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accent4">
                  <a:lumMod val="75000"/>
                  <a:alpha val="46295"/>
                </a:schemeClr>
              </a:gs>
              <a:gs pos="33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1" name="Freeform 5">
            <a:extLst>
              <a:ext uri="{FF2B5EF4-FFF2-40B4-BE49-F238E27FC236}">
                <a16:creationId xmlns:a16="http://schemas.microsoft.com/office/drawing/2014/main" id="{A7C0B16B-87E9-E92C-62F3-D1844BEE5B2D}"/>
              </a:ext>
            </a:extLst>
          </p:cNvPr>
          <p:cNvSpPr/>
          <p:nvPr userDrawn="1"/>
        </p:nvSpPr>
        <p:spPr>
          <a:xfrm rot="10800000">
            <a:off x="5393054" y="6015979"/>
            <a:ext cx="4758727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2" name="Freeform 6">
            <a:extLst>
              <a:ext uri="{FF2B5EF4-FFF2-40B4-BE49-F238E27FC236}">
                <a16:creationId xmlns:a16="http://schemas.microsoft.com/office/drawing/2014/main" id="{51F4118C-3B46-F20B-EF12-E16F7513844C}"/>
              </a:ext>
            </a:extLst>
          </p:cNvPr>
          <p:cNvSpPr/>
          <p:nvPr userDrawn="1"/>
        </p:nvSpPr>
        <p:spPr>
          <a:xfrm rot="10800000" flipH="1">
            <a:off x="-2688" y="5263863"/>
            <a:ext cx="12192000" cy="1599109"/>
          </a:xfrm>
          <a:custGeom>
            <a:avLst/>
            <a:gdLst>
              <a:gd name="connsiteX0" fmla="*/ 1373073 w 12192000"/>
              <a:gd name="connsiteY0" fmla="*/ 1599066 h 1599109"/>
              <a:gd name="connsiteX1" fmla="*/ 4901233 w 12192000"/>
              <a:gd name="connsiteY1" fmla="*/ 313816 h 1599109"/>
              <a:gd name="connsiteX2" fmla="*/ 7629483 w 12192000"/>
              <a:gd name="connsiteY2" fmla="*/ 1209099 h 1599109"/>
              <a:gd name="connsiteX3" fmla="*/ 7664573 w 12192000"/>
              <a:gd name="connsiteY3" fmla="*/ 1222798 h 1599109"/>
              <a:gd name="connsiteX4" fmla="*/ 7753536 w 12192000"/>
              <a:gd name="connsiteY4" fmla="*/ 1277391 h 1599109"/>
              <a:gd name="connsiteX5" fmla="*/ 9091947 w 12192000"/>
              <a:gd name="connsiteY5" fmla="*/ 1582567 h 1599109"/>
              <a:gd name="connsiteX6" fmla="*/ 12094171 w 12192000"/>
              <a:gd name="connsiteY6" fmla="*/ 359476 h 1599109"/>
              <a:gd name="connsiteX7" fmla="*/ 12192000 w 12192000"/>
              <a:gd name="connsiteY7" fmla="*/ 342643 h 1599109"/>
              <a:gd name="connsiteX8" fmla="*/ 12192000 w 12192000"/>
              <a:gd name="connsiteY8" fmla="*/ 0 h 1599109"/>
              <a:gd name="connsiteX9" fmla="*/ 0 w 12192000"/>
              <a:gd name="connsiteY9" fmla="*/ 0 h 1599109"/>
              <a:gd name="connsiteX10" fmla="*/ 0 w 12192000"/>
              <a:gd name="connsiteY10" fmla="*/ 1274406 h 1599109"/>
              <a:gd name="connsiteX11" fmla="*/ 34662 w 12192000"/>
              <a:gd name="connsiteY11" fmla="*/ 1293889 h 1599109"/>
              <a:gd name="connsiteX12" fmla="*/ 1373073 w 12192000"/>
              <a:gd name="connsiteY12" fmla="*/ 1599066 h 159910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192000" h="1599109">
                <a:moveTo>
                  <a:pt x="1373073" y="1599066"/>
                </a:moveTo>
                <a:cubicBezTo>
                  <a:pt x="2786156" y="1591793"/>
                  <a:pt x="3395560" y="338997"/>
                  <a:pt x="4901233" y="313816"/>
                </a:cubicBezTo>
                <a:cubicBezTo>
                  <a:pt x="6312803" y="290208"/>
                  <a:pt x="7142906" y="993618"/>
                  <a:pt x="7629483" y="1209099"/>
                </a:cubicBezTo>
                <a:lnTo>
                  <a:pt x="7664573" y="1222798"/>
                </a:lnTo>
                <a:lnTo>
                  <a:pt x="7753536" y="1277391"/>
                </a:lnTo>
                <a:cubicBezTo>
                  <a:pt x="8110655" y="1460232"/>
                  <a:pt x="8562041" y="1585295"/>
                  <a:pt x="9091947" y="1582567"/>
                </a:cubicBezTo>
                <a:cubicBezTo>
                  <a:pt x="10328396" y="1576205"/>
                  <a:pt x="10949524" y="616237"/>
                  <a:pt x="12094171" y="359476"/>
                </a:cubicBezTo>
                <a:lnTo>
                  <a:pt x="12192000" y="342643"/>
                </a:lnTo>
                <a:lnTo>
                  <a:pt x="12192000" y="0"/>
                </a:lnTo>
                <a:lnTo>
                  <a:pt x="0" y="0"/>
                </a:lnTo>
                <a:lnTo>
                  <a:pt x="0" y="1274406"/>
                </a:lnTo>
                <a:lnTo>
                  <a:pt x="34662" y="1293889"/>
                </a:lnTo>
                <a:cubicBezTo>
                  <a:pt x="391780" y="1476730"/>
                  <a:pt x="843167" y="1601794"/>
                  <a:pt x="1373073" y="159906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69328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cxnSp>
        <p:nvCxnSpPr>
          <p:cNvPr id="13" name="Straight Connector 12">
            <a:extLst>
              <a:ext uri="{FF2B5EF4-FFF2-40B4-BE49-F238E27FC236}">
                <a16:creationId xmlns:a16="http://schemas.microsoft.com/office/drawing/2014/main" id="{CD0F8AA9-2207-2D4C-C2E0-FEF14E2D9ACF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095999" y="2597192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2275321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hart or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97974-B93C-4C96-B3F6-F69E3D6DE6C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A6FC6F2-80B4-49A7-9448-33FE2DF0E96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Autofit/>
          </a:bodyPr>
          <a:lstStyle/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4A4F769D-48D3-2655-40A4-674F657B741D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>
            <a:noAutofit/>
          </a:bodyPr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3FA0756-78EA-68DD-4650-F40EF5F2520E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>
            <a:noAutofit/>
          </a:bodyPr>
          <a:lstStyle/>
          <a:p>
            <a:r>
              <a:rPr lang="en-US"/>
              <a:t>Crypto: investing &amp; trading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3453403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Freeform 6">
            <a:extLst>
              <a:ext uri="{FF2B5EF4-FFF2-40B4-BE49-F238E27FC236}">
                <a16:creationId xmlns:a16="http://schemas.microsoft.com/office/drawing/2014/main" id="{77AD3460-2264-3A46-993B-9F2AACED0504}"/>
              </a:ext>
            </a:extLst>
          </p:cNvPr>
          <p:cNvSpPr/>
          <p:nvPr userDrawn="1"/>
        </p:nvSpPr>
        <p:spPr>
          <a:xfrm rot="10800000">
            <a:off x="5393055" y="5650994"/>
            <a:ext cx="6821472" cy="1207007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2" name="Freeform 7">
            <a:extLst>
              <a:ext uri="{FF2B5EF4-FFF2-40B4-BE49-F238E27FC236}">
                <a16:creationId xmlns:a16="http://schemas.microsoft.com/office/drawing/2014/main" id="{BBBF3E9C-CCEA-98FA-7F69-55AF07558021}"/>
              </a:ext>
            </a:extLst>
          </p:cNvPr>
          <p:cNvSpPr/>
          <p:nvPr userDrawn="1"/>
        </p:nvSpPr>
        <p:spPr>
          <a:xfrm flipH="1">
            <a:off x="-1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3" name="Freeform 9">
            <a:extLst>
              <a:ext uri="{FF2B5EF4-FFF2-40B4-BE49-F238E27FC236}">
                <a16:creationId xmlns:a16="http://schemas.microsoft.com/office/drawing/2014/main" id="{4F937A84-95EC-EB44-470A-C82AD8E99897}"/>
              </a:ext>
            </a:extLst>
          </p:cNvPr>
          <p:cNvSpPr/>
          <p:nvPr userDrawn="1"/>
        </p:nvSpPr>
        <p:spPr>
          <a:xfrm>
            <a:off x="-24334" y="2"/>
            <a:ext cx="12218983" cy="6860673"/>
          </a:xfrm>
          <a:custGeom>
            <a:avLst/>
            <a:gdLst>
              <a:gd name="connsiteX0" fmla="*/ 4456 w 12218982"/>
              <a:gd name="connsiteY0" fmla="*/ 0 h 6860673"/>
              <a:gd name="connsiteX1" fmla="*/ 3150735 w 12218982"/>
              <a:gd name="connsiteY1" fmla="*/ 0 h 6860673"/>
              <a:gd name="connsiteX2" fmla="*/ 3150734 w 12218982"/>
              <a:gd name="connsiteY2" fmla="*/ 1 h 6860673"/>
              <a:gd name="connsiteX3" fmla="*/ 3275209 w 12218982"/>
              <a:gd name="connsiteY3" fmla="*/ 1 h 6860673"/>
              <a:gd name="connsiteX4" fmla="*/ 3275209 w 12218982"/>
              <a:gd name="connsiteY4" fmla="*/ 0 h 6860673"/>
              <a:gd name="connsiteX5" fmla="*/ 12218982 w 12218982"/>
              <a:gd name="connsiteY5" fmla="*/ 0 h 6860673"/>
              <a:gd name="connsiteX6" fmla="*/ 12218982 w 12218982"/>
              <a:gd name="connsiteY6" fmla="*/ 1983013 h 6860673"/>
              <a:gd name="connsiteX7" fmla="*/ 12062259 w 12218982"/>
              <a:gd name="connsiteY7" fmla="*/ 2024385 h 6860673"/>
              <a:gd name="connsiteX8" fmla="*/ 10972986 w 12218982"/>
              <a:gd name="connsiteY8" fmla="*/ 2139627 h 6860673"/>
              <a:gd name="connsiteX9" fmla="*/ 5417726 w 12218982"/>
              <a:gd name="connsiteY9" fmla="*/ 115939 h 6860673"/>
              <a:gd name="connsiteX10" fmla="*/ 3916598 w 12218982"/>
              <a:gd name="connsiteY10" fmla="*/ 272807 h 6860673"/>
              <a:gd name="connsiteX11" fmla="*/ 3863345 w 12218982"/>
              <a:gd name="connsiteY11" fmla="*/ 286233 h 6860673"/>
              <a:gd name="connsiteX12" fmla="*/ 3729781 w 12218982"/>
              <a:gd name="connsiteY12" fmla="*/ 323286 h 6860673"/>
              <a:gd name="connsiteX13" fmla="*/ 1717096 w 12218982"/>
              <a:gd name="connsiteY13" fmla="*/ 1451719 h 6860673"/>
              <a:gd name="connsiteX14" fmla="*/ 708597 w 12218982"/>
              <a:gd name="connsiteY14" fmla="*/ 2695590 h 6860673"/>
              <a:gd name="connsiteX15" fmla="*/ 486880 w 12218982"/>
              <a:gd name="connsiteY15" fmla="*/ 3274865 h 6860673"/>
              <a:gd name="connsiteX16" fmla="*/ 365997 w 12218982"/>
              <a:gd name="connsiteY16" fmla="*/ 3984708 h 6860673"/>
              <a:gd name="connsiteX17" fmla="*/ 341340 w 12218982"/>
              <a:gd name="connsiteY17" fmla="*/ 4301231 h 6860673"/>
              <a:gd name="connsiteX18" fmla="*/ 341340 w 12218982"/>
              <a:gd name="connsiteY18" fmla="*/ 5007890 h 6860673"/>
              <a:gd name="connsiteX19" fmla="*/ 343276 w 12218982"/>
              <a:gd name="connsiteY19" fmla="*/ 5047516 h 6860673"/>
              <a:gd name="connsiteX20" fmla="*/ 814636 w 12218982"/>
              <a:gd name="connsiteY20" fmla="*/ 6666819 h 6860673"/>
              <a:gd name="connsiteX21" fmla="*/ 915601 w 12218982"/>
              <a:gd name="connsiteY21" fmla="*/ 6858000 h 6860673"/>
              <a:gd name="connsiteX22" fmla="*/ 341340 w 12218982"/>
              <a:gd name="connsiteY22" fmla="*/ 6858000 h 6860673"/>
              <a:gd name="connsiteX23" fmla="*/ 341340 w 12218982"/>
              <a:gd name="connsiteY23" fmla="*/ 6860673 h 6860673"/>
              <a:gd name="connsiteX24" fmla="*/ 4456 w 12218982"/>
              <a:gd name="connsiteY24" fmla="*/ 6860673 h 6860673"/>
              <a:gd name="connsiteX25" fmla="*/ 4456 w 12218982"/>
              <a:gd name="connsiteY25" fmla="*/ 2794000 h 6860673"/>
              <a:gd name="connsiteX26" fmla="*/ 0 w 12218982"/>
              <a:gd name="connsiteY26" fmla="*/ 2794000 h 6860673"/>
              <a:gd name="connsiteX27" fmla="*/ 0 w 12218982"/>
              <a:gd name="connsiteY27" fmla="*/ 2022550 h 6860673"/>
              <a:gd name="connsiteX28" fmla="*/ 4456 w 12218982"/>
              <a:gd name="connsiteY28" fmla="*/ 2022550 h 6860673"/>
              <a:gd name="connsiteX29" fmla="*/ 4456 w 12218982"/>
              <a:gd name="connsiteY29" fmla="*/ 1646989 h 6860673"/>
              <a:gd name="connsiteX30" fmla="*/ 4456 w 12218982"/>
              <a:gd name="connsiteY30" fmla="*/ 0 h 686067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</a:cxnLst>
            <a:rect l="l" t="t" r="r" b="b"/>
            <a:pathLst>
              <a:path w="12218982" h="6860673">
                <a:moveTo>
                  <a:pt x="4456" y="0"/>
                </a:moveTo>
                <a:lnTo>
                  <a:pt x="3150735" y="0"/>
                </a:lnTo>
                <a:lnTo>
                  <a:pt x="3150734" y="1"/>
                </a:lnTo>
                <a:lnTo>
                  <a:pt x="3275209" y="1"/>
                </a:lnTo>
                <a:lnTo>
                  <a:pt x="3275209" y="0"/>
                </a:lnTo>
                <a:lnTo>
                  <a:pt x="12218982" y="0"/>
                </a:lnTo>
                <a:lnTo>
                  <a:pt x="12218982" y="1983013"/>
                </a:lnTo>
                <a:lnTo>
                  <a:pt x="12062259" y="2024385"/>
                </a:lnTo>
                <a:cubicBezTo>
                  <a:pt x="11728036" y="2099441"/>
                  <a:pt x="11364094" y="2141640"/>
                  <a:pt x="10972986" y="2139627"/>
                </a:cubicBezTo>
                <a:cubicBezTo>
                  <a:pt x="8748018" y="2128176"/>
                  <a:pt x="7788484" y="155587"/>
                  <a:pt x="5417726" y="115939"/>
                </a:cubicBezTo>
                <a:cubicBezTo>
                  <a:pt x="4862080" y="106647"/>
                  <a:pt x="4363654" y="168899"/>
                  <a:pt x="3916598" y="272807"/>
                </a:cubicBezTo>
                <a:lnTo>
                  <a:pt x="3863345" y="286233"/>
                </a:lnTo>
                <a:lnTo>
                  <a:pt x="3729781" y="323286"/>
                </a:lnTo>
                <a:cubicBezTo>
                  <a:pt x="3036967" y="532141"/>
                  <a:pt x="2352843" y="836886"/>
                  <a:pt x="1717096" y="1451719"/>
                </a:cubicBezTo>
                <a:cubicBezTo>
                  <a:pt x="1293264" y="1861607"/>
                  <a:pt x="966036" y="2282242"/>
                  <a:pt x="708597" y="2695590"/>
                </a:cubicBezTo>
                <a:cubicBezTo>
                  <a:pt x="593502" y="2938109"/>
                  <a:pt x="544310" y="3015870"/>
                  <a:pt x="486880" y="3274865"/>
                </a:cubicBezTo>
                <a:cubicBezTo>
                  <a:pt x="434927" y="3498394"/>
                  <a:pt x="385149" y="3635910"/>
                  <a:pt x="365997" y="3984708"/>
                </a:cubicBezTo>
                <a:lnTo>
                  <a:pt x="341340" y="4301231"/>
                </a:lnTo>
                <a:lnTo>
                  <a:pt x="341340" y="5007890"/>
                </a:lnTo>
                <a:cubicBezTo>
                  <a:pt x="341985" y="5021099"/>
                  <a:pt x="342631" y="5034307"/>
                  <a:pt x="343276" y="5047516"/>
                </a:cubicBezTo>
                <a:cubicBezTo>
                  <a:pt x="393784" y="5666740"/>
                  <a:pt x="577442" y="6188267"/>
                  <a:pt x="814636" y="6666819"/>
                </a:cubicBezTo>
                <a:lnTo>
                  <a:pt x="915601" y="6858000"/>
                </a:lnTo>
                <a:lnTo>
                  <a:pt x="341340" y="6858000"/>
                </a:lnTo>
                <a:lnTo>
                  <a:pt x="341340" y="6860673"/>
                </a:lnTo>
                <a:lnTo>
                  <a:pt x="4456" y="6860673"/>
                </a:lnTo>
                <a:lnTo>
                  <a:pt x="4456" y="2794000"/>
                </a:lnTo>
                <a:lnTo>
                  <a:pt x="0" y="2794000"/>
                </a:lnTo>
                <a:lnTo>
                  <a:pt x="0" y="2022550"/>
                </a:lnTo>
                <a:lnTo>
                  <a:pt x="4456" y="2022550"/>
                </a:lnTo>
                <a:lnTo>
                  <a:pt x="4456" y="1646989"/>
                </a:lnTo>
                <a:lnTo>
                  <a:pt x="4456" y="0"/>
                </a:lnTo>
                <a:close/>
              </a:path>
            </a:pathLst>
          </a:custGeom>
          <a:gradFill>
            <a:gsLst>
              <a:gs pos="0">
                <a:schemeClr val="accent3">
                  <a:lumMod val="25000"/>
                  <a:alpha val="60164"/>
                </a:schemeClr>
              </a:gs>
              <a:gs pos="77000">
                <a:schemeClr val="accent3">
                  <a:lumMod val="25000"/>
                  <a:alpha val="29492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4" name="Freeform 10">
            <a:extLst>
              <a:ext uri="{FF2B5EF4-FFF2-40B4-BE49-F238E27FC236}">
                <a16:creationId xmlns:a16="http://schemas.microsoft.com/office/drawing/2014/main" id="{A9BF091C-5F88-B50F-03BB-284950253993}"/>
              </a:ext>
            </a:extLst>
          </p:cNvPr>
          <p:cNvSpPr/>
          <p:nvPr userDrawn="1"/>
        </p:nvSpPr>
        <p:spPr>
          <a:xfrm flipV="1">
            <a:off x="204061" y="5377862"/>
            <a:ext cx="7471211" cy="1480138"/>
          </a:xfrm>
          <a:custGeom>
            <a:avLst/>
            <a:gdLst>
              <a:gd name="connsiteX0" fmla="*/ 1910385 w 3946673"/>
              <a:gd name="connsiteY0" fmla="*/ 781847 h 781884"/>
              <a:gd name="connsiteX1" fmla="*/ 3855031 w 3946673"/>
              <a:gd name="connsiteY1" fmla="*/ 44786 h 781884"/>
              <a:gd name="connsiteX2" fmla="*/ 3946673 w 3946673"/>
              <a:gd name="connsiteY2" fmla="*/ 0 h 781884"/>
              <a:gd name="connsiteX3" fmla="*/ 0 w 3946673"/>
              <a:gd name="connsiteY3" fmla="*/ 0 h 781884"/>
              <a:gd name="connsiteX4" fmla="*/ 54644 w 3946673"/>
              <a:gd name="connsiteY4" fmla="*/ 67939 h 781884"/>
              <a:gd name="connsiteX5" fmla="*/ 1910385 w 3946673"/>
              <a:gd name="connsiteY5" fmla="*/ 781847 h 78188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946673" h="781884">
                <a:moveTo>
                  <a:pt x="1910385" y="781847"/>
                </a:moveTo>
                <a:cubicBezTo>
                  <a:pt x="2719463" y="777993"/>
                  <a:pt x="3240943" y="361686"/>
                  <a:pt x="3855031" y="44786"/>
                </a:cubicBezTo>
                <a:lnTo>
                  <a:pt x="3946673" y="0"/>
                </a:lnTo>
                <a:lnTo>
                  <a:pt x="0" y="0"/>
                </a:lnTo>
                <a:lnTo>
                  <a:pt x="54644" y="67939"/>
                </a:lnTo>
                <a:cubicBezTo>
                  <a:pt x="372182" y="426203"/>
                  <a:pt x="1020399" y="786086"/>
                  <a:pt x="1910385" y="781847"/>
                </a:cubicBezTo>
                <a:close/>
              </a:path>
            </a:pathLst>
          </a:custGeom>
          <a:gradFill>
            <a:gsLst>
              <a:gs pos="66000">
                <a:schemeClr val="tx2">
                  <a:alpha val="8123"/>
                </a:schemeClr>
              </a:gs>
              <a:gs pos="33000">
                <a:schemeClr val="accent6">
                  <a:alpha val="13919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5" name="Freeform 16">
            <a:extLst>
              <a:ext uri="{FF2B5EF4-FFF2-40B4-BE49-F238E27FC236}">
                <a16:creationId xmlns:a16="http://schemas.microsoft.com/office/drawing/2014/main" id="{3FF8B459-35F5-072D-56FA-415EEABE6DC2}"/>
              </a:ext>
            </a:extLst>
          </p:cNvPr>
          <p:cNvSpPr/>
          <p:nvPr userDrawn="1"/>
        </p:nvSpPr>
        <p:spPr>
          <a:xfrm rot="10800000">
            <a:off x="-30287" y="4822580"/>
            <a:ext cx="12230888" cy="2040391"/>
          </a:xfrm>
          <a:custGeom>
            <a:avLst/>
            <a:gdLst>
              <a:gd name="connsiteX0" fmla="*/ 1751979 w 12230888"/>
              <a:gd name="connsiteY0" fmla="*/ 2040336 h 2040391"/>
              <a:gd name="connsiteX1" fmla="*/ 44227 w 12230888"/>
              <a:gd name="connsiteY1" fmla="*/ 1650944 h 2040391"/>
              <a:gd name="connsiteX2" fmla="*/ 0 w 12230888"/>
              <a:gd name="connsiteY2" fmla="*/ 1626084 h 2040391"/>
              <a:gd name="connsiteX3" fmla="*/ 0 w 12230888"/>
              <a:gd name="connsiteY3" fmla="*/ 0 h 2040391"/>
              <a:gd name="connsiteX4" fmla="*/ 12230888 w 12230888"/>
              <a:gd name="connsiteY4" fmla="*/ 0 h 2040391"/>
              <a:gd name="connsiteX5" fmla="*/ 12230888 w 12230888"/>
              <a:gd name="connsiteY5" fmla="*/ 1945571 h 2040391"/>
              <a:gd name="connsiteX6" fmla="*/ 12158569 w 12230888"/>
              <a:gd name="connsiteY6" fmla="*/ 1963333 h 2040391"/>
              <a:gd name="connsiteX7" fmla="*/ 11600914 w 12230888"/>
              <a:gd name="connsiteY7" fmla="*/ 2019284 h 2040391"/>
              <a:gd name="connsiteX8" fmla="*/ 9893162 w 12230888"/>
              <a:gd name="connsiteY8" fmla="*/ 1629893 h 2040391"/>
              <a:gd name="connsiteX9" fmla="*/ 9779649 w 12230888"/>
              <a:gd name="connsiteY9" fmla="*/ 1560235 h 2040391"/>
              <a:gd name="connsiteX10" fmla="*/ 9734876 w 12230888"/>
              <a:gd name="connsiteY10" fmla="*/ 1542756 h 2040391"/>
              <a:gd name="connsiteX11" fmla="*/ 6253752 w 12230888"/>
              <a:gd name="connsiteY11" fmla="*/ 400415 h 2040391"/>
              <a:gd name="connsiteX12" fmla="*/ 1751979 w 12230888"/>
              <a:gd name="connsiteY12" fmla="*/ 2040336 h 204039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12230888" h="2040391">
                <a:moveTo>
                  <a:pt x="1751979" y="2040336"/>
                </a:moveTo>
                <a:cubicBezTo>
                  <a:pt x="1075843" y="2043817"/>
                  <a:pt x="499894" y="1884241"/>
                  <a:pt x="44227" y="1650944"/>
                </a:cubicBezTo>
                <a:lnTo>
                  <a:pt x="0" y="1626084"/>
                </a:lnTo>
                <a:lnTo>
                  <a:pt x="0" y="0"/>
                </a:lnTo>
                <a:lnTo>
                  <a:pt x="12230888" y="0"/>
                </a:lnTo>
                <a:lnTo>
                  <a:pt x="12230888" y="1945571"/>
                </a:lnTo>
                <a:lnTo>
                  <a:pt x="12158569" y="1963333"/>
                </a:lnTo>
                <a:cubicBezTo>
                  <a:pt x="11983060" y="1998243"/>
                  <a:pt x="11798121" y="2018269"/>
                  <a:pt x="11600914" y="2019284"/>
                </a:cubicBezTo>
                <a:cubicBezTo>
                  <a:pt x="10924778" y="2022765"/>
                  <a:pt x="10348830" y="1863190"/>
                  <a:pt x="9893162" y="1629893"/>
                </a:cubicBezTo>
                <a:lnTo>
                  <a:pt x="9779649" y="1560235"/>
                </a:lnTo>
                <a:lnTo>
                  <a:pt x="9734876" y="1542756"/>
                </a:lnTo>
                <a:cubicBezTo>
                  <a:pt x="9114026" y="1267812"/>
                  <a:pt x="8054852" y="370292"/>
                  <a:pt x="6253752" y="400415"/>
                </a:cubicBezTo>
                <a:cubicBezTo>
                  <a:pt x="4332581" y="432545"/>
                  <a:pt x="3555009" y="2031056"/>
                  <a:pt x="1751979" y="2040336"/>
                </a:cubicBezTo>
                <a:close/>
              </a:path>
            </a:pathLst>
          </a:custGeom>
          <a:gradFill flip="none" rotWithShape="1">
            <a:gsLst>
              <a:gs pos="0">
                <a:schemeClr val="accent6">
                  <a:alpha val="23907"/>
                </a:schemeClr>
              </a:gs>
              <a:gs pos="85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6" name="Freeform 17">
            <a:extLst>
              <a:ext uri="{FF2B5EF4-FFF2-40B4-BE49-F238E27FC236}">
                <a16:creationId xmlns:a16="http://schemas.microsoft.com/office/drawing/2014/main" id="{73867BC1-390E-647F-B33F-8622748E6530}"/>
              </a:ext>
            </a:extLst>
          </p:cNvPr>
          <p:cNvSpPr/>
          <p:nvPr userDrawn="1"/>
        </p:nvSpPr>
        <p:spPr>
          <a:xfrm>
            <a:off x="0" y="0"/>
            <a:ext cx="12192000" cy="2035422"/>
          </a:xfrm>
          <a:custGeom>
            <a:avLst/>
            <a:gdLst>
              <a:gd name="connsiteX0" fmla="*/ 0 w 12192000"/>
              <a:gd name="connsiteY0" fmla="*/ 0 h 2035422"/>
              <a:gd name="connsiteX1" fmla="*/ 12192000 w 12192000"/>
              <a:gd name="connsiteY1" fmla="*/ 0 h 2035422"/>
              <a:gd name="connsiteX2" fmla="*/ 12192000 w 12192000"/>
              <a:gd name="connsiteY2" fmla="*/ 1759689 h 2035422"/>
              <a:gd name="connsiteX3" fmla="*/ 12103306 w 12192000"/>
              <a:gd name="connsiteY3" fmla="*/ 1729773 h 2035422"/>
              <a:gd name="connsiteX4" fmla="*/ 11659615 w 12192000"/>
              <a:gd name="connsiteY4" fmla="*/ 1535038 h 2035422"/>
              <a:gd name="connsiteX5" fmla="*/ 11521247 w 12192000"/>
              <a:gd name="connsiteY5" fmla="*/ 1450127 h 2035422"/>
              <a:gd name="connsiteX6" fmla="*/ 11466670 w 12192000"/>
              <a:gd name="connsiteY6" fmla="*/ 1428821 h 2035422"/>
              <a:gd name="connsiteX7" fmla="*/ 7223297 w 12192000"/>
              <a:gd name="connsiteY7" fmla="*/ 36346 h 2035422"/>
              <a:gd name="connsiteX8" fmla="*/ 1735787 w 12192000"/>
              <a:gd name="connsiteY8" fmla="*/ 2035354 h 2035422"/>
              <a:gd name="connsiteX9" fmla="*/ 97785 w 12192000"/>
              <a:gd name="connsiteY9" fmla="*/ 1755433 h 2035422"/>
              <a:gd name="connsiteX10" fmla="*/ 0 w 12192000"/>
              <a:gd name="connsiteY10" fmla="*/ 1715854 h 2035422"/>
              <a:gd name="connsiteX11" fmla="*/ 0 w 12192000"/>
              <a:gd name="connsiteY11" fmla="*/ 0 h 203542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</a:cxnLst>
            <a:rect l="l" t="t" r="r" b="b"/>
            <a:pathLst>
              <a:path w="12192000" h="2035422">
                <a:moveTo>
                  <a:pt x="0" y="0"/>
                </a:moveTo>
                <a:lnTo>
                  <a:pt x="12192000" y="0"/>
                </a:lnTo>
                <a:lnTo>
                  <a:pt x="12192000" y="1759689"/>
                </a:lnTo>
                <a:lnTo>
                  <a:pt x="12103306" y="1729773"/>
                </a:lnTo>
                <a:cubicBezTo>
                  <a:pt x="11946501" y="1671612"/>
                  <a:pt x="11798476" y="1606133"/>
                  <a:pt x="11659615" y="1535038"/>
                </a:cubicBezTo>
                <a:lnTo>
                  <a:pt x="11521247" y="1450127"/>
                </a:lnTo>
                <a:lnTo>
                  <a:pt x="11466670" y="1428821"/>
                </a:lnTo>
                <a:cubicBezTo>
                  <a:pt x="10709874" y="1093673"/>
                  <a:pt x="9418777" y="-373"/>
                  <a:pt x="7223297" y="36346"/>
                </a:cubicBezTo>
                <a:cubicBezTo>
                  <a:pt x="4881454" y="75511"/>
                  <a:pt x="3933620" y="2024042"/>
                  <a:pt x="1735787" y="2035354"/>
                </a:cubicBezTo>
                <a:cubicBezTo>
                  <a:pt x="1117647" y="2038536"/>
                  <a:pt x="568201" y="1929916"/>
                  <a:pt x="97785" y="1755433"/>
                </a:cubicBezTo>
                <a:lnTo>
                  <a:pt x="0" y="1715854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</a:schemeClr>
              </a:gs>
              <a:gs pos="99000">
                <a:schemeClr val="accent3">
                  <a:lumMod val="25000"/>
                </a:schemeClr>
              </a:gs>
              <a:gs pos="31000">
                <a:schemeClr val="accent6">
                  <a:alpha val="69328"/>
                </a:schemeClr>
              </a:gs>
              <a:gs pos="73000">
                <a:schemeClr val="accent5">
                  <a:lumMod val="50000"/>
                  <a:alpha val="42331"/>
                </a:schemeClr>
              </a:gs>
            </a:gsLst>
            <a:lin ang="108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7" name="Freeform 18">
            <a:extLst>
              <a:ext uri="{FF2B5EF4-FFF2-40B4-BE49-F238E27FC236}">
                <a16:creationId xmlns:a16="http://schemas.microsoft.com/office/drawing/2014/main" id="{FA6C5756-59FF-66C3-2611-3D7AB2049ABE}"/>
              </a:ext>
            </a:extLst>
          </p:cNvPr>
          <p:cNvSpPr/>
          <p:nvPr userDrawn="1"/>
        </p:nvSpPr>
        <p:spPr>
          <a:xfrm flipH="1">
            <a:off x="-1" y="0"/>
            <a:ext cx="11262111" cy="2139696"/>
          </a:xfrm>
          <a:custGeom>
            <a:avLst/>
            <a:gdLst>
              <a:gd name="connsiteX0" fmla="*/ 3062591 w 9676770"/>
              <a:gd name="connsiteY0" fmla="*/ 1838437 h 1838496"/>
              <a:gd name="connsiteX1" fmla="*/ 10485 w 9676770"/>
              <a:gd name="connsiteY1" fmla="*/ 104484 h 1838496"/>
              <a:gd name="connsiteX2" fmla="*/ 0 w 9676770"/>
              <a:gd name="connsiteY2" fmla="*/ 0 h 1838496"/>
              <a:gd name="connsiteX3" fmla="*/ 9676770 w 9676770"/>
              <a:gd name="connsiteY3" fmla="*/ 0 h 1838496"/>
              <a:gd name="connsiteX4" fmla="*/ 9676770 w 9676770"/>
              <a:gd name="connsiteY4" fmla="*/ 396354 h 1838496"/>
              <a:gd name="connsiteX5" fmla="*/ 9495267 w 9676770"/>
              <a:gd name="connsiteY5" fmla="*/ 334664 h 1838496"/>
              <a:gd name="connsiteX6" fmla="*/ 7835850 w 9676770"/>
              <a:gd name="connsiteY6" fmla="*/ 99619 h 1838496"/>
              <a:gd name="connsiteX7" fmla="*/ 3062591 w 9676770"/>
              <a:gd name="connsiteY7" fmla="*/ 1838437 h 18384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9676770" h="1838496">
                <a:moveTo>
                  <a:pt x="3062591" y="1838437"/>
                </a:moveTo>
                <a:cubicBezTo>
                  <a:pt x="1270312" y="1847662"/>
                  <a:pt x="141962" y="776331"/>
                  <a:pt x="10485" y="104484"/>
                </a:cubicBezTo>
                <a:lnTo>
                  <a:pt x="0" y="0"/>
                </a:lnTo>
                <a:lnTo>
                  <a:pt x="9676770" y="0"/>
                </a:lnTo>
                <a:lnTo>
                  <a:pt x="9676770" y="396354"/>
                </a:lnTo>
                <a:lnTo>
                  <a:pt x="9495267" y="334664"/>
                </a:lnTo>
                <a:cubicBezTo>
                  <a:pt x="9021588" y="187614"/>
                  <a:pt x="8472423" y="88973"/>
                  <a:pt x="7835850" y="99619"/>
                </a:cubicBezTo>
                <a:cubicBezTo>
                  <a:pt x="5798818" y="133686"/>
                  <a:pt x="4974355" y="1828598"/>
                  <a:pt x="3062591" y="1838437"/>
                </a:cubicBezTo>
                <a:close/>
              </a:path>
            </a:pathLst>
          </a:custGeom>
          <a:gradFill flip="none" rotWithShape="1">
            <a:gsLst>
              <a:gs pos="43000">
                <a:schemeClr val="accent3">
                  <a:lumMod val="25000"/>
                  <a:alpha val="50000"/>
                </a:schemeClr>
              </a:gs>
              <a:gs pos="73000">
                <a:schemeClr val="accent1">
                  <a:alpha val="11498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8" name="Freeform 19">
            <a:extLst>
              <a:ext uri="{FF2B5EF4-FFF2-40B4-BE49-F238E27FC236}">
                <a16:creationId xmlns:a16="http://schemas.microsoft.com/office/drawing/2014/main" id="{EF6D3160-DA6D-8CDA-3A13-8A43EC05449D}"/>
              </a:ext>
            </a:extLst>
          </p:cNvPr>
          <p:cNvSpPr/>
          <p:nvPr userDrawn="1"/>
        </p:nvSpPr>
        <p:spPr>
          <a:xfrm>
            <a:off x="1" y="7399"/>
            <a:ext cx="4758727" cy="842020"/>
          </a:xfrm>
          <a:custGeom>
            <a:avLst/>
            <a:gdLst>
              <a:gd name="connsiteX0" fmla="*/ 2449167 w 4758726"/>
              <a:gd name="connsiteY0" fmla="*/ 841961 h 842020"/>
              <a:gd name="connsiteX1" fmla="*/ 12024 w 4758726"/>
              <a:gd name="connsiteY1" fmla="*/ 11254 h 842020"/>
              <a:gd name="connsiteX2" fmla="*/ 0 w 4758726"/>
              <a:gd name="connsiteY2" fmla="*/ 0 h 842020"/>
              <a:gd name="connsiteX3" fmla="*/ 4758726 w 4758726"/>
              <a:gd name="connsiteY3" fmla="*/ 0 h 842020"/>
              <a:gd name="connsiteX4" fmla="*/ 4526601 w 4758726"/>
              <a:gd name="connsiteY4" fmla="*/ 141635 h 842020"/>
              <a:gd name="connsiteX5" fmla="*/ 2449167 w 4758726"/>
              <a:gd name="connsiteY5" fmla="*/ 841961 h 84202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758726" h="842020">
                <a:moveTo>
                  <a:pt x="2449167" y="841961"/>
                </a:moveTo>
                <a:cubicBezTo>
                  <a:pt x="1373800" y="847496"/>
                  <a:pt x="537447" y="464031"/>
                  <a:pt x="12024" y="11254"/>
                </a:cubicBezTo>
                <a:lnTo>
                  <a:pt x="0" y="0"/>
                </a:lnTo>
                <a:lnTo>
                  <a:pt x="4758726" y="0"/>
                </a:lnTo>
                <a:lnTo>
                  <a:pt x="4526601" y="141635"/>
                </a:lnTo>
                <a:cubicBezTo>
                  <a:pt x="3913845" y="510819"/>
                  <a:pt x="3285564" y="837657"/>
                  <a:pt x="2449167" y="841961"/>
                </a:cubicBezTo>
                <a:close/>
              </a:path>
            </a:pathLst>
          </a:custGeom>
          <a:gradFill>
            <a:gsLst>
              <a:gs pos="0">
                <a:schemeClr val="tx2">
                  <a:alpha val="43000"/>
                </a:schemeClr>
              </a:gs>
              <a:gs pos="100000">
                <a:schemeClr val="accent6">
                  <a:alpha val="5300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86000" y="2752344"/>
            <a:ext cx="7763256" cy="1600200"/>
          </a:xfrm>
        </p:spPr>
        <p:txBody>
          <a:bodyPr anchor="t">
            <a:noAutofit/>
          </a:bodyPr>
          <a:lstStyle>
            <a:lvl1pPr algn="ctr">
              <a:lnSpc>
                <a:spcPct val="100000"/>
              </a:lnSpc>
              <a:defRPr sz="40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132320" y="4233672"/>
            <a:ext cx="2843784" cy="448056"/>
          </a:xfrm>
        </p:spPr>
        <p:txBody>
          <a:bodyPr>
            <a:noAutofit/>
          </a:bodyPr>
          <a:lstStyle>
            <a:lvl1pPr marL="0" indent="0" algn="r">
              <a:buNone/>
              <a:defRPr sz="20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 altLang="zh-HK"/>
              <a:t>Click to edit Master subtitle style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922757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Text Placeholder 50">
            <a:extLst>
              <a:ext uri="{FF2B5EF4-FFF2-40B4-BE49-F238E27FC236}">
                <a16:creationId xmlns:a16="http://schemas.microsoft.com/office/drawing/2014/main" id="{100A0D9B-ADC5-C41B-130F-1EA1EDE9F2E2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937260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695761 h 1856232"/>
              <a:gd name="connsiteX3" fmla="*/ 1933505 w 2093976"/>
              <a:gd name="connsiteY3" fmla="*/ 1856232 h 1856232"/>
              <a:gd name="connsiteX4" fmla="*/ 0 w 2093976"/>
              <a:gd name="connsiteY4" fmla="*/ 1856232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695761"/>
                </a:lnTo>
                <a:cubicBezTo>
                  <a:pt x="2093976" y="1784387"/>
                  <a:pt x="2022131" y="1856232"/>
                  <a:pt x="1933505" y="1856232"/>
                </a:cubicBezTo>
                <a:lnTo>
                  <a:pt x="0" y="1856232"/>
                </a:ln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506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57" name="Text Placeholder 56">
            <a:extLst>
              <a:ext uri="{FF2B5EF4-FFF2-40B4-BE49-F238E27FC236}">
                <a16:creationId xmlns:a16="http://schemas.microsoft.com/office/drawing/2014/main" id="{9AF8AEFF-3F3B-8AFC-621B-F653E2F1B744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727340" y="2478024"/>
            <a:ext cx="2098157" cy="702770"/>
          </a:xfrm>
          <a:custGeom>
            <a:avLst/>
            <a:gdLst>
              <a:gd name="connsiteX0" fmla="*/ 169182 w 2098157"/>
              <a:gd name="connsiteY0" fmla="*/ 0 h 702770"/>
              <a:gd name="connsiteX1" fmla="*/ 2098157 w 2098157"/>
              <a:gd name="connsiteY1" fmla="*/ 0 h 702770"/>
              <a:gd name="connsiteX2" fmla="*/ 2098157 w 2098157"/>
              <a:gd name="connsiteY2" fmla="*/ 702770 h 702770"/>
              <a:gd name="connsiteX3" fmla="*/ 2097025 w 2098157"/>
              <a:gd name="connsiteY3" fmla="*/ 702770 h 702770"/>
              <a:gd name="connsiteX4" fmla="*/ 503974 w 2098157"/>
              <a:gd name="connsiteY4" fmla="*/ 702770 h 702770"/>
              <a:gd name="connsiteX5" fmla="*/ 0 w 2098157"/>
              <a:gd name="connsiteY5" fmla="*/ 702770 h 702770"/>
              <a:gd name="connsiteX6" fmla="*/ 0 w 2098157"/>
              <a:gd name="connsiteY6" fmla="*/ 202766 h 702770"/>
              <a:gd name="connsiteX7" fmla="*/ 136581 w 2098157"/>
              <a:gd name="connsiteY7" fmla="*/ 3900 h 70277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70">
                <a:moveTo>
                  <a:pt x="169182" y="0"/>
                </a:moveTo>
                <a:lnTo>
                  <a:pt x="2098157" y="0"/>
                </a:lnTo>
                <a:lnTo>
                  <a:pt x="2098157" y="702770"/>
                </a:lnTo>
                <a:lnTo>
                  <a:pt x="2097025" y="702770"/>
                </a:lnTo>
                <a:lnTo>
                  <a:pt x="503974" y="702770"/>
                </a:lnTo>
                <a:lnTo>
                  <a:pt x="0" y="702770"/>
                </a:lnTo>
                <a:lnTo>
                  <a:pt x="0" y="202766"/>
                </a:lnTo>
                <a:cubicBezTo>
                  <a:pt x="0" y="104671"/>
                  <a:pt x="58634" y="22828"/>
                  <a:pt x="136581" y="3900"/>
                </a:cubicBezTo>
                <a:close/>
              </a:path>
            </a:pathLst>
          </a:custGeom>
          <a:solidFill>
            <a:schemeClr val="accent6"/>
          </a:solidFill>
          <a:ln w="12700">
            <a:solidFill>
              <a:schemeClr val="accent6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52" name="Text Placeholder 51">
            <a:extLst>
              <a:ext uri="{FF2B5EF4-FFF2-40B4-BE49-F238E27FC236}">
                <a16:creationId xmlns:a16="http://schemas.microsoft.com/office/drawing/2014/main" id="{C0111168-089D-E125-6CBB-0B288CE8D5B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31520" y="3236976"/>
            <a:ext cx="2093976" cy="1856232"/>
          </a:xfrm>
          <a:custGeom>
            <a:avLst/>
            <a:gdLst>
              <a:gd name="connsiteX0" fmla="*/ 0 w 2093976"/>
              <a:gd name="connsiteY0" fmla="*/ 0 h 1856232"/>
              <a:gd name="connsiteX1" fmla="*/ 2093976 w 2093976"/>
              <a:gd name="connsiteY1" fmla="*/ 0 h 1856232"/>
              <a:gd name="connsiteX2" fmla="*/ 2093976 w 2093976"/>
              <a:gd name="connsiteY2" fmla="*/ 1856232 h 1856232"/>
              <a:gd name="connsiteX3" fmla="*/ 160471 w 2093976"/>
              <a:gd name="connsiteY3" fmla="*/ 1856232 h 1856232"/>
              <a:gd name="connsiteX4" fmla="*/ 0 w 2093976"/>
              <a:gd name="connsiteY4" fmla="*/ 1695761 h 185623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093976" h="1856232">
                <a:moveTo>
                  <a:pt x="0" y="0"/>
                </a:moveTo>
                <a:lnTo>
                  <a:pt x="2093976" y="0"/>
                </a:lnTo>
                <a:lnTo>
                  <a:pt x="2093976" y="1856232"/>
                </a:lnTo>
                <a:lnTo>
                  <a:pt x="160471" y="1856232"/>
                </a:lnTo>
                <a:cubicBezTo>
                  <a:pt x="71845" y="1856232"/>
                  <a:pt x="0" y="1784387"/>
                  <a:pt x="0" y="1695761"/>
                </a:cubicBezTo>
                <a:close/>
              </a:path>
            </a:pathLst>
          </a:custGeom>
          <a:ln w="12700">
            <a:solidFill>
              <a:schemeClr val="bg1"/>
            </a:solidFill>
          </a:ln>
        </p:spPr>
        <p:txBody>
          <a:bodyPr wrap="square" lIns="256032" tIns="201168" rIns="274320" anchor="t">
            <a:noAutofit/>
          </a:bodyPr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84932" y="2478024"/>
            <a:ext cx="2103120" cy="704088"/>
          </a:xfr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891791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047488" y="2478024"/>
            <a:ext cx="2103120" cy="704088"/>
          </a:xfrm>
          <a:solidFill>
            <a:schemeClr val="accent4"/>
          </a:solidFill>
          <a:ln w="12700">
            <a:solidFill>
              <a:schemeClr val="accent4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052060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210044" y="2478024"/>
            <a:ext cx="2103120" cy="704088"/>
          </a:xfrm>
          <a:solidFill>
            <a:schemeClr val="accent2"/>
          </a:solidFill>
          <a:ln w="12700">
            <a:solidFill>
              <a:schemeClr val="accent2"/>
            </a:solidFill>
          </a:ln>
        </p:spPr>
        <p:txBody>
          <a:bodyPr lIns="91440" tIns="45720" rIns="91440" bIns="4572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212331" y="3236976"/>
            <a:ext cx="2093976" cy="1856232"/>
          </a:xfrm>
          <a:ln w="12700">
            <a:solidFill>
              <a:schemeClr val="bg1"/>
            </a:solidFill>
          </a:ln>
        </p:spPr>
        <p:txBody>
          <a:bodyPr lIns="256032" tIns="201168" rIns="2743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55" name="Text Placeholder 54">
            <a:extLst>
              <a:ext uri="{FF2B5EF4-FFF2-40B4-BE49-F238E27FC236}">
                <a16:creationId xmlns:a16="http://schemas.microsoft.com/office/drawing/2014/main" id="{76A5CBAC-0099-3E8F-E44D-7B999D707964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9372600" y="2478027"/>
            <a:ext cx="2098157" cy="702769"/>
          </a:xfrm>
          <a:custGeom>
            <a:avLst/>
            <a:gdLst>
              <a:gd name="connsiteX0" fmla="*/ 0 w 2098157"/>
              <a:gd name="connsiteY0" fmla="*/ 0 h 702769"/>
              <a:gd name="connsiteX1" fmla="*/ 1928984 w 2098157"/>
              <a:gd name="connsiteY1" fmla="*/ 0 h 702769"/>
              <a:gd name="connsiteX2" fmla="*/ 1961576 w 2098157"/>
              <a:gd name="connsiteY2" fmla="*/ 3899 h 702769"/>
              <a:gd name="connsiteX3" fmla="*/ 2098157 w 2098157"/>
              <a:gd name="connsiteY3" fmla="*/ 202765 h 702769"/>
              <a:gd name="connsiteX4" fmla="*/ 2098157 w 2098157"/>
              <a:gd name="connsiteY4" fmla="*/ 702769 h 702769"/>
              <a:gd name="connsiteX5" fmla="*/ 1594183 w 2098157"/>
              <a:gd name="connsiteY5" fmla="*/ 702769 h 702769"/>
              <a:gd name="connsiteX6" fmla="*/ 1132 w 2098157"/>
              <a:gd name="connsiteY6" fmla="*/ 702769 h 702769"/>
              <a:gd name="connsiteX7" fmla="*/ 0 w 2098157"/>
              <a:gd name="connsiteY7" fmla="*/ 702769 h 7027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2098157" h="702769">
                <a:moveTo>
                  <a:pt x="0" y="0"/>
                </a:moveTo>
                <a:lnTo>
                  <a:pt x="1928984" y="0"/>
                </a:lnTo>
                <a:lnTo>
                  <a:pt x="1961576" y="3899"/>
                </a:lnTo>
                <a:cubicBezTo>
                  <a:pt x="2039523" y="22827"/>
                  <a:pt x="2098157" y="104670"/>
                  <a:pt x="2098157" y="202765"/>
                </a:cubicBezTo>
                <a:lnTo>
                  <a:pt x="2098157" y="702769"/>
                </a:lnTo>
                <a:lnTo>
                  <a:pt x="1594183" y="702769"/>
                </a:lnTo>
                <a:lnTo>
                  <a:pt x="1132" y="702769"/>
                </a:lnTo>
                <a:lnTo>
                  <a:pt x="0" y="702769"/>
                </a:lnTo>
                <a:close/>
              </a:path>
            </a:pathLst>
          </a:custGeom>
          <a:solidFill>
            <a:schemeClr val="tx2"/>
          </a:solidFill>
          <a:ln w="12700">
            <a:solidFill>
              <a:schemeClr val="tx2"/>
            </a:solidFill>
          </a:ln>
        </p:spPr>
        <p:txBody>
          <a:bodyPr wrap="square" lIns="91440" tIns="45720" rIns="91440" bIns="45720" anchor="ctr">
            <a:noAutofit/>
          </a:bodyPr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solidFill>
                  <a:schemeClr val="tx1"/>
                </a:solidFill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96690022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melin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53694F-11E9-3CF0-DCDE-FC7C6FAF569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792224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C652500-B558-F785-439F-12315F433125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38A96B1-64D5-11B6-BD02-AD31F317296F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cxnSp>
        <p:nvCxnSpPr>
          <p:cNvPr id="5" name="Straight Connector 4">
            <a:extLst>
              <a:ext uri="{FF2B5EF4-FFF2-40B4-BE49-F238E27FC236}">
                <a16:creationId xmlns:a16="http://schemas.microsoft.com/office/drawing/2014/main" id="{2C883D99-31C6-D5A2-D86A-FC9440CEA769}"/>
              </a:ext>
            </a:extLst>
          </p:cNvPr>
          <p:cNvCxnSpPr>
            <a:cxnSpLocks/>
          </p:cNvCxnSpPr>
          <p:nvPr userDrawn="1"/>
        </p:nvCxnSpPr>
        <p:spPr>
          <a:xfrm>
            <a:off x="1944008" y="3324115"/>
            <a:ext cx="2170451" cy="0"/>
          </a:xfrm>
          <a:prstGeom prst="line">
            <a:avLst/>
          </a:prstGeom>
          <a:ln w="12700">
            <a:solidFill>
              <a:schemeClr val="accent6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238AB5A6-6184-8A00-738A-9F575C1472CC}"/>
              </a:ext>
            </a:extLst>
          </p:cNvPr>
          <p:cNvCxnSpPr>
            <a:cxnSpLocks/>
          </p:cNvCxnSpPr>
          <p:nvPr userDrawn="1"/>
        </p:nvCxnSpPr>
        <p:spPr>
          <a:xfrm>
            <a:off x="4114459" y="3322646"/>
            <a:ext cx="2171700" cy="0"/>
          </a:xfrm>
          <a:prstGeom prst="line">
            <a:avLst/>
          </a:prstGeom>
          <a:ln w="12700">
            <a:solidFill>
              <a:schemeClr val="accent5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70BFB726-8911-1D40-8CAD-0678A3988661}"/>
              </a:ext>
            </a:extLst>
          </p:cNvPr>
          <p:cNvCxnSpPr>
            <a:cxnSpLocks/>
          </p:cNvCxnSpPr>
          <p:nvPr userDrawn="1"/>
        </p:nvCxnSpPr>
        <p:spPr>
          <a:xfrm>
            <a:off x="6286159" y="3322646"/>
            <a:ext cx="2161515" cy="14408"/>
          </a:xfrm>
          <a:prstGeom prst="line">
            <a:avLst/>
          </a:prstGeom>
          <a:ln w="12700">
            <a:solidFill>
              <a:schemeClr val="accent4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3A06BA5D-5C40-149B-0AE7-118CF43109F3}"/>
              </a:ext>
            </a:extLst>
          </p:cNvPr>
          <p:cNvCxnSpPr>
            <a:cxnSpLocks/>
          </p:cNvCxnSpPr>
          <p:nvPr userDrawn="1"/>
        </p:nvCxnSpPr>
        <p:spPr>
          <a:xfrm>
            <a:off x="8447674" y="3333307"/>
            <a:ext cx="2189197" cy="0"/>
          </a:xfrm>
          <a:prstGeom prst="line">
            <a:avLst/>
          </a:prstGeom>
          <a:ln w="12700">
            <a:solidFill>
              <a:schemeClr val="accent2"/>
            </a:solidFill>
            <a:prstDash val="soli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Oval 8">
            <a:extLst>
              <a:ext uri="{FF2B5EF4-FFF2-40B4-BE49-F238E27FC236}">
                <a16:creationId xmlns:a16="http://schemas.microsoft.com/office/drawing/2014/main" id="{0E1F9F84-FEDF-EE4B-151E-0BA753B313F2}"/>
              </a:ext>
            </a:extLst>
          </p:cNvPr>
          <p:cNvSpPr/>
          <p:nvPr userDrawn="1"/>
        </p:nvSpPr>
        <p:spPr>
          <a:xfrm>
            <a:off x="1349146" y="2715966"/>
            <a:ext cx="1218817" cy="121881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B5D1979A-4075-FDBC-DC21-B473A894753D}"/>
              </a:ext>
            </a:extLst>
          </p:cNvPr>
          <p:cNvSpPr/>
          <p:nvPr userDrawn="1"/>
        </p:nvSpPr>
        <p:spPr>
          <a:xfrm>
            <a:off x="3525169" y="2721006"/>
            <a:ext cx="1218817" cy="1218817"/>
          </a:xfrm>
          <a:prstGeom prst="ellipse">
            <a:avLst/>
          </a:prstGeom>
          <a:solidFill>
            <a:schemeClr val="accent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4253DC90-8B68-11F4-262C-EF788CC251ED}"/>
              </a:ext>
            </a:extLst>
          </p:cNvPr>
          <p:cNvSpPr/>
          <p:nvPr userDrawn="1"/>
        </p:nvSpPr>
        <p:spPr>
          <a:xfrm>
            <a:off x="5704018" y="2716979"/>
            <a:ext cx="1218817" cy="1218817"/>
          </a:xfrm>
          <a:prstGeom prst="ellipse">
            <a:avLst/>
          </a:prstGeom>
          <a:solidFill>
            <a:schemeClr val="accent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Oval 11">
            <a:extLst>
              <a:ext uri="{FF2B5EF4-FFF2-40B4-BE49-F238E27FC236}">
                <a16:creationId xmlns:a16="http://schemas.microsoft.com/office/drawing/2014/main" id="{8CEBAA34-A280-D694-891B-142A8D7FA33C}"/>
              </a:ext>
            </a:extLst>
          </p:cNvPr>
          <p:cNvSpPr/>
          <p:nvPr userDrawn="1"/>
        </p:nvSpPr>
        <p:spPr>
          <a:xfrm>
            <a:off x="7847697" y="2726017"/>
            <a:ext cx="1218817" cy="1218817"/>
          </a:xfrm>
          <a:prstGeom prst="ellipse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3" name="Oval 12">
            <a:extLst>
              <a:ext uri="{FF2B5EF4-FFF2-40B4-BE49-F238E27FC236}">
                <a16:creationId xmlns:a16="http://schemas.microsoft.com/office/drawing/2014/main" id="{DEC576C9-CAB6-8D5D-5976-B4CC1FB6B5C0}"/>
              </a:ext>
            </a:extLst>
          </p:cNvPr>
          <p:cNvSpPr/>
          <p:nvPr userDrawn="1"/>
        </p:nvSpPr>
        <p:spPr>
          <a:xfrm>
            <a:off x="10049321" y="2718522"/>
            <a:ext cx="1218817" cy="1218817"/>
          </a:xfrm>
          <a:prstGeom prst="ellipse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4" name="Oval 13">
            <a:extLst>
              <a:ext uri="{FF2B5EF4-FFF2-40B4-BE49-F238E27FC236}">
                <a16:creationId xmlns:a16="http://schemas.microsoft.com/office/drawing/2014/main" id="{0B3AAAB5-1B7C-5567-E7F2-E97DCAFEA821}"/>
              </a:ext>
            </a:extLst>
          </p:cNvPr>
          <p:cNvSpPr/>
          <p:nvPr userDrawn="1"/>
        </p:nvSpPr>
        <p:spPr>
          <a:xfrm flipH="1">
            <a:off x="1418423" y="278651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5" name="Oval 14">
            <a:extLst>
              <a:ext uri="{FF2B5EF4-FFF2-40B4-BE49-F238E27FC236}">
                <a16:creationId xmlns:a16="http://schemas.microsoft.com/office/drawing/2014/main" id="{C6E861CF-DCF3-E6B9-1438-583DC69FFA06}"/>
              </a:ext>
            </a:extLst>
          </p:cNvPr>
          <p:cNvSpPr/>
          <p:nvPr userDrawn="1"/>
        </p:nvSpPr>
        <p:spPr>
          <a:xfrm flipH="1">
            <a:off x="3593035" y="2791555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6" name="Oval 15">
            <a:extLst>
              <a:ext uri="{FF2B5EF4-FFF2-40B4-BE49-F238E27FC236}">
                <a16:creationId xmlns:a16="http://schemas.microsoft.com/office/drawing/2014/main" id="{0F4D24E5-CE49-C81C-1933-88384A77E742}"/>
              </a:ext>
            </a:extLst>
          </p:cNvPr>
          <p:cNvSpPr/>
          <p:nvPr userDrawn="1"/>
        </p:nvSpPr>
        <p:spPr>
          <a:xfrm flipH="1">
            <a:off x="5771885" y="2787528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7" name="Oval 16">
            <a:extLst>
              <a:ext uri="{FF2B5EF4-FFF2-40B4-BE49-F238E27FC236}">
                <a16:creationId xmlns:a16="http://schemas.microsoft.com/office/drawing/2014/main" id="{0F1CA68B-CB89-15A1-13F9-3DD65297D0BD}"/>
              </a:ext>
            </a:extLst>
          </p:cNvPr>
          <p:cNvSpPr/>
          <p:nvPr userDrawn="1"/>
        </p:nvSpPr>
        <p:spPr>
          <a:xfrm flipH="1">
            <a:off x="7915563" y="2796566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8" name="Oval 17">
            <a:extLst>
              <a:ext uri="{FF2B5EF4-FFF2-40B4-BE49-F238E27FC236}">
                <a16:creationId xmlns:a16="http://schemas.microsoft.com/office/drawing/2014/main" id="{3AD773FD-C1E4-FDB0-FDF1-0925375BE2A5}"/>
              </a:ext>
            </a:extLst>
          </p:cNvPr>
          <p:cNvSpPr/>
          <p:nvPr userDrawn="1"/>
        </p:nvSpPr>
        <p:spPr>
          <a:xfrm flipH="1">
            <a:off x="10129887" y="2789071"/>
            <a:ext cx="1071564" cy="1071564"/>
          </a:xfrm>
          <a:prstGeom prst="ellipse">
            <a:avLst/>
          </a:prstGeom>
          <a:noFill/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ACA633AF-3209-BF0D-1450-6A91ACC8533F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3807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0" name="Text Placeholder 11">
            <a:extLst>
              <a:ext uri="{FF2B5EF4-FFF2-40B4-BE49-F238E27FC236}">
                <a16:creationId xmlns:a16="http://schemas.microsoft.com/office/drawing/2014/main" id="{F70EFB68-D184-8E31-A027-F291D78776BF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1" name="Text Placeholder 11">
            <a:extLst>
              <a:ext uri="{FF2B5EF4-FFF2-40B4-BE49-F238E27FC236}">
                <a16:creationId xmlns:a16="http://schemas.microsoft.com/office/drawing/2014/main" id="{20FBF32C-8DDB-F094-1C74-FDE91B64F981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538728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2" name="Text Placeholder 11">
            <a:extLst>
              <a:ext uri="{FF2B5EF4-FFF2-40B4-BE49-F238E27FC236}">
                <a16:creationId xmlns:a16="http://schemas.microsoft.com/office/drawing/2014/main" id="{C5237567-8AEF-3966-7CED-5DA3ACD21E7B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538728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3" name="Text Placeholder 11">
            <a:extLst>
              <a:ext uri="{FF2B5EF4-FFF2-40B4-BE49-F238E27FC236}">
                <a16:creationId xmlns:a16="http://schemas.microsoft.com/office/drawing/2014/main" id="{7137587B-C03C-671F-AED7-4B974605AF4F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572414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4" name="Text Placeholder 11">
            <a:extLst>
              <a:ext uri="{FF2B5EF4-FFF2-40B4-BE49-F238E27FC236}">
                <a16:creationId xmlns:a16="http://schemas.microsoft.com/office/drawing/2014/main" id="{25D4A96A-10D9-D4AD-C775-61041F026BA1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572414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5" name="Text Placeholder 11">
            <a:extLst>
              <a:ext uri="{FF2B5EF4-FFF2-40B4-BE49-F238E27FC236}">
                <a16:creationId xmlns:a16="http://schemas.microsoft.com/office/drawing/2014/main" id="{81308FE1-98CC-9FD0-5CF1-5A8E61C5BA93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7872984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6" name="Text Placeholder 11">
            <a:extLst>
              <a:ext uri="{FF2B5EF4-FFF2-40B4-BE49-F238E27FC236}">
                <a16:creationId xmlns:a16="http://schemas.microsoft.com/office/drawing/2014/main" id="{B6FB197B-711E-A949-62E5-216CBC83FFBC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7872984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7" name="Text Placeholder 11">
            <a:extLst>
              <a:ext uri="{FF2B5EF4-FFF2-40B4-BE49-F238E27FC236}">
                <a16:creationId xmlns:a16="http://schemas.microsoft.com/office/drawing/2014/main" id="{BC5472B4-CBBF-AC70-5BA8-A0661E663D4A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10058400" y="4114800"/>
            <a:ext cx="1362456" cy="466344"/>
          </a:xfrm>
        </p:spPr>
        <p:txBody>
          <a:bodyPr lIns="91440" tIns="45720" rIns="91440" bIns="45720"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24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8" name="Text Placeholder 11">
            <a:extLst>
              <a:ext uri="{FF2B5EF4-FFF2-40B4-BE49-F238E27FC236}">
                <a16:creationId xmlns:a16="http://schemas.microsoft.com/office/drawing/2014/main" id="{C3CEEBDA-7860-91AD-704A-7A540E1E58F7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10058400" y="4599432"/>
            <a:ext cx="1362456" cy="740664"/>
          </a:xfrm>
        </p:spPr>
        <p:txBody>
          <a:bodyPr anchor="t"/>
          <a:lstStyle>
            <a:lvl1pPr marL="0" indent="0" algn="l">
              <a:lnSpc>
                <a:spcPct val="100000"/>
              </a:lnSpc>
              <a:spcBef>
                <a:spcPts val="0"/>
              </a:spcBef>
              <a:buNone/>
              <a:defRPr sz="14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0" name="Picture Placeholder 29">
            <a:extLst>
              <a:ext uri="{FF2B5EF4-FFF2-40B4-BE49-F238E27FC236}">
                <a16:creationId xmlns:a16="http://schemas.microsoft.com/office/drawing/2014/main" id="{DF918527-798D-3B40-E0EA-38C0AEBA6D7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1648147" y="3018954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1" name="Picture Placeholder 29">
            <a:extLst>
              <a:ext uri="{FF2B5EF4-FFF2-40B4-BE49-F238E27FC236}">
                <a16:creationId xmlns:a16="http://schemas.microsoft.com/office/drawing/2014/main" id="{B0D40292-F2DF-0641-6B78-370AC5C50094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380511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2" name="Picture Placeholder 29">
            <a:extLst>
              <a:ext uri="{FF2B5EF4-FFF2-40B4-BE49-F238E27FC236}">
                <a16:creationId xmlns:a16="http://schemas.microsoft.com/office/drawing/2014/main" id="{503DD6AB-C9B3-EBD7-080A-FB219B3812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95989" y="3026158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3" name="Picture Placeholder 29">
            <a:extLst>
              <a:ext uri="{FF2B5EF4-FFF2-40B4-BE49-F238E27FC236}">
                <a16:creationId xmlns:a16="http://schemas.microsoft.com/office/drawing/2014/main" id="{E61A9741-3B1C-111D-B260-CF7E7F223F8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8146207" y="3011109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4" name="Picture Placeholder 29">
            <a:extLst>
              <a:ext uri="{FF2B5EF4-FFF2-40B4-BE49-F238E27FC236}">
                <a16:creationId xmlns:a16="http://schemas.microsoft.com/office/drawing/2014/main" id="{E49C1AE1-BC78-2CE3-D292-61496AC727DE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10347831" y="3017032"/>
            <a:ext cx="621792" cy="621792"/>
          </a:xfrm>
        </p:spPr>
        <p:txBody>
          <a:bodyPr anchor="ctr"/>
          <a:lstStyle>
            <a:lvl1pPr marL="0" indent="0" algn="ctr">
              <a:buNone/>
              <a:defRPr sz="1000">
                <a:solidFill>
                  <a:schemeClr val="tx1"/>
                </a:solidFill>
              </a:defRPr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9" name="Text Placeholder 11">
            <a:extLst>
              <a:ext uri="{FF2B5EF4-FFF2-40B4-BE49-F238E27FC236}">
                <a16:creationId xmlns:a16="http://schemas.microsoft.com/office/drawing/2014/main" id="{3B71C9DC-B9E5-6C34-B451-BA2224CCDDE0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2350008" y="4279392"/>
            <a:ext cx="146304" cy="146304"/>
          </a:xfrm>
          <a:prstGeom prst="ellipse">
            <a:avLst/>
          </a:prstGeom>
          <a:solidFill>
            <a:schemeClr val="accent6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0596D87F-0114-685D-7F97-873DBA557947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4517136" y="4279392"/>
            <a:ext cx="146304" cy="146304"/>
          </a:xfrm>
          <a:prstGeom prst="ellipse">
            <a:avLst/>
          </a:prstGeom>
          <a:solidFill>
            <a:schemeClr val="accent5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5D4E3F00-5755-F2EF-97C8-0FE775CAE04E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6702552" y="4279392"/>
            <a:ext cx="146304" cy="146304"/>
          </a:xfrm>
          <a:prstGeom prst="ellipse">
            <a:avLst/>
          </a:prstGeom>
          <a:solidFill>
            <a:schemeClr val="accent4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29543A01-39BF-D362-26F8-BD1E7D0D3C86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8842248" y="4279392"/>
            <a:ext cx="146304" cy="146304"/>
          </a:xfrm>
          <a:prstGeom prst="ellipse">
            <a:avLst/>
          </a:prstGeom>
          <a:solidFill>
            <a:schemeClr val="accent2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BB6B72CD-75B9-D90F-4767-2141AEF3B201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11055096" y="4279392"/>
            <a:ext cx="146304" cy="146304"/>
          </a:xfrm>
          <a:prstGeom prst="ellipse">
            <a:avLst/>
          </a:prstGeom>
          <a:solidFill>
            <a:schemeClr val="accent1"/>
          </a:solidFill>
        </p:spPr>
        <p:txBody>
          <a:bodyPr lIns="0" tIns="0" rIns="0" bIns="0"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Font typeface="Arial" panose="020B0604020202020204" pitchFamily="34" charset="0"/>
              <a:buNone/>
              <a:defRPr sz="200" b="0" spc="0" baseline="0">
                <a:noFill/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129083199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Freeform 10">
            <a:extLst>
              <a:ext uri="{FF2B5EF4-FFF2-40B4-BE49-F238E27FC236}">
                <a16:creationId xmlns:a16="http://schemas.microsoft.com/office/drawing/2014/main" id="{89A27E14-C943-C294-334B-4D6A7500F3B5}"/>
              </a:ext>
            </a:extLst>
          </p:cNvPr>
          <p:cNvSpPr/>
          <p:nvPr userDrawn="1"/>
        </p:nvSpPr>
        <p:spPr>
          <a:xfrm rot="5400000">
            <a:off x="7383937" y="2039848"/>
            <a:ext cx="6858000" cy="2778304"/>
          </a:xfrm>
          <a:custGeom>
            <a:avLst/>
            <a:gdLst>
              <a:gd name="connsiteX0" fmla="*/ 0 w 6858000"/>
              <a:gd name="connsiteY0" fmla="*/ 1050199 h 2778304"/>
              <a:gd name="connsiteX1" fmla="*/ 0 w 6858000"/>
              <a:gd name="connsiteY1" fmla="*/ 0 h 2778304"/>
              <a:gd name="connsiteX2" fmla="*/ 6858000 w 6858000"/>
              <a:gd name="connsiteY2" fmla="*/ 0 h 2778304"/>
              <a:gd name="connsiteX3" fmla="*/ 6858000 w 6858000"/>
              <a:gd name="connsiteY3" fmla="*/ 1193215 h 2778304"/>
              <a:gd name="connsiteX4" fmla="*/ 6790588 w 6858000"/>
              <a:gd name="connsiteY4" fmla="*/ 1211701 h 2778304"/>
              <a:gd name="connsiteX5" fmla="*/ 3050431 w 6858000"/>
              <a:gd name="connsiteY5" fmla="*/ 2778245 h 2778304"/>
              <a:gd name="connsiteX6" fmla="*/ 37813 w 6858000"/>
              <a:gd name="connsiteY6" fmla="*/ 1183549 h 2778304"/>
              <a:gd name="connsiteX7" fmla="*/ 0 w 6858000"/>
              <a:gd name="connsiteY7" fmla="*/ 1050199 h 277830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2778304">
                <a:moveTo>
                  <a:pt x="0" y="1050199"/>
                </a:moveTo>
                <a:lnTo>
                  <a:pt x="0" y="0"/>
                </a:lnTo>
                <a:lnTo>
                  <a:pt x="6858000" y="0"/>
                </a:lnTo>
                <a:lnTo>
                  <a:pt x="6858000" y="1193215"/>
                </a:lnTo>
                <a:lnTo>
                  <a:pt x="6790588" y="1211701"/>
                </a:lnTo>
                <a:cubicBezTo>
                  <a:pt x="5439260" y="1649845"/>
                  <a:pt x="4603740" y="2770251"/>
                  <a:pt x="3050431" y="2778245"/>
                </a:cubicBezTo>
                <a:cubicBezTo>
                  <a:pt x="1377637" y="2786855"/>
                  <a:pt x="283199" y="1854180"/>
                  <a:pt x="37813" y="1183549"/>
                </a:cubicBezTo>
                <a:lnTo>
                  <a:pt x="0" y="1050199"/>
                </a:lnTo>
                <a:close/>
              </a:path>
            </a:pathLst>
          </a:custGeom>
          <a:gradFill flip="none" rotWithShape="1">
            <a:gsLst>
              <a:gs pos="26000">
                <a:schemeClr val="accent3">
                  <a:lumMod val="25000"/>
                </a:schemeClr>
              </a:gs>
              <a:gs pos="73000">
                <a:schemeClr val="accent1">
                  <a:alpha val="33146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1" name="Freeform 11">
            <a:extLst>
              <a:ext uri="{FF2B5EF4-FFF2-40B4-BE49-F238E27FC236}">
                <a16:creationId xmlns:a16="http://schemas.microsoft.com/office/drawing/2014/main" id="{BE5C5BCA-F960-4024-7215-2D2EFD0FEBF3}"/>
              </a:ext>
            </a:extLst>
          </p:cNvPr>
          <p:cNvSpPr/>
          <p:nvPr userDrawn="1"/>
        </p:nvSpPr>
        <p:spPr>
          <a:xfrm rot="16200000" flipV="1">
            <a:off x="7907199" y="2573198"/>
            <a:ext cx="6858000" cy="1711603"/>
          </a:xfrm>
          <a:custGeom>
            <a:avLst/>
            <a:gdLst>
              <a:gd name="connsiteX0" fmla="*/ 6858000 w 6858000"/>
              <a:gd name="connsiteY0" fmla="*/ 1010661 h 1711602"/>
              <a:gd name="connsiteX1" fmla="*/ 6858000 w 6858000"/>
              <a:gd name="connsiteY1" fmla="*/ 0 h 1711602"/>
              <a:gd name="connsiteX2" fmla="*/ 0 w 6858000"/>
              <a:gd name="connsiteY2" fmla="*/ 0 h 1711602"/>
              <a:gd name="connsiteX3" fmla="*/ 0 w 6858000"/>
              <a:gd name="connsiteY3" fmla="*/ 983884 h 1711602"/>
              <a:gd name="connsiteX4" fmla="*/ 11078 w 6858000"/>
              <a:gd name="connsiteY4" fmla="*/ 997657 h 1711602"/>
              <a:gd name="connsiteX5" fmla="*/ 1866819 w 6858000"/>
              <a:gd name="connsiteY5" fmla="*/ 1711565 h 1711602"/>
              <a:gd name="connsiteX6" fmla="*/ 5098965 w 6858000"/>
              <a:gd name="connsiteY6" fmla="*/ 622006 h 1711602"/>
              <a:gd name="connsiteX7" fmla="*/ 6746500 w 6858000"/>
              <a:gd name="connsiteY7" fmla="*/ 959665 h 1711602"/>
              <a:gd name="connsiteX8" fmla="*/ 6858000 w 6858000"/>
              <a:gd name="connsiteY8" fmla="*/ 1010661 h 171160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1711602">
                <a:moveTo>
                  <a:pt x="6858000" y="1010661"/>
                </a:moveTo>
                <a:lnTo>
                  <a:pt x="6858000" y="0"/>
                </a:lnTo>
                <a:lnTo>
                  <a:pt x="0" y="0"/>
                </a:lnTo>
                <a:lnTo>
                  <a:pt x="0" y="983884"/>
                </a:lnTo>
                <a:lnTo>
                  <a:pt x="11078" y="997657"/>
                </a:lnTo>
                <a:cubicBezTo>
                  <a:pt x="328616" y="1355920"/>
                  <a:pt x="976833" y="1715803"/>
                  <a:pt x="1866819" y="1711565"/>
                </a:cubicBezTo>
                <a:cubicBezTo>
                  <a:pt x="3161344" y="1705400"/>
                  <a:pt x="3719617" y="643352"/>
                  <a:pt x="5098965" y="622006"/>
                </a:cubicBezTo>
                <a:cubicBezTo>
                  <a:pt x="5788640" y="611332"/>
                  <a:pt x="6326795" y="775968"/>
                  <a:pt x="6746500" y="959665"/>
                </a:cubicBezTo>
                <a:lnTo>
                  <a:pt x="6858000" y="1010661"/>
                </a:lnTo>
                <a:close/>
              </a:path>
            </a:pathLst>
          </a:custGeom>
          <a:gradFill>
            <a:gsLst>
              <a:gs pos="79000">
                <a:schemeClr val="accent4">
                  <a:lumMod val="75000"/>
                  <a:alpha val="79763"/>
                </a:schemeClr>
              </a:gs>
              <a:gs pos="37000">
                <a:schemeClr val="accent3">
                  <a:lumMod val="25000"/>
                  <a:alpha val="27934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12" name="Freeform 13">
            <a:extLst>
              <a:ext uri="{FF2B5EF4-FFF2-40B4-BE49-F238E27FC236}">
                <a16:creationId xmlns:a16="http://schemas.microsoft.com/office/drawing/2014/main" id="{6F62D03F-D065-13FE-5D30-58C2523BD14D}"/>
              </a:ext>
            </a:extLst>
          </p:cNvPr>
          <p:cNvSpPr/>
          <p:nvPr userDrawn="1"/>
        </p:nvSpPr>
        <p:spPr>
          <a:xfrm rot="5400000">
            <a:off x="7877132" y="2543132"/>
            <a:ext cx="6858001" cy="1771739"/>
          </a:xfrm>
          <a:custGeom>
            <a:avLst/>
            <a:gdLst>
              <a:gd name="connsiteX0" fmla="*/ 0 w 6858001"/>
              <a:gd name="connsiteY0" fmla="*/ 1273784 h 1771739"/>
              <a:gd name="connsiteX1" fmla="*/ 0 w 6858001"/>
              <a:gd name="connsiteY1" fmla="*/ 0 h 1771739"/>
              <a:gd name="connsiteX2" fmla="*/ 6858001 w 6858001"/>
              <a:gd name="connsiteY2" fmla="*/ 0 h 1771739"/>
              <a:gd name="connsiteX3" fmla="*/ 6858001 w 6858001"/>
              <a:gd name="connsiteY3" fmla="*/ 34923 h 1771739"/>
              <a:gd name="connsiteX4" fmla="*/ 6735259 w 6858001"/>
              <a:gd name="connsiteY4" fmla="*/ 32862 h 1771739"/>
              <a:gd name="connsiteX5" fmla="*/ 1961998 w 6858001"/>
              <a:gd name="connsiteY5" fmla="*/ 1771680 h 1771739"/>
              <a:gd name="connsiteX6" fmla="*/ 151257 w 6858001"/>
              <a:gd name="connsiteY6" fmla="*/ 1358806 h 1771739"/>
              <a:gd name="connsiteX7" fmla="*/ 0 w 6858001"/>
              <a:gd name="connsiteY7" fmla="*/ 1273784 h 17717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1" h="1771739">
                <a:moveTo>
                  <a:pt x="0" y="1273784"/>
                </a:moveTo>
                <a:lnTo>
                  <a:pt x="0" y="0"/>
                </a:lnTo>
                <a:lnTo>
                  <a:pt x="6858001" y="0"/>
                </a:lnTo>
                <a:lnTo>
                  <a:pt x="6858001" y="34923"/>
                </a:lnTo>
                <a:lnTo>
                  <a:pt x="6735259" y="32862"/>
                </a:lnTo>
                <a:cubicBezTo>
                  <a:pt x="4698226" y="66929"/>
                  <a:pt x="3873763" y="1761840"/>
                  <a:pt x="1961998" y="1771680"/>
                </a:cubicBezTo>
                <a:cubicBezTo>
                  <a:pt x="1245087" y="1775370"/>
                  <a:pt x="634403" y="1606171"/>
                  <a:pt x="151257" y="1358806"/>
                </a:cubicBezTo>
                <a:lnTo>
                  <a:pt x="0" y="1273784"/>
                </a:lnTo>
                <a:close/>
              </a:path>
            </a:pathLst>
          </a:custGeom>
          <a:gradFill>
            <a:gsLst>
              <a:gs pos="32000">
                <a:schemeClr val="tx2">
                  <a:alpha val="48229"/>
                </a:schemeClr>
              </a:gs>
              <a:gs pos="100000">
                <a:schemeClr val="accent6">
                  <a:alpha val="48580"/>
                </a:schemeClr>
              </a:gs>
            </a:gsLst>
            <a:lin ang="132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3621024" cy="2578608"/>
          </a:xfrm>
        </p:spPr>
        <p:txBody>
          <a:bodyPr/>
          <a:lstStyle>
            <a:lvl1pPr marL="228594" indent="-228594">
              <a:defRPr sz="1800"/>
            </a:lvl1pPr>
            <a:lvl2pPr indent="-228594">
              <a:defRPr sz="1600"/>
            </a:lvl2pPr>
            <a:lvl3pPr indent="-228594">
              <a:defRPr sz="1400"/>
            </a:lvl3pPr>
            <a:lvl4pPr indent="-228594">
              <a:defRPr sz="1200"/>
            </a:lvl4pPr>
            <a:lvl5pPr indent="-228594">
              <a:defRPr sz="1200"/>
            </a:lvl5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541264" y="2185416"/>
            <a:ext cx="3621024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541264" y="2743200"/>
            <a:ext cx="3621024" cy="2578608"/>
          </a:xfrm>
        </p:spPr>
        <p:txBody>
          <a:bodyPr/>
          <a:lstStyle>
            <a:lvl1pPr marL="228594" indent="-228594">
              <a:defRPr sz="1800"/>
            </a:lvl1pPr>
            <a:lvl2pPr indent="-228594">
              <a:defRPr sz="1600"/>
            </a:lvl2pPr>
            <a:lvl3pPr indent="-228594">
              <a:defRPr sz="1400"/>
            </a:lvl3pPr>
            <a:lvl4pPr indent="-228594">
              <a:defRPr sz="1200"/>
            </a:lvl4pPr>
            <a:lvl5pPr indent="-228594">
              <a:defRPr sz="1200"/>
            </a:lvl5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06246003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Thre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Freeform: Shape 19">
            <a:extLst>
              <a:ext uri="{FF2B5EF4-FFF2-40B4-BE49-F238E27FC236}">
                <a16:creationId xmlns:a16="http://schemas.microsoft.com/office/drawing/2014/main" id="{C4226C42-B02E-1D4B-77B4-BF0257C6041E}"/>
              </a:ext>
            </a:extLst>
          </p:cNvPr>
          <p:cNvSpPr/>
          <p:nvPr userDrawn="1"/>
        </p:nvSpPr>
        <p:spPr>
          <a:xfrm>
            <a:off x="19485" y="0"/>
            <a:ext cx="6721147" cy="6858000"/>
          </a:xfrm>
          <a:custGeom>
            <a:avLst/>
            <a:gdLst>
              <a:gd name="connsiteX0" fmla="*/ 0 w 6721146"/>
              <a:gd name="connsiteY0" fmla="*/ 0 h 6858000"/>
              <a:gd name="connsiteX1" fmla="*/ 399503 w 6721146"/>
              <a:gd name="connsiteY1" fmla="*/ 0 h 6858000"/>
              <a:gd name="connsiteX2" fmla="*/ 395119 w 6721146"/>
              <a:gd name="connsiteY2" fmla="*/ 19864 h 6858000"/>
              <a:gd name="connsiteX3" fmla="*/ 244176 w 6721146"/>
              <a:gd name="connsiteY3" fmla="*/ 529296 h 6858000"/>
              <a:gd name="connsiteX4" fmla="*/ 993095 w 6721146"/>
              <a:gd name="connsiteY4" fmla="*/ 5197987 h 6858000"/>
              <a:gd name="connsiteX5" fmla="*/ 4989455 w 6721146"/>
              <a:gd name="connsiteY5" fmla="*/ 6468602 h 6858000"/>
              <a:gd name="connsiteX6" fmla="*/ 6648701 w 6721146"/>
              <a:gd name="connsiteY6" fmla="*/ 6787937 h 6858000"/>
              <a:gd name="connsiteX7" fmla="*/ 6721146 w 6721146"/>
              <a:gd name="connsiteY7" fmla="*/ 6858000 h 6858000"/>
              <a:gd name="connsiteX8" fmla="*/ 0 w 6721146"/>
              <a:gd name="connsiteY8" fmla="*/ 6858000 h 68580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721146" h="6858000">
                <a:moveTo>
                  <a:pt x="0" y="0"/>
                </a:moveTo>
                <a:lnTo>
                  <a:pt x="399503" y="0"/>
                </a:lnTo>
                <a:lnTo>
                  <a:pt x="395119" y="19864"/>
                </a:lnTo>
                <a:cubicBezTo>
                  <a:pt x="355531" y="180505"/>
                  <a:pt x="305509" y="350292"/>
                  <a:pt x="244176" y="529296"/>
                </a:cubicBezTo>
                <a:cubicBezTo>
                  <a:pt x="-223599" y="2697668"/>
                  <a:pt x="276778" y="4254046"/>
                  <a:pt x="993095" y="5197987"/>
                </a:cubicBezTo>
                <a:cubicBezTo>
                  <a:pt x="1709415" y="6141924"/>
                  <a:pt x="3704883" y="6653220"/>
                  <a:pt x="4989455" y="6468602"/>
                </a:cubicBezTo>
                <a:cubicBezTo>
                  <a:pt x="5774573" y="6353740"/>
                  <a:pt x="6315041" y="6502080"/>
                  <a:pt x="6648701" y="6787937"/>
                </a:cubicBezTo>
                <a:lnTo>
                  <a:pt x="6721146" y="6858000"/>
                </a:lnTo>
                <a:lnTo>
                  <a:pt x="0" y="6858000"/>
                </a:lnTo>
                <a:close/>
              </a:path>
            </a:pathLst>
          </a:custGeom>
          <a:gradFill flip="none" rotWithShape="1">
            <a:gsLst>
              <a:gs pos="73000">
                <a:schemeClr val="accent3">
                  <a:lumMod val="25000"/>
                </a:schemeClr>
              </a:gs>
              <a:gs pos="0">
                <a:schemeClr val="accent1">
                  <a:alpha val="2964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8" name="Freeform: Shape 17">
            <a:extLst>
              <a:ext uri="{FF2B5EF4-FFF2-40B4-BE49-F238E27FC236}">
                <a16:creationId xmlns:a16="http://schemas.microsoft.com/office/drawing/2014/main" id="{260C6EA0-9137-97A8-7C78-0FCD8675F1B0}"/>
              </a:ext>
            </a:extLst>
          </p:cNvPr>
          <p:cNvSpPr/>
          <p:nvPr userDrawn="1"/>
        </p:nvSpPr>
        <p:spPr>
          <a:xfrm>
            <a:off x="8498" y="7664"/>
            <a:ext cx="4591137" cy="3588767"/>
          </a:xfrm>
          <a:custGeom>
            <a:avLst/>
            <a:gdLst>
              <a:gd name="connsiteX0" fmla="*/ 0 w 4591137"/>
              <a:gd name="connsiteY0" fmla="*/ 0 h 3588767"/>
              <a:gd name="connsiteX1" fmla="*/ 4591137 w 4591137"/>
              <a:gd name="connsiteY1" fmla="*/ 0 h 3588767"/>
              <a:gd name="connsiteX2" fmla="*/ 4458037 w 4591137"/>
              <a:gd name="connsiteY2" fmla="*/ 139038 h 3588767"/>
              <a:gd name="connsiteX3" fmla="*/ 3406398 w 4591137"/>
              <a:gd name="connsiteY3" fmla="*/ 1512312 h 3588767"/>
              <a:gd name="connsiteX4" fmla="*/ 202105 w 4591137"/>
              <a:gd name="connsiteY4" fmla="*/ 3554432 h 3588767"/>
              <a:gd name="connsiteX5" fmla="*/ 0 w 4591137"/>
              <a:gd name="connsiteY5" fmla="*/ 3506319 h 35887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4591137" h="3588767">
                <a:moveTo>
                  <a:pt x="0" y="0"/>
                </a:moveTo>
                <a:lnTo>
                  <a:pt x="4591137" y="0"/>
                </a:lnTo>
                <a:lnTo>
                  <a:pt x="4458037" y="139038"/>
                </a:lnTo>
                <a:cubicBezTo>
                  <a:pt x="4038035" y="589101"/>
                  <a:pt x="3677988" y="1055885"/>
                  <a:pt x="3406398" y="1512312"/>
                </a:cubicBezTo>
                <a:cubicBezTo>
                  <a:pt x="2398561" y="3215836"/>
                  <a:pt x="1221089" y="3736280"/>
                  <a:pt x="202105" y="3554432"/>
                </a:cubicBezTo>
                <a:lnTo>
                  <a:pt x="0" y="3506319"/>
                </a:lnTo>
                <a:close/>
              </a:path>
            </a:pathLst>
          </a:custGeom>
          <a:gradFill flip="none" rotWithShape="1">
            <a:gsLst>
              <a:gs pos="0">
                <a:schemeClr val="accent3">
                  <a:lumMod val="25000"/>
                  <a:alpha val="55687"/>
                </a:schemeClr>
              </a:gs>
              <a:gs pos="99000">
                <a:schemeClr val="accent1">
                  <a:lumMod val="60000"/>
                  <a:lumOff val="40000"/>
                  <a:alpha val="20003"/>
                </a:schemeClr>
              </a:gs>
            </a:gsLst>
            <a:lin ang="18900000" scaled="1"/>
            <a:tileRect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4" name="Freeform 24">
            <a:extLst>
              <a:ext uri="{FF2B5EF4-FFF2-40B4-BE49-F238E27FC236}">
                <a16:creationId xmlns:a16="http://schemas.microsoft.com/office/drawing/2014/main" id="{2698A246-2716-9361-4EDE-2498058A4C3A}"/>
              </a:ext>
            </a:extLst>
          </p:cNvPr>
          <p:cNvSpPr/>
          <p:nvPr userDrawn="1"/>
        </p:nvSpPr>
        <p:spPr>
          <a:xfrm>
            <a:off x="0" y="0"/>
            <a:ext cx="1893320" cy="2085274"/>
          </a:xfrm>
          <a:custGeom>
            <a:avLst/>
            <a:gdLst>
              <a:gd name="connsiteX0" fmla="*/ 0 w 1893320"/>
              <a:gd name="connsiteY0" fmla="*/ 0 h 2085274"/>
              <a:gd name="connsiteX1" fmla="*/ 1893320 w 1893320"/>
              <a:gd name="connsiteY1" fmla="*/ 0 h 2085274"/>
              <a:gd name="connsiteX2" fmla="*/ 1836420 w 1893320"/>
              <a:gd name="connsiteY2" fmla="*/ 89992 h 2085274"/>
              <a:gd name="connsiteX3" fmla="*/ 1471130 w 1893320"/>
              <a:gd name="connsiteY3" fmla="*/ 883842 h 2085274"/>
              <a:gd name="connsiteX4" fmla="*/ 90049 w 1893320"/>
              <a:gd name="connsiteY4" fmla="*/ 2071651 h 2085274"/>
              <a:gd name="connsiteX5" fmla="*/ 0 w 1893320"/>
              <a:gd name="connsiteY5" fmla="*/ 2052168 h 2085274"/>
              <a:gd name="connsiteX6" fmla="*/ 0 w 1893320"/>
              <a:gd name="connsiteY6" fmla="*/ 0 h 208527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893320" h="2085274">
                <a:moveTo>
                  <a:pt x="0" y="0"/>
                </a:moveTo>
                <a:lnTo>
                  <a:pt x="1893320" y="0"/>
                </a:lnTo>
                <a:lnTo>
                  <a:pt x="1836420" y="89992"/>
                </a:lnTo>
                <a:cubicBezTo>
                  <a:pt x="1676137" y="357859"/>
                  <a:pt x="1549717" y="629674"/>
                  <a:pt x="1471130" y="883842"/>
                </a:cubicBezTo>
                <a:cubicBezTo>
                  <a:pt x="1174602" y="1851540"/>
                  <a:pt x="614067" y="2156914"/>
                  <a:pt x="90049" y="2071651"/>
                </a:cubicBezTo>
                <a:lnTo>
                  <a:pt x="0" y="2052168"/>
                </a:lnTo>
                <a:lnTo>
                  <a:pt x="0" y="0"/>
                </a:lnTo>
                <a:close/>
              </a:path>
            </a:pathLst>
          </a:custGeom>
          <a:solidFill>
            <a:schemeClr val="accent5">
              <a:lumMod val="50000"/>
              <a:alpha val="10742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3" name="Freeform: Shape 22">
            <a:extLst>
              <a:ext uri="{FF2B5EF4-FFF2-40B4-BE49-F238E27FC236}">
                <a16:creationId xmlns:a16="http://schemas.microsoft.com/office/drawing/2014/main" id="{F9A7DD52-C2B0-2B91-92C0-905899BB578D}"/>
              </a:ext>
            </a:extLst>
          </p:cNvPr>
          <p:cNvSpPr/>
          <p:nvPr userDrawn="1"/>
        </p:nvSpPr>
        <p:spPr>
          <a:xfrm>
            <a:off x="3" y="5262792"/>
            <a:ext cx="2809260" cy="1595208"/>
          </a:xfrm>
          <a:custGeom>
            <a:avLst/>
            <a:gdLst>
              <a:gd name="connsiteX0" fmla="*/ 0 w 2809260"/>
              <a:gd name="connsiteY0" fmla="*/ 0 h 1595208"/>
              <a:gd name="connsiteX1" fmla="*/ 101140 w 2809260"/>
              <a:gd name="connsiteY1" fmla="*/ 117015 h 1595208"/>
              <a:gd name="connsiteX2" fmla="*/ 2208849 w 2809260"/>
              <a:gd name="connsiteY2" fmla="*/ 1381471 h 1595208"/>
              <a:gd name="connsiteX3" fmla="*/ 2746965 w 2809260"/>
              <a:gd name="connsiteY3" fmla="*/ 1562268 h 1595208"/>
              <a:gd name="connsiteX4" fmla="*/ 2809260 w 2809260"/>
              <a:gd name="connsiteY4" fmla="*/ 1595208 h 1595208"/>
              <a:gd name="connsiteX5" fmla="*/ 0 w 2809260"/>
              <a:gd name="connsiteY5" fmla="*/ 1595207 h 15952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2809260" h="1595208">
                <a:moveTo>
                  <a:pt x="0" y="0"/>
                </a:moveTo>
                <a:lnTo>
                  <a:pt x="101140" y="117015"/>
                </a:lnTo>
                <a:cubicBezTo>
                  <a:pt x="653434" y="714877"/>
                  <a:pt x="1509442" y="1220329"/>
                  <a:pt x="2208849" y="1381471"/>
                </a:cubicBezTo>
                <a:cubicBezTo>
                  <a:pt x="2416303" y="1428716"/>
                  <a:pt x="2594874" y="1490011"/>
                  <a:pt x="2746965" y="1562268"/>
                </a:cubicBezTo>
                <a:lnTo>
                  <a:pt x="2809260" y="1595208"/>
                </a:lnTo>
                <a:lnTo>
                  <a:pt x="0" y="1595207"/>
                </a:lnTo>
                <a:close/>
              </a:path>
            </a:pathLst>
          </a:custGeom>
          <a:gradFill flip="none" rotWithShape="1">
            <a:gsLst>
              <a:gs pos="98000">
                <a:schemeClr val="accent5">
                  <a:lumMod val="50000"/>
                  <a:alpha val="67000"/>
                </a:schemeClr>
              </a:gs>
              <a:gs pos="0">
                <a:schemeClr val="accent6">
                  <a:alpha val="45000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6" name="Freeform 29">
            <a:extLst>
              <a:ext uri="{FF2B5EF4-FFF2-40B4-BE49-F238E27FC236}">
                <a16:creationId xmlns:a16="http://schemas.microsoft.com/office/drawing/2014/main" id="{73541AB3-4000-4259-4112-06DA0F0728A5}"/>
              </a:ext>
            </a:extLst>
          </p:cNvPr>
          <p:cNvSpPr/>
          <p:nvPr userDrawn="1"/>
        </p:nvSpPr>
        <p:spPr>
          <a:xfrm>
            <a:off x="10193398" y="2730131"/>
            <a:ext cx="1979119" cy="4127871"/>
          </a:xfrm>
          <a:custGeom>
            <a:avLst/>
            <a:gdLst>
              <a:gd name="connsiteX0" fmla="*/ 1979119 w 1979119"/>
              <a:gd name="connsiteY0" fmla="*/ 0 h 4127871"/>
              <a:gd name="connsiteX1" fmla="*/ 1979119 w 1979119"/>
              <a:gd name="connsiteY1" fmla="*/ 4127871 h 4127871"/>
              <a:gd name="connsiteX2" fmla="*/ 0 w 1979119"/>
              <a:gd name="connsiteY2" fmla="*/ 4127871 h 4127871"/>
              <a:gd name="connsiteX3" fmla="*/ 113381 w 1979119"/>
              <a:gd name="connsiteY3" fmla="*/ 3939685 h 4127871"/>
              <a:gd name="connsiteX4" fmla="*/ 893390 w 1979119"/>
              <a:gd name="connsiteY4" fmla="*/ 1926136 h 4127871"/>
              <a:gd name="connsiteX5" fmla="*/ 1827429 w 1979119"/>
              <a:gd name="connsiteY5" fmla="*/ 103152 h 4127871"/>
              <a:gd name="connsiteX6" fmla="*/ 1979119 w 1979119"/>
              <a:gd name="connsiteY6" fmla="*/ 0 h 4127871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1979119" h="4127871">
                <a:moveTo>
                  <a:pt x="1979119" y="0"/>
                </a:moveTo>
                <a:lnTo>
                  <a:pt x="1979119" y="4127871"/>
                </a:lnTo>
                <a:lnTo>
                  <a:pt x="0" y="4127871"/>
                </a:lnTo>
                <a:lnTo>
                  <a:pt x="113381" y="3939685"/>
                </a:lnTo>
                <a:cubicBezTo>
                  <a:pt x="496433" y="3268400"/>
                  <a:pt x="776925" y="2555572"/>
                  <a:pt x="893390" y="1926136"/>
                </a:cubicBezTo>
                <a:cubicBezTo>
                  <a:pt x="1059875" y="1013485"/>
                  <a:pt x="1404160" y="429246"/>
                  <a:pt x="1827429" y="103152"/>
                </a:cubicBezTo>
                <a:lnTo>
                  <a:pt x="1979119" y="0"/>
                </a:lnTo>
                <a:close/>
              </a:path>
            </a:pathLst>
          </a:custGeom>
          <a:gradFill>
            <a:gsLst>
              <a:gs pos="83000">
                <a:schemeClr val="accent5">
                  <a:lumMod val="58000"/>
                  <a:alpha val="35019"/>
                </a:schemeClr>
              </a:gs>
              <a:gs pos="0">
                <a:schemeClr val="accent6">
                  <a:lumMod val="89923"/>
                  <a:lumOff val="10077"/>
                  <a:alpha val="3555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0D1FF5-7EF8-4250-A259-43050ABBD3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545336" y="822960"/>
            <a:ext cx="8878824" cy="1069848"/>
          </a:xfrm>
        </p:spPr>
        <p:txBody>
          <a:bodyPr anchor="b"/>
          <a:lstStyle>
            <a:lvl1pPr algn="l">
              <a:defRPr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73DC3A9-D4E6-42CF-91A8-F267C7C66C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536192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752CCA9-53A3-4DA5-AD45-C2A2C12A3A6A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36192" y="2743200"/>
            <a:ext cx="2953512" cy="2578608"/>
          </a:xfrm>
        </p:spPr>
        <p:txBody>
          <a:bodyPr/>
          <a:lstStyle>
            <a:lvl1pPr marL="228594" indent="-228594">
              <a:defRPr sz="1800"/>
            </a:lvl1pPr>
            <a:lvl2pPr indent="-228594">
              <a:defRPr sz="1600"/>
            </a:lvl2pPr>
            <a:lvl3pPr indent="-228594">
              <a:defRPr sz="1400"/>
            </a:lvl3pPr>
            <a:lvl4pPr indent="-228594">
              <a:defRPr sz="1200"/>
            </a:lvl4pPr>
            <a:lvl5pPr indent="-228594">
              <a:defRPr sz="1200"/>
            </a:lvl5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2100C9C6-BD61-4D2C-9146-FB785BAE4FF3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4754880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2E342EE-68BB-484D-98C3-48A7847549D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4754880" y="2743200"/>
            <a:ext cx="2953512" cy="2578608"/>
          </a:xfrm>
        </p:spPr>
        <p:txBody>
          <a:bodyPr/>
          <a:lstStyle>
            <a:lvl1pPr marL="228594" indent="-228594">
              <a:defRPr sz="1800"/>
            </a:lvl1pPr>
            <a:lvl2pPr indent="-228594">
              <a:defRPr sz="1600"/>
            </a:lvl2pPr>
            <a:lvl3pPr indent="-228594">
              <a:defRPr sz="1400"/>
            </a:lvl3pPr>
            <a:lvl4pPr indent="-228594">
              <a:defRPr sz="1200"/>
            </a:lvl4pPr>
            <a:lvl5pPr indent="-228594">
              <a:defRPr sz="1200"/>
            </a:lvl5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285D9D7D-8D9A-473E-AF0D-EF1940D793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A51CCCC-1589-401D-AE98-FC28716301E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21" name="Straight Connector 20">
            <a:extLst>
              <a:ext uri="{FF2B5EF4-FFF2-40B4-BE49-F238E27FC236}">
                <a16:creationId xmlns:a16="http://schemas.microsoft.com/office/drawing/2014/main" id="{DC963910-7C6F-7474-84FF-C53D235027B8}"/>
              </a:ext>
            </a:extLst>
          </p:cNvPr>
          <p:cNvCxnSpPr>
            <a:cxnSpLocks/>
          </p:cNvCxnSpPr>
          <p:nvPr userDrawn="1"/>
        </p:nvCxnSpPr>
        <p:spPr>
          <a:xfrm>
            <a:off x="594171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Text Placeholder 4">
            <a:extLst>
              <a:ext uri="{FF2B5EF4-FFF2-40B4-BE49-F238E27FC236}">
                <a16:creationId xmlns:a16="http://schemas.microsoft.com/office/drawing/2014/main" id="{43CEC7BC-C46D-D3AD-22D8-8737322B7E20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7973568" y="2185416"/>
            <a:ext cx="2953512" cy="493776"/>
          </a:xfrm>
        </p:spPr>
        <p:txBody>
          <a:bodyPr anchor="t"/>
          <a:lstStyle>
            <a:lvl1pPr marL="0" indent="0">
              <a:buNone/>
              <a:defRPr sz="2400" b="1">
                <a:latin typeface="+mj-lt"/>
              </a:defRPr>
            </a:lvl1pPr>
            <a:lvl2pPr marL="457189" indent="0">
              <a:buNone/>
              <a:defRPr sz="2000" b="1"/>
            </a:lvl2pPr>
            <a:lvl3pPr marL="914377" indent="0">
              <a:buNone/>
              <a:defRPr sz="1800" b="1"/>
            </a:lvl3pPr>
            <a:lvl4pPr marL="1371566" indent="0">
              <a:buNone/>
              <a:defRPr sz="1600" b="1"/>
            </a:lvl4pPr>
            <a:lvl5pPr marL="1828754" indent="0">
              <a:buNone/>
              <a:defRPr sz="1600" b="1"/>
            </a:lvl5pPr>
            <a:lvl6pPr marL="2285943" indent="0">
              <a:buNone/>
              <a:defRPr sz="1600" b="1"/>
            </a:lvl6pPr>
            <a:lvl7pPr marL="2743131" indent="0">
              <a:buNone/>
              <a:defRPr sz="1600" b="1"/>
            </a:lvl7pPr>
            <a:lvl8pPr marL="3200320" indent="0">
              <a:buNone/>
              <a:defRPr sz="1600" b="1"/>
            </a:lvl8pPr>
            <a:lvl9pPr marL="3657509" indent="0">
              <a:buNone/>
              <a:defRPr sz="1600" b="1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5" name="Content Placeholder 5">
            <a:extLst>
              <a:ext uri="{FF2B5EF4-FFF2-40B4-BE49-F238E27FC236}">
                <a16:creationId xmlns:a16="http://schemas.microsoft.com/office/drawing/2014/main" id="{658FA801-D400-D7FB-6241-4A41BBAAA0D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7973568" y="2743200"/>
            <a:ext cx="2953512" cy="2578608"/>
          </a:xfrm>
        </p:spPr>
        <p:txBody>
          <a:bodyPr/>
          <a:lstStyle>
            <a:lvl1pPr marL="228594" indent="-228594">
              <a:defRPr sz="1800"/>
            </a:lvl1pPr>
            <a:lvl2pPr indent="-228594">
              <a:defRPr sz="1600"/>
            </a:lvl2pPr>
            <a:lvl3pPr indent="-228594">
              <a:defRPr sz="1400"/>
            </a:lvl3pPr>
            <a:lvl4pPr indent="-228594">
              <a:defRPr sz="1200"/>
            </a:lvl4pPr>
            <a:lvl5pPr indent="-228594">
              <a:defRPr sz="1200"/>
            </a:lvl5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033942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832104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Oval 4">
            <a:extLst>
              <a:ext uri="{FF2B5EF4-FFF2-40B4-BE49-F238E27FC236}">
                <a16:creationId xmlns:a16="http://schemas.microsoft.com/office/drawing/2014/main" id="{31740CAD-6CDA-9014-8875-BCECEECE0522}"/>
              </a:ext>
            </a:extLst>
          </p:cNvPr>
          <p:cNvSpPr/>
          <p:nvPr userDrawn="1"/>
        </p:nvSpPr>
        <p:spPr>
          <a:xfrm flipH="1">
            <a:off x="3791018" y="2349816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6" name="Oval 5">
            <a:extLst>
              <a:ext uri="{FF2B5EF4-FFF2-40B4-BE49-F238E27FC236}">
                <a16:creationId xmlns:a16="http://schemas.microsoft.com/office/drawing/2014/main" id="{16E536D1-EF07-9062-CA32-986876ED933F}"/>
              </a:ext>
            </a:extLst>
          </p:cNvPr>
          <p:cNvSpPr/>
          <p:nvPr userDrawn="1"/>
        </p:nvSpPr>
        <p:spPr>
          <a:xfrm flipH="1">
            <a:off x="8929768" y="2349816"/>
            <a:ext cx="2058045" cy="205804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7" name="Oval 6">
            <a:extLst>
              <a:ext uri="{FF2B5EF4-FFF2-40B4-BE49-F238E27FC236}">
                <a16:creationId xmlns:a16="http://schemas.microsoft.com/office/drawing/2014/main" id="{5D09D35C-DD66-8B6A-98FE-003262BBE72D}"/>
              </a:ext>
            </a:extLst>
          </p:cNvPr>
          <p:cNvSpPr/>
          <p:nvPr userDrawn="1"/>
        </p:nvSpPr>
        <p:spPr>
          <a:xfrm flipH="1">
            <a:off x="6342948" y="2349816"/>
            <a:ext cx="2058045" cy="205804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8" name="Oval 7">
            <a:extLst>
              <a:ext uri="{FF2B5EF4-FFF2-40B4-BE49-F238E27FC236}">
                <a16:creationId xmlns:a16="http://schemas.microsoft.com/office/drawing/2014/main" id="{F0E263D2-96A8-9EB3-2175-1DB2FD5CB609}"/>
              </a:ext>
            </a:extLst>
          </p:cNvPr>
          <p:cNvSpPr/>
          <p:nvPr userDrawn="1"/>
        </p:nvSpPr>
        <p:spPr>
          <a:xfrm flipH="1">
            <a:off x="1247943" y="2349816"/>
            <a:ext cx="2058045" cy="205804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042524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042524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62712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62712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096000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096000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24349" y="4508648"/>
            <a:ext cx="2468880" cy="365760"/>
          </a:xfrm>
        </p:spPr>
        <p:txBody>
          <a:bodyPr lIns="0" tIns="0" rIns="0" bIns="0"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2000" b="1" spc="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24349" y="4879877"/>
            <a:ext cx="2468880" cy="274638"/>
          </a:xfrm>
        </p:spPr>
        <p:txBody>
          <a:bodyPr anchor="t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spc="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399285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394678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49871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85537" y="2505584"/>
            <a:ext cx="1746504" cy="1746504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78420111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am x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Oval 8">
            <a:extLst>
              <a:ext uri="{FF2B5EF4-FFF2-40B4-BE49-F238E27FC236}">
                <a16:creationId xmlns:a16="http://schemas.microsoft.com/office/drawing/2014/main" id="{3CF1AC86-4E83-EED8-9FB5-635710111D45}"/>
              </a:ext>
            </a:extLst>
          </p:cNvPr>
          <p:cNvSpPr/>
          <p:nvPr userDrawn="1"/>
        </p:nvSpPr>
        <p:spPr>
          <a:xfrm flipH="1">
            <a:off x="1704109" y="4055524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0" name="Oval 9">
            <a:extLst>
              <a:ext uri="{FF2B5EF4-FFF2-40B4-BE49-F238E27FC236}">
                <a16:creationId xmlns:a16="http://schemas.microsoft.com/office/drawing/2014/main" id="{803E890B-5D84-F4A6-E963-051A1C52577D}"/>
              </a:ext>
            </a:extLst>
          </p:cNvPr>
          <p:cNvSpPr/>
          <p:nvPr userDrawn="1"/>
        </p:nvSpPr>
        <p:spPr>
          <a:xfrm flipH="1">
            <a:off x="4228382" y="1853645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11" name="Oval 10">
            <a:extLst>
              <a:ext uri="{FF2B5EF4-FFF2-40B4-BE49-F238E27FC236}">
                <a16:creationId xmlns:a16="http://schemas.microsoft.com/office/drawing/2014/main" id="{CA321B0B-6EF1-E460-8E13-3BBE774FA148}"/>
              </a:ext>
            </a:extLst>
          </p:cNvPr>
          <p:cNvSpPr/>
          <p:nvPr userDrawn="1"/>
        </p:nvSpPr>
        <p:spPr>
          <a:xfrm flipH="1">
            <a:off x="6752657" y="4055277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t="100000" r="100000"/>
            </a:path>
            <a:tileRect l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0" name="Oval 19">
            <a:extLst>
              <a:ext uri="{FF2B5EF4-FFF2-40B4-BE49-F238E27FC236}">
                <a16:creationId xmlns:a16="http://schemas.microsoft.com/office/drawing/2014/main" id="{898AB146-30D1-CD59-5D88-5097CF8561D1}"/>
              </a:ext>
            </a:extLst>
          </p:cNvPr>
          <p:cNvSpPr/>
          <p:nvPr userDrawn="1"/>
        </p:nvSpPr>
        <p:spPr>
          <a:xfrm flipH="1">
            <a:off x="9280951" y="4066157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5" name="Oval 24">
            <a:extLst>
              <a:ext uri="{FF2B5EF4-FFF2-40B4-BE49-F238E27FC236}">
                <a16:creationId xmlns:a16="http://schemas.microsoft.com/office/drawing/2014/main" id="{4FE52614-CC2D-3550-FDBA-9D7D76ED0F72}"/>
              </a:ext>
            </a:extLst>
          </p:cNvPr>
          <p:cNvSpPr/>
          <p:nvPr userDrawn="1"/>
        </p:nvSpPr>
        <p:spPr>
          <a:xfrm flipH="1">
            <a:off x="4228382" y="4056368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6" name="Oval 25">
            <a:extLst>
              <a:ext uri="{FF2B5EF4-FFF2-40B4-BE49-F238E27FC236}">
                <a16:creationId xmlns:a16="http://schemas.microsoft.com/office/drawing/2014/main" id="{D19BEA3C-B965-CC70-315C-7C531CD7AA4A}"/>
              </a:ext>
            </a:extLst>
          </p:cNvPr>
          <p:cNvSpPr/>
          <p:nvPr userDrawn="1"/>
        </p:nvSpPr>
        <p:spPr>
          <a:xfrm flipH="1">
            <a:off x="9276930" y="1861864"/>
            <a:ext cx="1231495" cy="1231495"/>
          </a:xfrm>
          <a:prstGeom prst="ellipse">
            <a:avLst/>
          </a:prstGeom>
          <a:gradFill flip="none" rotWithShape="1">
            <a:gsLst>
              <a:gs pos="18000">
                <a:schemeClr val="accent3"/>
              </a:gs>
              <a:gs pos="52000">
                <a:schemeClr val="accent5">
                  <a:alpha val="69515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7" name="Oval 26">
            <a:extLst>
              <a:ext uri="{FF2B5EF4-FFF2-40B4-BE49-F238E27FC236}">
                <a16:creationId xmlns:a16="http://schemas.microsoft.com/office/drawing/2014/main" id="{DBCCE6E9-C40E-A684-457C-F08C974BD59F}"/>
              </a:ext>
            </a:extLst>
          </p:cNvPr>
          <p:cNvSpPr/>
          <p:nvPr userDrawn="1"/>
        </p:nvSpPr>
        <p:spPr>
          <a:xfrm flipH="1">
            <a:off x="6752657" y="1855812"/>
            <a:ext cx="1231495" cy="1231495"/>
          </a:xfrm>
          <a:prstGeom prst="ellipse">
            <a:avLst/>
          </a:prstGeom>
          <a:gradFill flip="none" rotWithShape="1"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8" name="Oval 27">
            <a:extLst>
              <a:ext uri="{FF2B5EF4-FFF2-40B4-BE49-F238E27FC236}">
                <a16:creationId xmlns:a16="http://schemas.microsoft.com/office/drawing/2014/main" id="{E9B5F0D0-ABA3-5B0F-77C9-C5B64A613F84}"/>
              </a:ext>
            </a:extLst>
          </p:cNvPr>
          <p:cNvSpPr/>
          <p:nvPr userDrawn="1"/>
        </p:nvSpPr>
        <p:spPr>
          <a:xfrm flipH="1">
            <a:off x="1692045" y="1846022"/>
            <a:ext cx="1231495" cy="1231495"/>
          </a:xfrm>
          <a:prstGeom prst="ellipse">
            <a:avLst/>
          </a:prstGeom>
          <a:gradFill>
            <a:gsLst>
              <a:gs pos="0">
                <a:schemeClr val="accent1"/>
              </a:gs>
              <a:gs pos="77000">
                <a:schemeClr val="accent6">
                  <a:alpha val="69284"/>
                </a:schemeClr>
              </a:gs>
            </a:gsLst>
            <a:path path="circle">
              <a:fillToRect t="100000" r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15CD9-7B09-FB25-0368-96365B9DD51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656588" y="338328"/>
            <a:ext cx="8878824" cy="1069848"/>
          </a:xfrm>
        </p:spPr>
        <p:txBody>
          <a:bodyPr anchor="b"/>
          <a:lstStyle>
            <a:lvl1pPr algn="ctr">
              <a:defRPr/>
            </a:lvl1pPr>
          </a:lstStyle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C6BE5A-F1AC-214F-638D-C6C21E51BFB2}"/>
              </a:ext>
            </a:extLst>
          </p:cNvPr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0AB127D4-BE09-1C43-0562-195F20C8A05C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8B3517CD-F786-4206-2455-E4C3BD987425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1176853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3" name="Text Placeholder 11">
            <a:extLst>
              <a:ext uri="{FF2B5EF4-FFF2-40B4-BE49-F238E27FC236}">
                <a16:creationId xmlns:a16="http://schemas.microsoft.com/office/drawing/2014/main" id="{9978C389-1D90-6CEB-1D34-D69BF78983F7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176853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4" name="Text Placeholder 11">
            <a:extLst>
              <a:ext uri="{FF2B5EF4-FFF2-40B4-BE49-F238E27FC236}">
                <a16:creationId xmlns:a16="http://schemas.microsoft.com/office/drawing/2014/main" id="{12B5D758-2B43-B448-79C9-1F09317F866C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3701128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5" name="Text Placeholder 11">
            <a:extLst>
              <a:ext uri="{FF2B5EF4-FFF2-40B4-BE49-F238E27FC236}">
                <a16:creationId xmlns:a16="http://schemas.microsoft.com/office/drawing/2014/main" id="{65404FC1-F068-1D2B-A3D6-59F44099DD2D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3701128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6" name="Text Placeholder 11">
            <a:extLst>
              <a:ext uri="{FF2B5EF4-FFF2-40B4-BE49-F238E27FC236}">
                <a16:creationId xmlns:a16="http://schemas.microsoft.com/office/drawing/2014/main" id="{5F0B1C4A-F0AC-3974-6F79-9CCF799976B3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225403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7" name="Text Placeholder 11">
            <a:extLst>
              <a:ext uri="{FF2B5EF4-FFF2-40B4-BE49-F238E27FC236}">
                <a16:creationId xmlns:a16="http://schemas.microsoft.com/office/drawing/2014/main" id="{5C12C91B-3BBC-019A-22DF-DF71A287D58E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>
          <a:xfrm>
            <a:off x="6225403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8" name="Text Placeholder 11">
            <a:extLst>
              <a:ext uri="{FF2B5EF4-FFF2-40B4-BE49-F238E27FC236}">
                <a16:creationId xmlns:a16="http://schemas.microsoft.com/office/drawing/2014/main" id="{BB3FD4C7-50B9-E37D-A077-B15D8C6DB9A4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8749676" y="3209544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19" name="Text Placeholder 11">
            <a:extLst>
              <a:ext uri="{FF2B5EF4-FFF2-40B4-BE49-F238E27FC236}">
                <a16:creationId xmlns:a16="http://schemas.microsoft.com/office/drawing/2014/main" id="{486092F0-1D91-8C7F-EEFE-A7D79FF89C19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8749676" y="3447288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21" name="Picture Placeholder 20">
            <a:extLst>
              <a:ext uri="{FF2B5EF4-FFF2-40B4-BE49-F238E27FC236}">
                <a16:creationId xmlns:a16="http://schemas.microsoft.com/office/drawing/2014/main" id="{8D38BBA9-DB40-81D9-4D13-4351576F9FD3}"/>
              </a:ext>
            </a:extLst>
          </p:cNvPr>
          <p:cNvSpPr>
            <a:spLocks noGrp="1"/>
          </p:cNvSpPr>
          <p:nvPr>
            <p:ph type="pic" sz="quarter" idx="20"/>
          </p:nvPr>
        </p:nvSpPr>
        <p:spPr>
          <a:xfrm>
            <a:off x="1782011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2" name="Picture Placeholder 20">
            <a:extLst>
              <a:ext uri="{FF2B5EF4-FFF2-40B4-BE49-F238E27FC236}">
                <a16:creationId xmlns:a16="http://schemas.microsoft.com/office/drawing/2014/main" id="{D4E44748-5631-A2C7-ADA1-FB2707923EE2}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4318348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3" name="Picture Placeholder 20">
            <a:extLst>
              <a:ext uri="{FF2B5EF4-FFF2-40B4-BE49-F238E27FC236}">
                <a16:creationId xmlns:a16="http://schemas.microsoft.com/office/drawing/2014/main" id="{8A56F66F-909F-8F64-B021-9820EB3F6B67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6842623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4" name="Picture Placeholder 20">
            <a:extLst>
              <a:ext uri="{FF2B5EF4-FFF2-40B4-BE49-F238E27FC236}">
                <a16:creationId xmlns:a16="http://schemas.microsoft.com/office/drawing/2014/main" id="{EB90D275-5951-BAE0-8859-71B60C946087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366896" y="1935987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29" name="Picture Placeholder 20">
            <a:extLst>
              <a:ext uri="{FF2B5EF4-FFF2-40B4-BE49-F238E27FC236}">
                <a16:creationId xmlns:a16="http://schemas.microsoft.com/office/drawing/2014/main" id="{BA9EB14D-8336-06B5-51E3-FBCAF00F1F25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1794073" y="4145489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0" name="Picture Placeholder 20">
            <a:extLst>
              <a:ext uri="{FF2B5EF4-FFF2-40B4-BE49-F238E27FC236}">
                <a16:creationId xmlns:a16="http://schemas.microsoft.com/office/drawing/2014/main" id="{A1E65D12-1094-78B5-B37A-A03576991D1D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4318348" y="4146333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1" name="Picture Placeholder 20">
            <a:extLst>
              <a:ext uri="{FF2B5EF4-FFF2-40B4-BE49-F238E27FC236}">
                <a16:creationId xmlns:a16="http://schemas.microsoft.com/office/drawing/2014/main" id="{6ABE5CEC-34A4-CD5D-FA0D-D675A87984F5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842623" y="414524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2" name="Picture Placeholder 20">
            <a:extLst>
              <a:ext uri="{FF2B5EF4-FFF2-40B4-BE49-F238E27FC236}">
                <a16:creationId xmlns:a16="http://schemas.microsoft.com/office/drawing/2014/main" id="{5DA945B5-3444-7CAC-AA4A-55B04D039824}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9370917" y="4156122"/>
            <a:ext cx="1051560" cy="1051560"/>
          </a:xfrm>
          <a:prstGeom prst="ellipse">
            <a:avLst/>
          </a:prstGeom>
        </p:spPr>
        <p:txBody>
          <a:bodyPr anchor="ctr"/>
          <a:lstStyle>
            <a:lvl1pPr marL="0" indent="0" algn="ctr">
              <a:buNone/>
              <a:defRPr sz="1100"/>
            </a:lvl1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33" name="Text Placeholder 11">
            <a:extLst>
              <a:ext uri="{FF2B5EF4-FFF2-40B4-BE49-F238E27FC236}">
                <a16:creationId xmlns:a16="http://schemas.microsoft.com/office/drawing/2014/main" id="{CB0DA5B5-9C84-7B23-EE8E-CEA555CD808E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>
          <a:xfrm>
            <a:off x="1176853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4" name="Text Placeholder 11">
            <a:extLst>
              <a:ext uri="{FF2B5EF4-FFF2-40B4-BE49-F238E27FC236}">
                <a16:creationId xmlns:a16="http://schemas.microsoft.com/office/drawing/2014/main" id="{99C62621-0080-5CDD-E5DD-2FCF2D548CE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>
          <a:xfrm>
            <a:off x="1176853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5" name="Text Placeholder 11">
            <a:extLst>
              <a:ext uri="{FF2B5EF4-FFF2-40B4-BE49-F238E27FC236}">
                <a16:creationId xmlns:a16="http://schemas.microsoft.com/office/drawing/2014/main" id="{B69DDE47-632B-987E-545E-BAB200D374ED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>
          <a:xfrm>
            <a:off x="3701128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6" name="Text Placeholder 11">
            <a:extLst>
              <a:ext uri="{FF2B5EF4-FFF2-40B4-BE49-F238E27FC236}">
                <a16:creationId xmlns:a16="http://schemas.microsoft.com/office/drawing/2014/main" id="{A165DCBF-4EFD-7181-68BA-1625AC1C0D5F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>
          <a:xfrm>
            <a:off x="3701128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7" name="Text Placeholder 11">
            <a:extLst>
              <a:ext uri="{FF2B5EF4-FFF2-40B4-BE49-F238E27FC236}">
                <a16:creationId xmlns:a16="http://schemas.microsoft.com/office/drawing/2014/main" id="{3C7ECA2F-9EC3-26BD-B424-ECE80473DF37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>
          <a:xfrm>
            <a:off x="6225403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8" name="Text Placeholder 11">
            <a:extLst>
              <a:ext uri="{FF2B5EF4-FFF2-40B4-BE49-F238E27FC236}">
                <a16:creationId xmlns:a16="http://schemas.microsoft.com/office/drawing/2014/main" id="{C9535F99-6134-8D03-FFEE-D1B3E007F2CC}"/>
              </a:ext>
            </a:extLst>
          </p:cNvPr>
          <p:cNvSpPr>
            <a:spLocks noGrp="1"/>
          </p:cNvSpPr>
          <p:nvPr>
            <p:ph type="body" sz="quarter" idx="33"/>
          </p:nvPr>
        </p:nvSpPr>
        <p:spPr>
          <a:xfrm>
            <a:off x="6225403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39" name="Text Placeholder 11">
            <a:extLst>
              <a:ext uri="{FF2B5EF4-FFF2-40B4-BE49-F238E27FC236}">
                <a16:creationId xmlns:a16="http://schemas.microsoft.com/office/drawing/2014/main" id="{163BD863-99E7-C7C4-4762-8C168574E9A8}"/>
              </a:ext>
            </a:extLst>
          </p:cNvPr>
          <p:cNvSpPr>
            <a:spLocks noGrp="1"/>
          </p:cNvSpPr>
          <p:nvPr>
            <p:ph type="body" sz="quarter" idx="34"/>
          </p:nvPr>
        </p:nvSpPr>
        <p:spPr>
          <a:xfrm>
            <a:off x="8749676" y="5440680"/>
            <a:ext cx="2286000" cy="182880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600" b="1" spc="20" baseline="0">
                <a:latin typeface="+mj-lt"/>
              </a:defRPr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40" name="Text Placeholder 11">
            <a:extLst>
              <a:ext uri="{FF2B5EF4-FFF2-40B4-BE49-F238E27FC236}">
                <a16:creationId xmlns:a16="http://schemas.microsoft.com/office/drawing/2014/main" id="{63678AE5-B810-D5BE-40B5-888AF4473157}"/>
              </a:ext>
            </a:extLst>
          </p:cNvPr>
          <p:cNvSpPr>
            <a:spLocks noGrp="1"/>
          </p:cNvSpPr>
          <p:nvPr>
            <p:ph type="body" sz="quarter" idx="35"/>
          </p:nvPr>
        </p:nvSpPr>
        <p:spPr>
          <a:xfrm>
            <a:off x="8749676" y="5678424"/>
            <a:ext cx="2286000" cy="265176"/>
          </a:xfrm>
        </p:spPr>
        <p:txBody>
          <a:bodyPr anchor="ctr"/>
          <a:lstStyle>
            <a:lvl1pPr marL="0" indent="0" algn="ctr">
              <a:lnSpc>
                <a:spcPct val="100000"/>
              </a:lnSpc>
              <a:spcBef>
                <a:spcPts val="0"/>
              </a:spcBef>
              <a:buNone/>
              <a:defRPr sz="1400" spc="20" baseline="0"/>
            </a:lvl1pPr>
          </a:lstStyle>
          <a:p>
            <a:pPr lvl="0"/>
            <a:r>
              <a:rPr lang="en-US" altLang="zh-HK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6345825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Summar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Freeform: Shape 23">
            <a:extLst>
              <a:ext uri="{FF2B5EF4-FFF2-40B4-BE49-F238E27FC236}">
                <a16:creationId xmlns:a16="http://schemas.microsoft.com/office/drawing/2014/main" id="{FF4F2FF2-B2D0-EAB9-0059-1E59CFF27936}"/>
              </a:ext>
            </a:extLst>
          </p:cNvPr>
          <p:cNvSpPr/>
          <p:nvPr userDrawn="1"/>
        </p:nvSpPr>
        <p:spPr>
          <a:xfrm>
            <a:off x="1" y="3079991"/>
            <a:ext cx="4744043" cy="3778013"/>
          </a:xfrm>
          <a:custGeom>
            <a:avLst/>
            <a:gdLst>
              <a:gd name="connsiteX0" fmla="*/ 552680 w 4744043"/>
              <a:gd name="connsiteY0" fmla="*/ 2 h 3778013"/>
              <a:gd name="connsiteX1" fmla="*/ 3368067 w 4744043"/>
              <a:gd name="connsiteY1" fmla="*/ 2076456 h 3778013"/>
              <a:gd name="connsiteX2" fmla="*/ 4603294 w 4744043"/>
              <a:gd name="connsiteY2" fmla="*/ 3641510 h 3778013"/>
              <a:gd name="connsiteX3" fmla="*/ 4744043 w 4744043"/>
              <a:gd name="connsiteY3" fmla="*/ 3778013 h 3778013"/>
              <a:gd name="connsiteX4" fmla="*/ 0 w 4744043"/>
              <a:gd name="connsiteY4" fmla="*/ 3778013 h 3778013"/>
              <a:gd name="connsiteX5" fmla="*/ 0 w 4744043"/>
              <a:gd name="connsiteY5" fmla="*/ 73323 h 3778013"/>
              <a:gd name="connsiteX6" fmla="*/ 163773 w 4744043"/>
              <a:gd name="connsiteY6" fmla="*/ 34335 h 3778013"/>
              <a:gd name="connsiteX7" fmla="*/ 552680 w 4744043"/>
              <a:gd name="connsiteY7" fmla="*/ 2 h 3778013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4744043" h="3778013">
                <a:moveTo>
                  <a:pt x="552680" y="2"/>
                </a:moveTo>
                <a:cubicBezTo>
                  <a:pt x="1474475" y="1086"/>
                  <a:pt x="2486209" y="585872"/>
                  <a:pt x="3368067" y="2076456"/>
                </a:cubicBezTo>
                <a:cubicBezTo>
                  <a:pt x="3678455" y="2598086"/>
                  <a:pt x="4104379" y="3133243"/>
                  <a:pt x="4603294" y="3641510"/>
                </a:cubicBezTo>
                <a:lnTo>
                  <a:pt x="4744043" y="3778013"/>
                </a:lnTo>
                <a:lnTo>
                  <a:pt x="0" y="3778013"/>
                </a:lnTo>
                <a:lnTo>
                  <a:pt x="0" y="73323"/>
                </a:lnTo>
                <a:lnTo>
                  <a:pt x="163773" y="34335"/>
                </a:lnTo>
                <a:cubicBezTo>
                  <a:pt x="291146" y="11604"/>
                  <a:pt x="420996" y="-154"/>
                  <a:pt x="552680" y="2"/>
                </a:cubicBezTo>
                <a:close/>
              </a:path>
            </a:pathLst>
          </a:custGeom>
          <a:gradFill flip="none" rotWithShape="1">
            <a:gsLst>
              <a:gs pos="41000">
                <a:schemeClr val="accent3">
                  <a:lumMod val="25000"/>
                  <a:alpha val="67969"/>
                </a:schemeClr>
              </a:gs>
              <a:gs pos="100000">
                <a:schemeClr val="accent2">
                  <a:alpha val="29022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9" name="Freeform: Shape 18">
            <a:extLst>
              <a:ext uri="{FF2B5EF4-FFF2-40B4-BE49-F238E27FC236}">
                <a16:creationId xmlns:a16="http://schemas.microsoft.com/office/drawing/2014/main" id="{8B193F7C-DAB3-79A0-9B6F-012F23BAF8BD}"/>
              </a:ext>
            </a:extLst>
          </p:cNvPr>
          <p:cNvSpPr/>
          <p:nvPr userDrawn="1"/>
        </p:nvSpPr>
        <p:spPr>
          <a:xfrm>
            <a:off x="1" y="0"/>
            <a:ext cx="6552595" cy="3112082"/>
          </a:xfrm>
          <a:custGeom>
            <a:avLst/>
            <a:gdLst>
              <a:gd name="connsiteX0" fmla="*/ 6552595 w 6552595"/>
              <a:gd name="connsiteY0" fmla="*/ 0 h 3112082"/>
              <a:gd name="connsiteX1" fmla="*/ 6479403 w 6552595"/>
              <a:gd name="connsiteY1" fmla="*/ 116338 h 3112082"/>
              <a:gd name="connsiteX2" fmla="*/ 4627940 w 6552595"/>
              <a:gd name="connsiteY2" fmla="*/ 645238 h 3112082"/>
              <a:gd name="connsiteX3" fmla="*/ 631580 w 6552595"/>
              <a:gd name="connsiteY3" fmla="*/ 1915852 h 3112082"/>
              <a:gd name="connsiteX4" fmla="*/ 46252 w 6552595"/>
              <a:gd name="connsiteY4" fmla="*/ 2980209 h 3112082"/>
              <a:gd name="connsiteX5" fmla="*/ 0 w 6552595"/>
              <a:gd name="connsiteY5" fmla="*/ 3112082 h 3112082"/>
              <a:gd name="connsiteX6" fmla="*/ 0 w 6552595"/>
              <a:gd name="connsiteY6" fmla="*/ 1037361 h 3112082"/>
              <a:gd name="connsiteX7" fmla="*/ 0 w 6552595"/>
              <a:gd name="connsiteY7" fmla="*/ 0 h 3112082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552595" h="3112082">
                <a:moveTo>
                  <a:pt x="6552595" y="0"/>
                </a:moveTo>
                <a:lnTo>
                  <a:pt x="6479403" y="116338"/>
                </a:lnTo>
                <a:cubicBezTo>
                  <a:pt x="6181653" y="532833"/>
                  <a:pt x="5587528" y="785625"/>
                  <a:pt x="4627940" y="645238"/>
                </a:cubicBezTo>
                <a:cubicBezTo>
                  <a:pt x="3343367" y="460619"/>
                  <a:pt x="1347900" y="971915"/>
                  <a:pt x="631580" y="1915852"/>
                </a:cubicBezTo>
                <a:cubicBezTo>
                  <a:pt x="407731" y="2210834"/>
                  <a:pt x="204970" y="2565624"/>
                  <a:pt x="46252" y="2980209"/>
                </a:cubicBezTo>
                <a:lnTo>
                  <a:pt x="0" y="3112082"/>
                </a:lnTo>
                <a:lnTo>
                  <a:pt x="0" y="1037361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76000">
                <a:schemeClr val="accent3">
                  <a:lumMod val="25000"/>
                </a:schemeClr>
              </a:gs>
              <a:gs pos="0">
                <a:schemeClr val="accent1">
                  <a:alpha val="56738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4" name="Freeform: Shape 13">
            <a:extLst>
              <a:ext uri="{FF2B5EF4-FFF2-40B4-BE49-F238E27FC236}">
                <a16:creationId xmlns:a16="http://schemas.microsoft.com/office/drawing/2014/main" id="{D9D045F5-266F-9ADF-9692-2DA7DB16DFFE}"/>
              </a:ext>
            </a:extLst>
          </p:cNvPr>
          <p:cNvSpPr/>
          <p:nvPr userDrawn="1"/>
        </p:nvSpPr>
        <p:spPr>
          <a:xfrm>
            <a:off x="10269565" y="0"/>
            <a:ext cx="1922436" cy="5772376"/>
          </a:xfrm>
          <a:custGeom>
            <a:avLst/>
            <a:gdLst>
              <a:gd name="connsiteX0" fmla="*/ 0 w 1922436"/>
              <a:gd name="connsiteY0" fmla="*/ 0 h 5772376"/>
              <a:gd name="connsiteX1" fmla="*/ 1922436 w 1922436"/>
              <a:gd name="connsiteY1" fmla="*/ 0 h 5772376"/>
              <a:gd name="connsiteX2" fmla="*/ 1922436 w 1922436"/>
              <a:gd name="connsiteY2" fmla="*/ 5770832 h 5772376"/>
              <a:gd name="connsiteX3" fmla="*/ 1785843 w 1922436"/>
              <a:gd name="connsiteY3" fmla="*/ 5772376 h 5772376"/>
              <a:gd name="connsiteX4" fmla="*/ 167636 w 1922436"/>
              <a:gd name="connsiteY4" fmla="*/ 2958760 h 5772376"/>
              <a:gd name="connsiteX5" fmla="*/ 11457 w 1922436"/>
              <a:gd name="connsiteY5" fmla="*/ 41049 h 577237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922436" h="5772376">
                <a:moveTo>
                  <a:pt x="0" y="0"/>
                </a:moveTo>
                <a:lnTo>
                  <a:pt x="1922436" y="0"/>
                </a:lnTo>
                <a:lnTo>
                  <a:pt x="1922436" y="5770832"/>
                </a:lnTo>
                <a:lnTo>
                  <a:pt x="1785843" y="5772376"/>
                </a:lnTo>
                <a:cubicBezTo>
                  <a:pt x="715486" y="5737436"/>
                  <a:pt x="-199675" y="4895626"/>
                  <a:pt x="167636" y="2958760"/>
                </a:cubicBezTo>
                <a:cubicBezTo>
                  <a:pt x="324540" y="2119813"/>
                  <a:pt x="262661" y="1037667"/>
                  <a:pt x="11457" y="41049"/>
                </a:cubicBezTo>
                <a:close/>
              </a:path>
            </a:pathLst>
          </a:custGeom>
          <a:gradFill flip="none" rotWithShape="1">
            <a:gsLst>
              <a:gs pos="10000">
                <a:schemeClr val="accent2">
                  <a:alpha val="9960"/>
                </a:schemeClr>
              </a:gs>
              <a:gs pos="100000">
                <a:schemeClr val="accent1">
                  <a:alpha val="47557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2A494E50-F563-24E6-92E6-F9E55D1F3D50}"/>
              </a:ext>
            </a:extLst>
          </p:cNvPr>
          <p:cNvSpPr/>
          <p:nvPr userDrawn="1"/>
        </p:nvSpPr>
        <p:spPr>
          <a:xfrm>
            <a:off x="10861332" y="0"/>
            <a:ext cx="1330669" cy="3088658"/>
          </a:xfrm>
          <a:custGeom>
            <a:avLst/>
            <a:gdLst>
              <a:gd name="connsiteX0" fmla="*/ 0 w 1330669"/>
              <a:gd name="connsiteY0" fmla="*/ 0 h 3088658"/>
              <a:gd name="connsiteX1" fmla="*/ 1330669 w 1330669"/>
              <a:gd name="connsiteY1" fmla="*/ 0 h 3088658"/>
              <a:gd name="connsiteX2" fmla="*/ 1330669 w 1330669"/>
              <a:gd name="connsiteY2" fmla="*/ 3088658 h 3088658"/>
              <a:gd name="connsiteX3" fmla="*/ 1265038 w 1330669"/>
              <a:gd name="connsiteY3" fmla="*/ 3075052 h 3088658"/>
              <a:gd name="connsiteX4" fmla="*/ 84101 w 1330669"/>
              <a:gd name="connsiteY4" fmla="*/ 918166 h 3088658"/>
              <a:gd name="connsiteX5" fmla="*/ 3100 w 1330669"/>
              <a:gd name="connsiteY5" fmla="*/ 15153 h 308865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1330669" h="3088658">
                <a:moveTo>
                  <a:pt x="0" y="0"/>
                </a:moveTo>
                <a:lnTo>
                  <a:pt x="1330669" y="0"/>
                </a:lnTo>
                <a:lnTo>
                  <a:pt x="1330669" y="3088658"/>
                </a:lnTo>
                <a:lnTo>
                  <a:pt x="1265038" y="3075052"/>
                </a:lnTo>
                <a:cubicBezTo>
                  <a:pt x="597017" y="2898062"/>
                  <a:pt x="64513" y="2241595"/>
                  <a:pt x="84101" y="918166"/>
                </a:cubicBezTo>
                <a:cubicBezTo>
                  <a:pt x="87550" y="637183"/>
                  <a:pt x="59230" y="331259"/>
                  <a:pt x="3100" y="15153"/>
                </a:cubicBezTo>
                <a:close/>
              </a:path>
            </a:pathLst>
          </a:custGeom>
          <a:solidFill>
            <a:schemeClr val="accent1">
              <a:alpha val="50635"/>
            </a:schemeClr>
          </a:soli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16" name="glass card">
            <a:extLst>
              <a:ext uri="{FF2B5EF4-FFF2-40B4-BE49-F238E27FC236}">
                <a16:creationId xmlns:a16="http://schemas.microsoft.com/office/drawing/2014/main" id="{D9024B22-C102-71C1-8593-95259EC18972}"/>
              </a:ext>
            </a:extLst>
          </p:cNvPr>
          <p:cNvSpPr/>
          <p:nvPr userDrawn="1"/>
        </p:nvSpPr>
        <p:spPr>
          <a:xfrm>
            <a:off x="1474385" y="1005155"/>
            <a:ext cx="9243233" cy="4978750"/>
          </a:xfrm>
          <a:prstGeom prst="roundRect">
            <a:avLst>
              <a:gd name="adj" fmla="val 6806"/>
            </a:avLst>
          </a:prstGeom>
          <a:gradFill>
            <a:gsLst>
              <a:gs pos="99000">
                <a:schemeClr val="bg1">
                  <a:alpha val="3000"/>
                </a:schemeClr>
              </a:gs>
              <a:gs pos="46000">
                <a:schemeClr val="bg1">
                  <a:alpha val="17037"/>
                </a:schemeClr>
              </a:gs>
              <a:gs pos="6000">
                <a:schemeClr val="bg1">
                  <a:alpha val="13000"/>
                </a:schemeClr>
              </a:gs>
            </a:gsLst>
            <a:path path="circle">
              <a:fillToRect l="100000" t="100000"/>
            </a:path>
          </a:gradFill>
          <a:ln w="6350">
            <a:noFill/>
          </a:ln>
          <a:effectLst>
            <a:outerShdw blurRad="63500" dist="38100" dir="5400000" sx="1000" sy="1000" algn="t" rotWithShape="0">
              <a:prstClr val="black">
                <a:alpha val="0"/>
              </a:prstClr>
            </a:outerShdw>
          </a:effec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377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494248F2-5264-4601-AA0B-6C092F77F2D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2228088" y="2157984"/>
            <a:ext cx="7735824" cy="1069848"/>
          </a:xfrm>
        </p:spPr>
        <p:txBody>
          <a:bodyPr anchor="b">
            <a:noAutofit/>
          </a:bodyPr>
          <a:lstStyle>
            <a:lvl1pPr algn="ctr">
              <a:defRPr sz="40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CFB69D3-5632-4285-A209-9DCA67DA668C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2228088" y="3685032"/>
            <a:ext cx="7735824" cy="1133856"/>
          </a:xfrm>
        </p:spPr>
        <p:txBody>
          <a:bodyPr>
            <a:noAutofit/>
          </a:bodyPr>
          <a:lstStyle>
            <a:lvl1pPr marL="0" indent="0" algn="ctr">
              <a:lnSpc>
                <a:spcPct val="100000"/>
              </a:lnSpc>
              <a:buNone/>
              <a:defRPr sz="1800"/>
            </a:lvl1pPr>
            <a:lvl2pPr marL="457189" indent="0" algn="ctr">
              <a:buNone/>
              <a:defRPr sz="2000"/>
            </a:lvl2pPr>
            <a:lvl3pPr marL="914377" indent="0" algn="ctr">
              <a:buNone/>
              <a:defRPr sz="1800"/>
            </a:lvl3pPr>
            <a:lvl4pPr marL="1371566" indent="0" algn="ctr">
              <a:buNone/>
              <a:defRPr sz="1600"/>
            </a:lvl4pPr>
            <a:lvl5pPr marL="1828754" indent="0" algn="ctr">
              <a:buNone/>
              <a:defRPr sz="1600"/>
            </a:lvl5pPr>
            <a:lvl6pPr marL="2285943" indent="0" algn="ctr">
              <a:buNone/>
              <a:defRPr sz="1600"/>
            </a:lvl6pPr>
            <a:lvl7pPr marL="2743131" indent="0" algn="ctr">
              <a:buNone/>
              <a:defRPr sz="1600"/>
            </a:lvl7pPr>
            <a:lvl8pPr marL="3200320" indent="0" algn="ctr">
              <a:buNone/>
              <a:defRPr sz="1600"/>
            </a:lvl8pPr>
            <a:lvl9pPr marL="3657509" indent="0" algn="ctr">
              <a:buNone/>
              <a:defRPr sz="1600"/>
            </a:lvl9pPr>
          </a:lstStyle>
          <a:p>
            <a:r>
              <a:rPr lang="en-US" altLang="zh-HK"/>
              <a:t>Click to edit Master subtitle style</a:t>
            </a:r>
            <a:endParaRPr lang="en-US" dirty="0"/>
          </a:p>
        </p:txBody>
      </p:sp>
      <p:cxnSp>
        <p:nvCxnSpPr>
          <p:cNvPr id="28" name="Straight Connector 27">
            <a:extLst>
              <a:ext uri="{FF2B5EF4-FFF2-40B4-BE49-F238E27FC236}">
                <a16:creationId xmlns:a16="http://schemas.microsoft.com/office/drawing/2014/main" id="{93303B57-FF55-B795-FAE7-5EF26BFCBEF3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6115287" y="2597114"/>
            <a:ext cx="0" cy="1655180"/>
          </a:xfrm>
          <a:prstGeom prst="line">
            <a:avLst/>
          </a:prstGeom>
          <a:ln>
            <a:solidFill>
              <a:schemeClr val="tx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Freeform: Shape 20">
            <a:extLst>
              <a:ext uri="{FF2B5EF4-FFF2-40B4-BE49-F238E27FC236}">
                <a16:creationId xmlns:a16="http://schemas.microsoft.com/office/drawing/2014/main" id="{8A78F28F-70CE-7FE2-ACE1-FA2D7C1CE590}"/>
              </a:ext>
            </a:extLst>
          </p:cNvPr>
          <p:cNvSpPr/>
          <p:nvPr userDrawn="1"/>
        </p:nvSpPr>
        <p:spPr>
          <a:xfrm>
            <a:off x="2" y="0"/>
            <a:ext cx="2862855" cy="1527696"/>
          </a:xfrm>
          <a:custGeom>
            <a:avLst/>
            <a:gdLst>
              <a:gd name="connsiteX0" fmla="*/ 0 w 2862855"/>
              <a:gd name="connsiteY0" fmla="*/ 0 h 1527696"/>
              <a:gd name="connsiteX1" fmla="*/ 2862855 w 2862855"/>
              <a:gd name="connsiteY1" fmla="*/ 0 h 1527696"/>
              <a:gd name="connsiteX2" fmla="*/ 2757362 w 2862855"/>
              <a:gd name="connsiteY2" fmla="*/ 85011 h 1527696"/>
              <a:gd name="connsiteX3" fmla="*/ 1949659 w 2862855"/>
              <a:gd name="connsiteY3" fmla="*/ 424032 h 1527696"/>
              <a:gd name="connsiteX4" fmla="*/ 170555 w 2862855"/>
              <a:gd name="connsiteY4" fmla="*/ 1373059 h 1527696"/>
              <a:gd name="connsiteX5" fmla="*/ 0 w 2862855"/>
              <a:gd name="connsiteY5" fmla="*/ 1527696 h 1527696"/>
              <a:gd name="connsiteX6" fmla="*/ 0 w 2862855"/>
              <a:gd name="connsiteY6" fmla="*/ 872969 h 152769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</a:cxnLst>
            <a:rect l="l" t="t" r="r" b="b"/>
            <a:pathLst>
              <a:path w="2862855" h="1527696">
                <a:moveTo>
                  <a:pt x="0" y="0"/>
                </a:moveTo>
                <a:lnTo>
                  <a:pt x="2862855" y="0"/>
                </a:lnTo>
                <a:lnTo>
                  <a:pt x="2757362" y="85011"/>
                </a:lnTo>
                <a:cubicBezTo>
                  <a:pt x="2560942" y="227521"/>
                  <a:pt x="2295416" y="345289"/>
                  <a:pt x="1949659" y="424032"/>
                </a:cubicBezTo>
                <a:cubicBezTo>
                  <a:pt x="1377417" y="555874"/>
                  <a:pt x="700343" y="918207"/>
                  <a:pt x="170555" y="1373059"/>
                </a:cubicBezTo>
                <a:lnTo>
                  <a:pt x="0" y="1527696"/>
                </a:lnTo>
                <a:lnTo>
                  <a:pt x="0" y="872969"/>
                </a:lnTo>
                <a:close/>
              </a:path>
            </a:pathLst>
          </a:custGeom>
          <a:gradFill flip="none" rotWithShape="1">
            <a:gsLst>
              <a:gs pos="100000">
                <a:schemeClr val="accent3">
                  <a:lumMod val="25000"/>
                  <a:alpha val="40000"/>
                </a:schemeClr>
              </a:gs>
              <a:gs pos="0">
                <a:schemeClr val="accent4">
                  <a:alpha val="69786"/>
                </a:schemeClr>
              </a:gs>
            </a:gsLst>
            <a:path path="circle">
              <a:fillToRect l="100000" b="100000"/>
            </a:path>
            <a:tileRect t="-100000" r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  <p:sp>
        <p:nvSpPr>
          <p:cNvPr id="29" name="Freeform: Shape 28">
            <a:extLst>
              <a:ext uri="{FF2B5EF4-FFF2-40B4-BE49-F238E27FC236}">
                <a16:creationId xmlns:a16="http://schemas.microsoft.com/office/drawing/2014/main" id="{294AB31D-FEF2-F3B0-D726-81CE48F895EA}"/>
              </a:ext>
            </a:extLst>
          </p:cNvPr>
          <p:cNvSpPr/>
          <p:nvPr userDrawn="1"/>
        </p:nvSpPr>
        <p:spPr>
          <a:xfrm>
            <a:off x="3" y="4761091"/>
            <a:ext cx="3131151" cy="2096908"/>
          </a:xfrm>
          <a:custGeom>
            <a:avLst/>
            <a:gdLst>
              <a:gd name="connsiteX0" fmla="*/ 186163 w 3131151"/>
              <a:gd name="connsiteY0" fmla="*/ 0 h 2096908"/>
              <a:gd name="connsiteX1" fmla="*/ 2469297 w 3131151"/>
              <a:gd name="connsiteY1" fmla="*/ 1411265 h 2096908"/>
              <a:gd name="connsiteX2" fmla="*/ 3026909 w 3131151"/>
              <a:gd name="connsiteY2" fmla="*/ 2004423 h 2096908"/>
              <a:gd name="connsiteX3" fmla="*/ 3131151 w 3131151"/>
              <a:gd name="connsiteY3" fmla="*/ 2096908 h 2096908"/>
              <a:gd name="connsiteX4" fmla="*/ 0 w 3131151"/>
              <a:gd name="connsiteY4" fmla="*/ 2096908 h 2096908"/>
              <a:gd name="connsiteX5" fmla="*/ 0 w 3131151"/>
              <a:gd name="connsiteY5" fmla="*/ 4640 h 209690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</a:cxnLst>
            <a:rect l="l" t="t" r="r" b="b"/>
            <a:pathLst>
              <a:path w="3131151" h="2096908">
                <a:moveTo>
                  <a:pt x="186163" y="0"/>
                </a:moveTo>
                <a:cubicBezTo>
                  <a:pt x="883663" y="24692"/>
                  <a:pt x="1675023" y="432572"/>
                  <a:pt x="2469297" y="1411265"/>
                </a:cubicBezTo>
                <a:cubicBezTo>
                  <a:pt x="2632187" y="1610943"/>
                  <a:pt x="2819757" y="1809855"/>
                  <a:pt x="3026909" y="2004423"/>
                </a:cubicBezTo>
                <a:lnTo>
                  <a:pt x="3131151" y="2096908"/>
                </a:lnTo>
                <a:lnTo>
                  <a:pt x="0" y="2096908"/>
                </a:lnTo>
                <a:lnTo>
                  <a:pt x="0" y="4640"/>
                </a:lnTo>
                <a:close/>
              </a:path>
            </a:pathLst>
          </a:custGeom>
          <a:gradFill flip="none" rotWithShape="1">
            <a:gsLst>
              <a:gs pos="47000">
                <a:schemeClr val="accent6">
                  <a:alpha val="51365"/>
                </a:schemeClr>
              </a:gs>
              <a:gs pos="100000">
                <a:schemeClr val="accent4">
                  <a:alpha val="24386"/>
                </a:schemeClr>
              </a:gs>
            </a:gsLst>
            <a:path path="circle">
              <a:fillToRect r="100000" b="100000"/>
            </a:path>
            <a:tileRect l="-100000" t="-100000"/>
          </a:gradFill>
          <a:ln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lvl="0" algn="ctr"/>
            <a:endParaRPr lang="en-US" sz="1800" dirty="0">
              <a:solidFill>
                <a:schemeClr val="tx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4293843047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secHead" preserve="1">
  <p:cSld name="Clos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2DFA2E8-50A1-4465-AC33-6FAC0E7736E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92824" y="1856232"/>
            <a:ext cx="4718304" cy="1069848"/>
          </a:xfrm>
        </p:spPr>
        <p:txBody>
          <a:bodyPr anchor="b">
            <a:noAutofit/>
          </a:bodyPr>
          <a:lstStyle>
            <a:lvl1pPr>
              <a:defRPr sz="48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E65DE34-CDB7-41F7-A95A-592B99558C6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601968" y="3374136"/>
            <a:ext cx="4709160" cy="2395728"/>
          </a:xfrm>
        </p:spPr>
        <p:txBody>
          <a:bodyPr/>
          <a:lstStyle>
            <a:lvl1pPr marL="0" indent="0">
              <a:buNone/>
              <a:defRPr sz="2400">
                <a:solidFill>
                  <a:schemeClr val="bg1"/>
                </a:solidFill>
              </a:defRPr>
            </a:lvl1pPr>
            <a:lvl2pPr marL="457189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377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566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754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5943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131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32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5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7" name="Freeform 14">
            <a:extLst>
              <a:ext uri="{FF2B5EF4-FFF2-40B4-BE49-F238E27FC236}">
                <a16:creationId xmlns:a16="http://schemas.microsoft.com/office/drawing/2014/main" id="{907BDD9A-3C2A-A21B-A425-1BB45BF5C103}"/>
              </a:ext>
            </a:extLst>
          </p:cNvPr>
          <p:cNvSpPr/>
          <p:nvPr userDrawn="1"/>
        </p:nvSpPr>
        <p:spPr>
          <a:xfrm rot="5400000" flipH="1" flipV="1">
            <a:off x="-1248967" y="1248971"/>
            <a:ext cx="6858000" cy="4360065"/>
          </a:xfrm>
          <a:custGeom>
            <a:avLst/>
            <a:gdLst>
              <a:gd name="connsiteX0" fmla="*/ 6858000 w 6858000"/>
              <a:gd name="connsiteY0" fmla="*/ 0 h 4360065"/>
              <a:gd name="connsiteX1" fmla="*/ 6858000 w 6858000"/>
              <a:gd name="connsiteY1" fmla="*/ 4019634 h 4360065"/>
              <a:gd name="connsiteX2" fmla="*/ 6786526 w 6858000"/>
              <a:gd name="connsiteY2" fmla="*/ 3987694 h 4360065"/>
              <a:gd name="connsiteX3" fmla="*/ 4380589 w 6858000"/>
              <a:gd name="connsiteY3" fmla="*/ 3270469 h 4360065"/>
              <a:gd name="connsiteX4" fmla="*/ 1148443 w 6858000"/>
              <a:gd name="connsiteY4" fmla="*/ 4360028 h 4360065"/>
              <a:gd name="connsiteX5" fmla="*/ 93033 w 6858000"/>
              <a:gd name="connsiteY5" fmla="*/ 4174462 h 4360065"/>
              <a:gd name="connsiteX6" fmla="*/ 0 w 6858000"/>
              <a:gd name="connsiteY6" fmla="*/ 4134599 h 4360065"/>
              <a:gd name="connsiteX7" fmla="*/ 0 w 6858000"/>
              <a:gd name="connsiteY7" fmla="*/ 0 h 4360065"/>
              <a:gd name="connsiteX8" fmla="*/ 6858000 w 6858000"/>
              <a:gd name="connsiteY8" fmla="*/ 0 h 436006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</a:cxnLst>
            <a:rect l="l" t="t" r="r" b="b"/>
            <a:pathLst>
              <a:path w="6858000" h="4360065">
                <a:moveTo>
                  <a:pt x="6858000" y="0"/>
                </a:moveTo>
                <a:lnTo>
                  <a:pt x="6858000" y="4019634"/>
                </a:lnTo>
                <a:lnTo>
                  <a:pt x="6786526" y="3987694"/>
                </a:lnTo>
                <a:cubicBezTo>
                  <a:pt x="6330423" y="3769997"/>
                  <a:pt x="5587519" y="3251791"/>
                  <a:pt x="4380589" y="3270469"/>
                </a:cubicBezTo>
                <a:cubicBezTo>
                  <a:pt x="3001241" y="3291816"/>
                  <a:pt x="2442968" y="4353863"/>
                  <a:pt x="1148443" y="4360028"/>
                </a:cubicBezTo>
                <a:cubicBezTo>
                  <a:pt x="743904" y="4361955"/>
                  <a:pt x="389317" y="4288650"/>
                  <a:pt x="93033" y="4174462"/>
                </a:cubicBezTo>
                <a:lnTo>
                  <a:pt x="0" y="4134599"/>
                </a:lnTo>
                <a:lnTo>
                  <a:pt x="0" y="0"/>
                </a:lnTo>
                <a:lnTo>
                  <a:pt x="6858000" y="0"/>
                </a:lnTo>
                <a:close/>
              </a:path>
            </a:pathLst>
          </a:custGeom>
          <a:solidFill>
            <a:schemeClr val="accent4">
              <a:alpha val="14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8" name="Freeform 16">
            <a:extLst>
              <a:ext uri="{FF2B5EF4-FFF2-40B4-BE49-F238E27FC236}">
                <a16:creationId xmlns:a16="http://schemas.microsoft.com/office/drawing/2014/main" id="{989D7F61-B47A-97D5-F725-EC5EFE81187A}"/>
              </a:ext>
            </a:extLst>
          </p:cNvPr>
          <p:cNvSpPr/>
          <p:nvPr userDrawn="1"/>
        </p:nvSpPr>
        <p:spPr>
          <a:xfrm rot="16200000" flipH="1">
            <a:off x="-952024" y="952026"/>
            <a:ext cx="6858000" cy="4953951"/>
          </a:xfrm>
          <a:custGeom>
            <a:avLst/>
            <a:gdLst>
              <a:gd name="connsiteX0" fmla="*/ 0 w 6858000"/>
              <a:gd name="connsiteY0" fmla="*/ 0 h 4953950"/>
              <a:gd name="connsiteX1" fmla="*/ 0 w 6858000"/>
              <a:gd name="connsiteY1" fmla="*/ 4289773 h 4953950"/>
              <a:gd name="connsiteX2" fmla="*/ 181159 w 6858000"/>
              <a:gd name="connsiteY2" fmla="*/ 4411259 h 4953950"/>
              <a:gd name="connsiteX3" fmla="*/ 2222746 w 6858000"/>
              <a:gd name="connsiteY3" fmla="*/ 4953891 h 4953950"/>
              <a:gd name="connsiteX4" fmla="*/ 6808516 w 6858000"/>
              <a:gd name="connsiteY4" fmla="*/ 3223031 h 4953950"/>
              <a:gd name="connsiteX5" fmla="*/ 6858000 w 6858000"/>
              <a:gd name="connsiteY5" fmla="*/ 3220931 h 4953950"/>
              <a:gd name="connsiteX6" fmla="*/ 6858000 w 6858000"/>
              <a:gd name="connsiteY6" fmla="*/ 0 h 4953950"/>
              <a:gd name="connsiteX7" fmla="*/ 0 w 6858000"/>
              <a:gd name="connsiteY7" fmla="*/ 0 h 495395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</a:cxnLst>
            <a:rect l="l" t="t" r="r" b="b"/>
            <a:pathLst>
              <a:path w="6858000" h="4953950">
                <a:moveTo>
                  <a:pt x="0" y="0"/>
                </a:moveTo>
                <a:lnTo>
                  <a:pt x="0" y="4289773"/>
                </a:lnTo>
                <a:lnTo>
                  <a:pt x="181159" y="4411259"/>
                </a:lnTo>
                <a:cubicBezTo>
                  <a:pt x="694541" y="4727180"/>
                  <a:pt x="1386349" y="4958196"/>
                  <a:pt x="2222746" y="4953891"/>
                </a:cubicBezTo>
                <a:cubicBezTo>
                  <a:pt x="4074768" y="4944360"/>
                  <a:pt x="4906383" y="3353427"/>
                  <a:pt x="6808516" y="3223031"/>
                </a:cubicBezTo>
                <a:lnTo>
                  <a:pt x="6858000" y="322093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 flip="none" rotWithShape="1">
            <a:gsLst>
              <a:gs pos="20000">
                <a:schemeClr val="accent6">
                  <a:alpha val="52965"/>
                </a:schemeClr>
              </a:gs>
              <a:gs pos="90000">
                <a:schemeClr val="accent5">
                  <a:lumMod val="50000"/>
                  <a:alpha val="72473"/>
                </a:schemeClr>
              </a:gs>
            </a:gsLst>
            <a:path path="circle">
              <a:fillToRect l="100000" t="100000"/>
            </a:path>
            <a:tileRect r="-100000" b="-10000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sp>
        <p:nvSpPr>
          <p:cNvPr id="9" name="Freeform 17">
            <a:extLst>
              <a:ext uri="{FF2B5EF4-FFF2-40B4-BE49-F238E27FC236}">
                <a16:creationId xmlns:a16="http://schemas.microsoft.com/office/drawing/2014/main" id="{A70008D0-0FB3-5B8D-3060-6EDD9E247095}"/>
              </a:ext>
            </a:extLst>
          </p:cNvPr>
          <p:cNvSpPr/>
          <p:nvPr userDrawn="1"/>
        </p:nvSpPr>
        <p:spPr>
          <a:xfrm rot="16200000" flipH="1">
            <a:off x="-1513891" y="1513892"/>
            <a:ext cx="6858000" cy="3830219"/>
          </a:xfrm>
          <a:custGeom>
            <a:avLst/>
            <a:gdLst>
              <a:gd name="connsiteX0" fmla="*/ 0 w 6858000"/>
              <a:gd name="connsiteY0" fmla="*/ 0 h 3830219"/>
              <a:gd name="connsiteX1" fmla="*/ 0 w 6858000"/>
              <a:gd name="connsiteY1" fmla="*/ 2994317 h 3830219"/>
              <a:gd name="connsiteX2" fmla="*/ 150933 w 6858000"/>
              <a:gd name="connsiteY2" fmla="*/ 2952927 h 3830219"/>
              <a:gd name="connsiteX3" fmla="*/ 533317 w 6858000"/>
              <a:gd name="connsiteY3" fmla="*/ 2907735 h 3830219"/>
              <a:gd name="connsiteX4" fmla="*/ 2516906 w 6858000"/>
              <a:gd name="connsiteY4" fmla="*/ 3558655 h 3830219"/>
              <a:gd name="connsiteX5" fmla="*/ 2542419 w 6858000"/>
              <a:gd name="connsiteY5" fmla="*/ 3568616 h 3830219"/>
              <a:gd name="connsiteX6" fmla="*/ 2607100 w 6858000"/>
              <a:gd name="connsiteY6" fmla="*/ 3608308 h 3830219"/>
              <a:gd name="connsiteX7" fmla="*/ 3580199 w 6858000"/>
              <a:gd name="connsiteY7" fmla="*/ 3830188 h 3830219"/>
              <a:gd name="connsiteX8" fmla="*/ 6145368 w 6858000"/>
              <a:gd name="connsiteY8" fmla="*/ 2895740 h 3830219"/>
              <a:gd name="connsiteX9" fmla="*/ 6711794 w 6858000"/>
              <a:gd name="connsiteY9" fmla="*/ 2941805 h 3830219"/>
              <a:gd name="connsiteX10" fmla="*/ 6858000 w 6858000"/>
              <a:gd name="connsiteY10" fmla="*/ 2973381 h 3830219"/>
              <a:gd name="connsiteX11" fmla="*/ 6858000 w 6858000"/>
              <a:gd name="connsiteY11" fmla="*/ 0 h 3830219"/>
              <a:gd name="connsiteX12" fmla="*/ 0 w 6858000"/>
              <a:gd name="connsiteY12" fmla="*/ 0 h 383021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</a:cxnLst>
            <a:rect l="l" t="t" r="r" b="b"/>
            <a:pathLst>
              <a:path w="6858000" h="3830219">
                <a:moveTo>
                  <a:pt x="0" y="0"/>
                </a:moveTo>
                <a:lnTo>
                  <a:pt x="0" y="2994317"/>
                </a:lnTo>
                <a:lnTo>
                  <a:pt x="150933" y="2952927"/>
                </a:lnTo>
                <a:cubicBezTo>
                  <a:pt x="269822" y="2926258"/>
                  <a:pt x="396478" y="2910024"/>
                  <a:pt x="533317" y="2907735"/>
                </a:cubicBezTo>
                <a:cubicBezTo>
                  <a:pt x="1559606" y="2890571"/>
                  <a:pt x="2163137" y="3401988"/>
                  <a:pt x="2516906" y="3558655"/>
                </a:cubicBezTo>
                <a:lnTo>
                  <a:pt x="2542419" y="3568616"/>
                </a:lnTo>
                <a:lnTo>
                  <a:pt x="2607100" y="3608308"/>
                </a:lnTo>
                <a:cubicBezTo>
                  <a:pt x="2866745" y="3741243"/>
                  <a:pt x="3194928" y="3832171"/>
                  <a:pt x="3580199" y="3830188"/>
                </a:cubicBezTo>
                <a:cubicBezTo>
                  <a:pt x="4607589" y="3824901"/>
                  <a:pt x="5050658" y="2914049"/>
                  <a:pt x="6145368" y="2895740"/>
                </a:cubicBezTo>
                <a:cubicBezTo>
                  <a:pt x="6350626" y="2892307"/>
                  <a:pt x="6538973" y="2910018"/>
                  <a:pt x="6711794" y="2941805"/>
                </a:cubicBezTo>
                <a:lnTo>
                  <a:pt x="6858000" y="2973381"/>
                </a:lnTo>
                <a:lnTo>
                  <a:pt x="6858000" y="0"/>
                </a:lnTo>
                <a:lnTo>
                  <a:pt x="0" y="0"/>
                </a:lnTo>
                <a:close/>
              </a:path>
            </a:pathLst>
          </a:custGeom>
          <a:gradFill>
            <a:gsLst>
              <a:gs pos="45000">
                <a:schemeClr val="accent6">
                  <a:alpha val="29951"/>
                </a:schemeClr>
              </a:gs>
              <a:gs pos="99000">
                <a:schemeClr val="accent4">
                  <a:lumMod val="75000"/>
                  <a:alpha val="27340"/>
                </a:schemeClr>
              </a:gs>
            </a:gsLst>
            <a:path path="circle">
              <a:fillToRect l="100000" t="100000"/>
            </a:path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 sz="1800" dirty="0"/>
          </a:p>
        </p:txBody>
      </p: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4CA6FFAC-0E5C-DA2F-C0F9-D5602F928AEC}"/>
              </a:ext>
            </a:extLst>
          </p:cNvPr>
          <p:cNvCxnSpPr>
            <a:cxnSpLocks/>
          </p:cNvCxnSpPr>
          <p:nvPr userDrawn="1"/>
        </p:nvCxnSpPr>
        <p:spPr>
          <a:xfrm rot="5400000">
            <a:off x="7545111" y="2275587"/>
            <a:ext cx="0" cy="1655180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263503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2F7D74-558F-4816-9367-4004FFA2B6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>
            <a:lvl1pPr>
              <a:defRPr sz="4000"/>
            </a:lvl1pPr>
          </a:lstStyle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6069ADF-8CD9-4E77-BB8D-70D8824C5AE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75F077D-E901-4AA9-B062-1C37FF407B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E7B5E76-E101-4994-92F5-1F540EB16A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249F242-2699-411D-B3F7-3D6D480E495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10694361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B5ED18-7A07-47F1-8056-CD86B076AFE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356206-85FD-45F5-A1F7-128DB34C860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203763F-C8CD-4BCB-9A0A-B10F000BC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76947594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AC6CA6E-C1AB-4B24-80C7-A4B12640B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F5EFB41-7AD3-4519-95E7-416BFA1AECA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75107226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05BD6A3-F987-4FCC-A6EF-2EF0D33C08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C3F06A0-63CE-4272-B90E-4F20296BFB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08467220-06E3-427A-B4D3-9B0030E09DBB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5AEF53B-C85C-47DB-ADE4-C1D9FA68294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FD4FD38-14E5-4C36-B948-8BF3F794ED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799200540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308F2A-1C19-4116-80DF-E24EDDF283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 altLang="zh-HK"/>
              <a:t>Click to edit Master title style</a:t>
            </a:r>
            <a:endParaRPr lang="en-US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08A489A7-7CA6-4CC9-B634-FCB2E102C6B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7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189" indent="0">
              <a:buNone/>
              <a:defRPr sz="2800"/>
            </a:lvl2pPr>
            <a:lvl3pPr marL="914377" indent="0">
              <a:buNone/>
              <a:defRPr sz="2400"/>
            </a:lvl3pPr>
            <a:lvl4pPr marL="1371566" indent="0">
              <a:buNone/>
              <a:defRPr sz="2000"/>
            </a:lvl4pPr>
            <a:lvl5pPr marL="1828754" indent="0">
              <a:buNone/>
              <a:defRPr sz="2000"/>
            </a:lvl5pPr>
            <a:lvl6pPr marL="2285943" indent="0">
              <a:buNone/>
              <a:defRPr sz="2000"/>
            </a:lvl6pPr>
            <a:lvl7pPr marL="2743131" indent="0">
              <a:buNone/>
              <a:defRPr sz="2000"/>
            </a:lvl7pPr>
            <a:lvl8pPr marL="3200320" indent="0">
              <a:buNone/>
              <a:defRPr sz="2000"/>
            </a:lvl8pPr>
            <a:lvl9pPr marL="3657509" indent="0">
              <a:buNone/>
              <a:defRPr sz="2000"/>
            </a:lvl9pPr>
          </a:lstStyle>
          <a:p>
            <a:r>
              <a:rPr lang="en-US" altLang="zh-HK"/>
              <a:t>Click icon to add picture</a:t>
            </a:r>
            <a:endParaRPr lang="en-US" dirty="0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7DF5F80D-1DB9-4E0A-8F68-924FC1C9C3B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189" indent="0">
              <a:buNone/>
              <a:defRPr sz="1400"/>
            </a:lvl2pPr>
            <a:lvl3pPr marL="914377" indent="0">
              <a:buNone/>
              <a:defRPr sz="1200"/>
            </a:lvl3pPr>
            <a:lvl4pPr marL="1371566" indent="0">
              <a:buNone/>
              <a:defRPr sz="1000"/>
            </a:lvl4pPr>
            <a:lvl5pPr marL="1828754" indent="0">
              <a:buNone/>
              <a:defRPr sz="1000"/>
            </a:lvl5pPr>
            <a:lvl6pPr marL="2285943" indent="0">
              <a:buNone/>
              <a:defRPr sz="1000"/>
            </a:lvl6pPr>
            <a:lvl7pPr marL="2743131" indent="0">
              <a:buNone/>
              <a:defRPr sz="1000"/>
            </a:lvl7pPr>
            <a:lvl8pPr marL="3200320" indent="0">
              <a:buNone/>
              <a:defRPr sz="1000"/>
            </a:lvl8pPr>
            <a:lvl9pPr marL="3657509" indent="0">
              <a:buNone/>
              <a:defRPr sz="1000"/>
            </a:lvl9pPr>
          </a:lstStyle>
          <a:p>
            <a:pPr lvl="0"/>
            <a:r>
              <a:rPr lang="en-US" altLang="zh-HK"/>
              <a:t>Click to edit Master text styles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8DA4DA3-10C7-48A6-9B15-38222B8CAD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Crypto: investing &amp; trading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584E7EE-5B3B-427E-9807-020AEF8C76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516598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9198F9AA-2C87-421D-97C1-B4248DFDC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832104"/>
            <a:ext cx="10881360" cy="1069848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/>
          <a:p>
            <a:r>
              <a:rPr lang="en-US" altLang="zh-HK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E98FC63-C8D2-4CE6-A3F1-EE8ED24590C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1014984" y="2212848"/>
            <a:ext cx="10332720" cy="354787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/>
          <a:p>
            <a:pPr lvl="0"/>
            <a:r>
              <a:rPr lang="en-US" altLang="zh-HK"/>
              <a:t>Click to edit Master text styles</a:t>
            </a:r>
          </a:p>
          <a:p>
            <a:pPr lvl="1"/>
            <a:r>
              <a:rPr lang="en-US" altLang="zh-HK"/>
              <a:t>Second level</a:t>
            </a:r>
          </a:p>
          <a:p>
            <a:pPr lvl="2"/>
            <a:r>
              <a:rPr lang="en-US" altLang="zh-HK"/>
              <a:t>Third level</a:t>
            </a:r>
          </a:p>
          <a:p>
            <a:pPr lvl="3"/>
            <a:r>
              <a:rPr lang="en-US" altLang="zh-HK"/>
              <a:t>Fourth level</a:t>
            </a:r>
          </a:p>
          <a:p>
            <a:pPr lvl="4"/>
            <a:r>
              <a:rPr lang="en-US" altLang="zh-HK"/>
              <a:t>Fifth level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DC57CF0-034F-450D-937C-718D5AF1A0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ctr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fld id="{294A09A9-5501-47C1-A89A-A340965A2BE2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0567522-C3B6-46EB-A361-BEC2510B00C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66344" y="6190488"/>
            <a:ext cx="2331720" cy="274320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 algn="l">
              <a:defRPr sz="1200" b="0" i="0">
                <a:solidFill>
                  <a:schemeClr val="bg1"/>
                </a:solidFill>
                <a:latin typeface="+mn-lt"/>
                <a:cs typeface="Segoe UI Light" panose="020B0502040204020203" pitchFamily="34" charset="0"/>
              </a:defRPr>
            </a:lvl1pPr>
          </a:lstStyle>
          <a:p>
            <a:r>
              <a:rPr lang="en-US"/>
              <a:t>Crypto: investing &amp; trading</a:t>
            </a:r>
            <a:endParaRPr lang="en-US" dirty="0"/>
          </a:p>
        </p:txBody>
      </p:sp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2BA4A2D6-617E-EEA3-E4EE-5BDB472F6A43}"/>
              </a:ext>
            </a:extLst>
          </p:cNvPr>
          <p:cNvCxnSpPr>
            <a:cxnSpLocks/>
          </p:cNvCxnSpPr>
          <p:nvPr userDrawn="1"/>
        </p:nvCxnSpPr>
        <p:spPr>
          <a:xfrm>
            <a:off x="594171" y="846661"/>
            <a:ext cx="0" cy="5111012"/>
          </a:xfrm>
          <a:prstGeom prst="line">
            <a:avLst/>
          </a:prstGeom>
          <a:ln>
            <a:solidFill>
              <a:schemeClr val="accent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78835397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9" r:id="rId1"/>
    <p:sldLayoutId id="2147483660" r:id="rId2"/>
    <p:sldLayoutId id="2147483661" r:id="rId3"/>
    <p:sldLayoutId id="2147483662" r:id="rId4"/>
    <p:sldLayoutId id="2147483663" r:id="rId5"/>
    <p:sldLayoutId id="2147483664" r:id="rId6"/>
    <p:sldLayoutId id="2147483670" r:id="rId7"/>
    <p:sldLayoutId id="2147483669" r:id="rId8"/>
    <p:sldLayoutId id="2147483653" r:id="rId9"/>
    <p:sldLayoutId id="2147483665" r:id="rId10"/>
    <p:sldLayoutId id="2147483666" r:id="rId11"/>
    <p:sldLayoutId id="2147483667" r:id="rId12"/>
    <p:sldLayoutId id="2147483668" r:id="rId13"/>
    <p:sldLayoutId id="2147483651" r:id="rId14"/>
    <p:sldLayoutId id="2147483652" r:id="rId15"/>
    <p:sldLayoutId id="2147483654" r:id="rId16"/>
    <p:sldLayoutId id="2147483655" r:id="rId17"/>
    <p:sldLayoutId id="2147483656" r:id="rId18"/>
    <p:sldLayoutId id="2147483657" r:id="rId19"/>
  </p:sldLayoutIdLst>
  <p:hf hdr="0" dt="0"/>
  <p:txStyles>
    <p:titleStyle>
      <a:lvl1pPr algn="l" defTabSz="914377" rtl="0" eaLnBrk="1" latinLnBrk="0" hangingPunct="1">
        <a:lnSpc>
          <a:spcPct val="90000"/>
        </a:lnSpc>
        <a:spcBef>
          <a:spcPct val="0"/>
        </a:spcBef>
        <a:buNone/>
        <a:defRPr sz="4000" b="1" kern="1200" cap="all" spc="600" baseline="0">
          <a:solidFill>
            <a:schemeClr val="bg1"/>
          </a:solidFill>
          <a:latin typeface="+mj-lt"/>
          <a:ea typeface="+mj-ea"/>
          <a:cs typeface="+mj-cs"/>
        </a:defRPr>
      </a:lvl1pPr>
    </p:titleStyle>
    <p:bodyStyle>
      <a:lvl1pPr marL="228594" indent="-347463" algn="l" defTabSz="914377" rtl="0" eaLnBrk="1" latinLnBrk="0" hangingPunct="1">
        <a:lnSpc>
          <a:spcPct val="90000"/>
        </a:lnSpc>
        <a:spcBef>
          <a:spcPts val="1000"/>
        </a:spcBef>
        <a:buClr>
          <a:schemeClr val="accent6"/>
        </a:buClr>
        <a:buFont typeface="Courier New" panose="02070309020205020404" pitchFamily="49" charset="0"/>
        <a:buChar char="o"/>
        <a:defRPr sz="2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1pPr>
      <a:lvl2pPr marL="685783" indent="-347463" algn="l" defTabSz="914377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4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2pPr>
      <a:lvl3pPr marL="1142971" indent="-347463" algn="l" defTabSz="914377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20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3pPr>
      <a:lvl4pPr marL="1600160" indent="-347463" algn="l" defTabSz="914377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4pPr>
      <a:lvl5pPr marL="2057349" indent="-347463" algn="l" defTabSz="914377" rtl="0" eaLnBrk="1" latinLnBrk="0" hangingPunct="1">
        <a:lnSpc>
          <a:spcPct val="90000"/>
        </a:lnSpc>
        <a:spcBef>
          <a:spcPts val="500"/>
        </a:spcBef>
        <a:buClr>
          <a:schemeClr val="accent6"/>
        </a:buClr>
        <a:buFont typeface="Courier New" panose="02070309020205020404" pitchFamily="49" charset="0"/>
        <a:buChar char="o"/>
        <a:defRPr sz="1800" kern="1200">
          <a:solidFill>
            <a:schemeClr val="bg1"/>
          </a:solidFill>
          <a:latin typeface="+mn-lt"/>
          <a:ea typeface="+mn-ea"/>
          <a:cs typeface="Segoe UI" panose="020B0502040204020203" pitchFamily="34" charset="0"/>
        </a:defRPr>
      </a:lvl5pPr>
      <a:lvl6pPr marL="2514537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726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914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103" indent="-228594" algn="l" defTabSz="91437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8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77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566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754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943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131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320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509" algn="l" defTabSz="91437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  <p15:guide id="3" pos="240" userDrawn="1">
          <p15:clr>
            <a:srgbClr val="547EBF"/>
          </p15:clr>
        </p15:guide>
        <p15:guide id="4" orient="horz" pos="240" userDrawn="1">
          <p15:clr>
            <a:srgbClr val="547EBF"/>
          </p15:clr>
        </p15:guide>
        <p15:guide id="5" pos="7440" userDrawn="1">
          <p15:clr>
            <a:srgbClr val="547EBF"/>
          </p15:clr>
        </p15:guide>
        <p15:guide id="6" orient="horz" pos="4080" userDrawn="1">
          <p15:clr>
            <a:srgbClr val="547EBF"/>
          </p15:clr>
        </p15:guide>
        <p15:guide id="7" pos="3960" userDrawn="1">
          <p15:clr>
            <a:srgbClr val="547EBF"/>
          </p15:clr>
        </p15:guide>
        <p15:guide id="8" pos="3720" userDrawn="1">
          <p15:clr>
            <a:srgbClr val="547EBF"/>
          </p15:clr>
        </p15:guide>
        <p15:guide id="9" pos="2112" userDrawn="1">
          <p15:clr>
            <a:srgbClr val="547EBF"/>
          </p15:clr>
        </p15:guide>
        <p15:guide id="10" pos="1848" userDrawn="1">
          <p15:clr>
            <a:srgbClr val="547EBF"/>
          </p15:clr>
        </p15:guide>
        <p15:guide id="11" pos="5568" userDrawn="1">
          <p15:clr>
            <a:srgbClr val="547EBF"/>
          </p15:clr>
        </p15:guide>
        <p15:guide id="12" pos="5832" userDrawn="1">
          <p15:clr>
            <a:srgbClr val="547EBF"/>
          </p15:clr>
        </p15:guide>
        <p15:guide id="13" pos="4968" userDrawn="1">
          <p15:clr>
            <a:srgbClr val="9FCC3B"/>
          </p15:clr>
        </p15:guide>
        <p15:guide id="14" pos="5208" userDrawn="1">
          <p15:clr>
            <a:srgbClr val="9FCC3B"/>
          </p15:clr>
        </p15:guide>
        <p15:guide id="15" pos="2712" userDrawn="1">
          <p15:clr>
            <a:srgbClr val="9FCC3B"/>
          </p15:clr>
        </p15:guide>
        <p15:guide id="16" pos="2472" userDrawn="1">
          <p15:clr>
            <a:srgbClr val="9FCC3B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hyperlink" Target="https://pixnio.com/media/bank-buy-cash-investment-loan" TargetMode="Externa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0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0.svg"/><Relationship Id="rId3" Type="http://schemas.openxmlformats.org/officeDocument/2006/relationships/image" Target="../media/image5.png"/><Relationship Id="rId7" Type="http://schemas.openxmlformats.org/officeDocument/2006/relationships/image" Target="../media/image9.png"/><Relationship Id="rId12" Type="http://schemas.openxmlformats.org/officeDocument/2006/relationships/image" Target="../media/image14.svg"/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8.svg"/><Relationship Id="rId11" Type="http://schemas.openxmlformats.org/officeDocument/2006/relationships/image" Target="../media/image13.png"/><Relationship Id="rId5" Type="http://schemas.openxmlformats.org/officeDocument/2006/relationships/image" Target="../media/image7.png"/><Relationship Id="rId10" Type="http://schemas.openxmlformats.org/officeDocument/2006/relationships/image" Target="../media/image12.svg"/><Relationship Id="rId4" Type="http://schemas.openxmlformats.org/officeDocument/2006/relationships/image" Target="../media/image6.svg"/><Relationship Id="rId9" Type="http://schemas.openxmlformats.org/officeDocument/2006/relationships/image" Target="../media/image1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sv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3" Type="http://schemas.openxmlformats.org/officeDocument/2006/relationships/image" Target="../media/image14.svg"/><Relationship Id="rId21" Type="http://schemas.openxmlformats.org/officeDocument/2006/relationships/image" Target="../media/image31.svg"/><Relationship Id="rId7" Type="http://schemas.openxmlformats.org/officeDocument/2006/relationships/image" Target="../media/image18.svg"/><Relationship Id="rId12" Type="http://schemas.openxmlformats.org/officeDocument/2006/relationships/image" Target="../media/image22.png"/><Relationship Id="rId17" Type="http://schemas.openxmlformats.org/officeDocument/2006/relationships/image" Target="../media/image27.svg"/><Relationship Id="rId25" Type="http://schemas.openxmlformats.org/officeDocument/2006/relationships/image" Target="../media/image35.svg"/><Relationship Id="rId2" Type="http://schemas.openxmlformats.org/officeDocument/2006/relationships/image" Target="../media/image13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29" Type="http://schemas.openxmlformats.org/officeDocument/2006/relationships/image" Target="../media/image39.sv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7.png"/><Relationship Id="rId11" Type="http://schemas.openxmlformats.org/officeDocument/2006/relationships/image" Target="../media/image21.svg"/><Relationship Id="rId24" Type="http://schemas.openxmlformats.org/officeDocument/2006/relationships/image" Target="../media/image34.png"/><Relationship Id="rId5" Type="http://schemas.openxmlformats.org/officeDocument/2006/relationships/image" Target="../media/image16.svg"/><Relationship Id="rId15" Type="http://schemas.openxmlformats.org/officeDocument/2006/relationships/image" Target="../media/image25.svg"/><Relationship Id="rId23" Type="http://schemas.openxmlformats.org/officeDocument/2006/relationships/image" Target="../media/image33.svg"/><Relationship Id="rId28" Type="http://schemas.openxmlformats.org/officeDocument/2006/relationships/image" Target="../media/image38.png"/><Relationship Id="rId10" Type="http://schemas.openxmlformats.org/officeDocument/2006/relationships/image" Target="../media/image9.png"/><Relationship Id="rId19" Type="http://schemas.openxmlformats.org/officeDocument/2006/relationships/image" Target="../media/image29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svg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32.png"/><Relationship Id="rId13" Type="http://schemas.openxmlformats.org/officeDocument/2006/relationships/image" Target="../media/image25.svg"/><Relationship Id="rId18" Type="http://schemas.openxmlformats.org/officeDocument/2006/relationships/image" Target="../media/image11.png"/><Relationship Id="rId26" Type="http://schemas.openxmlformats.org/officeDocument/2006/relationships/image" Target="../media/image46.png"/><Relationship Id="rId3" Type="http://schemas.openxmlformats.org/officeDocument/2006/relationships/image" Target="../media/image14.svg"/><Relationship Id="rId21" Type="http://schemas.openxmlformats.org/officeDocument/2006/relationships/image" Target="../media/image41.svg"/><Relationship Id="rId7" Type="http://schemas.openxmlformats.org/officeDocument/2006/relationships/image" Target="../media/image21.svg"/><Relationship Id="rId12" Type="http://schemas.openxmlformats.org/officeDocument/2006/relationships/image" Target="../media/image24.png"/><Relationship Id="rId17" Type="http://schemas.openxmlformats.org/officeDocument/2006/relationships/image" Target="../media/image29.svg"/><Relationship Id="rId25" Type="http://schemas.openxmlformats.org/officeDocument/2006/relationships/image" Target="../media/image45.svg"/><Relationship Id="rId2" Type="http://schemas.openxmlformats.org/officeDocument/2006/relationships/image" Target="../media/image13.png"/><Relationship Id="rId16" Type="http://schemas.openxmlformats.org/officeDocument/2006/relationships/image" Target="../media/image28.png"/><Relationship Id="rId20" Type="http://schemas.openxmlformats.org/officeDocument/2006/relationships/image" Target="../media/image40.png"/><Relationship Id="rId29" Type="http://schemas.openxmlformats.org/officeDocument/2006/relationships/image" Target="../media/image39.sv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9.png"/><Relationship Id="rId11" Type="http://schemas.openxmlformats.org/officeDocument/2006/relationships/image" Target="../media/image35.svg"/><Relationship Id="rId24" Type="http://schemas.openxmlformats.org/officeDocument/2006/relationships/image" Target="../media/image44.png"/><Relationship Id="rId5" Type="http://schemas.openxmlformats.org/officeDocument/2006/relationships/image" Target="../media/image20.svg"/><Relationship Id="rId15" Type="http://schemas.openxmlformats.org/officeDocument/2006/relationships/image" Target="../media/image27.svg"/><Relationship Id="rId23" Type="http://schemas.openxmlformats.org/officeDocument/2006/relationships/image" Target="../media/image43.svg"/><Relationship Id="rId28" Type="http://schemas.openxmlformats.org/officeDocument/2006/relationships/image" Target="../media/image38.png"/><Relationship Id="rId10" Type="http://schemas.openxmlformats.org/officeDocument/2006/relationships/image" Target="../media/image34.png"/><Relationship Id="rId19" Type="http://schemas.openxmlformats.org/officeDocument/2006/relationships/image" Target="../media/image12.svg"/><Relationship Id="rId4" Type="http://schemas.openxmlformats.org/officeDocument/2006/relationships/image" Target="../media/image19.png"/><Relationship Id="rId9" Type="http://schemas.openxmlformats.org/officeDocument/2006/relationships/image" Target="../media/image33.svg"/><Relationship Id="rId14" Type="http://schemas.openxmlformats.org/officeDocument/2006/relationships/image" Target="../media/image26.png"/><Relationship Id="rId22" Type="http://schemas.openxmlformats.org/officeDocument/2006/relationships/image" Target="../media/image42.png"/><Relationship Id="rId27" Type="http://schemas.openxmlformats.org/officeDocument/2006/relationships/image" Target="../media/image47.sv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14.svg"/><Relationship Id="rId18" Type="http://schemas.openxmlformats.org/officeDocument/2006/relationships/image" Target="../media/image38.png"/><Relationship Id="rId3" Type="http://schemas.openxmlformats.org/officeDocument/2006/relationships/image" Target="../media/image20.svg"/><Relationship Id="rId7" Type="http://schemas.openxmlformats.org/officeDocument/2006/relationships/image" Target="../media/image16.svg"/><Relationship Id="rId12" Type="http://schemas.openxmlformats.org/officeDocument/2006/relationships/image" Target="../media/image13.png"/><Relationship Id="rId17" Type="http://schemas.openxmlformats.org/officeDocument/2006/relationships/image" Target="../media/image49.svg"/><Relationship Id="rId2" Type="http://schemas.openxmlformats.org/officeDocument/2006/relationships/image" Target="../media/image19.png"/><Relationship Id="rId16" Type="http://schemas.openxmlformats.org/officeDocument/2006/relationships/image" Target="../media/image4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15.png"/><Relationship Id="rId11" Type="http://schemas.openxmlformats.org/officeDocument/2006/relationships/image" Target="../media/image37.svg"/><Relationship Id="rId5" Type="http://schemas.openxmlformats.org/officeDocument/2006/relationships/image" Target="../media/image21.svg"/><Relationship Id="rId15" Type="http://schemas.openxmlformats.org/officeDocument/2006/relationships/image" Target="../media/image12.svg"/><Relationship Id="rId10" Type="http://schemas.openxmlformats.org/officeDocument/2006/relationships/image" Target="../media/image36.png"/><Relationship Id="rId19" Type="http://schemas.openxmlformats.org/officeDocument/2006/relationships/image" Target="../media/image39.svg"/><Relationship Id="rId4" Type="http://schemas.openxmlformats.org/officeDocument/2006/relationships/image" Target="../media/image9.png"/><Relationship Id="rId9" Type="http://schemas.openxmlformats.org/officeDocument/2006/relationships/image" Target="../media/image31.svg"/><Relationship Id="rId14" Type="http://schemas.openxmlformats.org/officeDocument/2006/relationships/image" Target="../media/image11.png"/></Relationships>
</file>

<file path=ppt/slides/_rels/slide7.xml.rels><?xml version="1.0" encoding="UTF-8" standalone="yes"?>
<Relationships xmlns="http://schemas.openxmlformats.org/package/2006/relationships"><Relationship Id="rId13" Type="http://schemas.openxmlformats.org/officeDocument/2006/relationships/image" Target="../media/image27.svg"/><Relationship Id="rId18" Type="http://schemas.openxmlformats.org/officeDocument/2006/relationships/image" Target="../media/image50.svg"/><Relationship Id="rId26" Type="http://schemas.openxmlformats.org/officeDocument/2006/relationships/image" Target="../media/image45.svg"/><Relationship Id="rId3" Type="http://schemas.openxmlformats.org/officeDocument/2006/relationships/image" Target="../media/image14.svg"/><Relationship Id="rId21" Type="http://schemas.openxmlformats.org/officeDocument/2006/relationships/image" Target="../media/image53.png"/><Relationship Id="rId34" Type="http://schemas.openxmlformats.org/officeDocument/2006/relationships/image" Target="../media/image49.svg"/><Relationship Id="rId7" Type="http://schemas.openxmlformats.org/officeDocument/2006/relationships/image" Target="../media/image41.svg"/><Relationship Id="rId12" Type="http://schemas.openxmlformats.org/officeDocument/2006/relationships/image" Target="../media/image26.png"/><Relationship Id="rId17" Type="http://schemas.openxmlformats.org/officeDocument/2006/relationships/image" Target="../media/image6.svg"/><Relationship Id="rId25" Type="http://schemas.openxmlformats.org/officeDocument/2006/relationships/image" Target="../media/image44.png"/><Relationship Id="rId33" Type="http://schemas.openxmlformats.org/officeDocument/2006/relationships/image" Target="../media/image48.png"/><Relationship Id="rId2" Type="http://schemas.openxmlformats.org/officeDocument/2006/relationships/image" Target="../media/image13.png"/><Relationship Id="rId16" Type="http://schemas.openxmlformats.org/officeDocument/2006/relationships/image" Target="../media/image5.png"/><Relationship Id="rId20" Type="http://schemas.openxmlformats.org/officeDocument/2006/relationships/image" Target="../media/image52.svg"/><Relationship Id="rId29" Type="http://schemas.openxmlformats.org/officeDocument/2006/relationships/image" Target="../media/image38.pn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0.png"/><Relationship Id="rId11" Type="http://schemas.openxmlformats.org/officeDocument/2006/relationships/image" Target="../media/image25.svg"/><Relationship Id="rId24" Type="http://schemas.openxmlformats.org/officeDocument/2006/relationships/image" Target="../media/image43.svg"/><Relationship Id="rId32" Type="http://schemas.openxmlformats.org/officeDocument/2006/relationships/image" Target="../media/image37.svg"/><Relationship Id="rId5" Type="http://schemas.openxmlformats.org/officeDocument/2006/relationships/image" Target="../media/image12.svg"/><Relationship Id="rId15" Type="http://schemas.openxmlformats.org/officeDocument/2006/relationships/image" Target="../media/image29.svg"/><Relationship Id="rId23" Type="http://schemas.openxmlformats.org/officeDocument/2006/relationships/image" Target="../media/image42.png"/><Relationship Id="rId28" Type="http://schemas.openxmlformats.org/officeDocument/2006/relationships/image" Target="../media/image47.svg"/><Relationship Id="rId36" Type="http://schemas.openxmlformats.org/officeDocument/2006/relationships/image" Target="../media/image31.svg"/><Relationship Id="rId10" Type="http://schemas.openxmlformats.org/officeDocument/2006/relationships/image" Target="../media/image24.png"/><Relationship Id="rId19" Type="http://schemas.openxmlformats.org/officeDocument/2006/relationships/image" Target="../media/image51.png"/><Relationship Id="rId31" Type="http://schemas.openxmlformats.org/officeDocument/2006/relationships/image" Target="../media/image36.png"/><Relationship Id="rId4" Type="http://schemas.openxmlformats.org/officeDocument/2006/relationships/image" Target="../media/image11.png"/><Relationship Id="rId9" Type="http://schemas.openxmlformats.org/officeDocument/2006/relationships/image" Target="../media/image35.svg"/><Relationship Id="rId14" Type="http://schemas.openxmlformats.org/officeDocument/2006/relationships/image" Target="../media/image28.png"/><Relationship Id="rId22" Type="http://schemas.openxmlformats.org/officeDocument/2006/relationships/image" Target="../media/image54.svg"/><Relationship Id="rId27" Type="http://schemas.openxmlformats.org/officeDocument/2006/relationships/image" Target="../media/image46.png"/><Relationship Id="rId30" Type="http://schemas.openxmlformats.org/officeDocument/2006/relationships/image" Target="../media/image39.svg"/><Relationship Id="rId35" Type="http://schemas.openxmlformats.org/officeDocument/2006/relationships/image" Target="../media/image30.png"/><Relationship Id="rId8" Type="http://schemas.openxmlformats.org/officeDocument/2006/relationships/image" Target="../media/image34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30.png"/><Relationship Id="rId13" Type="http://schemas.openxmlformats.org/officeDocument/2006/relationships/image" Target="../media/image12.svg"/><Relationship Id="rId18" Type="http://schemas.openxmlformats.org/officeDocument/2006/relationships/image" Target="../media/image43.svg"/><Relationship Id="rId26" Type="http://schemas.openxmlformats.org/officeDocument/2006/relationships/image" Target="../media/image39.svg"/><Relationship Id="rId3" Type="http://schemas.openxmlformats.org/officeDocument/2006/relationships/image" Target="../media/image14.svg"/><Relationship Id="rId21" Type="http://schemas.openxmlformats.org/officeDocument/2006/relationships/image" Target="../media/image46.png"/><Relationship Id="rId7" Type="http://schemas.openxmlformats.org/officeDocument/2006/relationships/image" Target="../media/image49.svg"/><Relationship Id="rId12" Type="http://schemas.openxmlformats.org/officeDocument/2006/relationships/image" Target="../media/image11.png"/><Relationship Id="rId17" Type="http://schemas.openxmlformats.org/officeDocument/2006/relationships/image" Target="../media/image42.png"/><Relationship Id="rId25" Type="http://schemas.openxmlformats.org/officeDocument/2006/relationships/image" Target="../media/image38.png"/><Relationship Id="rId2" Type="http://schemas.openxmlformats.org/officeDocument/2006/relationships/image" Target="../media/image13.png"/><Relationship Id="rId16" Type="http://schemas.openxmlformats.org/officeDocument/2006/relationships/chart" Target="../charts/chart1.xml"/><Relationship Id="rId20" Type="http://schemas.openxmlformats.org/officeDocument/2006/relationships/image" Target="../media/image45.svg"/><Relationship Id="rId1" Type="http://schemas.openxmlformats.org/officeDocument/2006/relationships/slideLayout" Target="../slideLayouts/slideLayout17.xml"/><Relationship Id="rId6" Type="http://schemas.openxmlformats.org/officeDocument/2006/relationships/image" Target="../media/image48.png"/><Relationship Id="rId11" Type="http://schemas.openxmlformats.org/officeDocument/2006/relationships/image" Target="../media/image56.svg"/><Relationship Id="rId24" Type="http://schemas.openxmlformats.org/officeDocument/2006/relationships/image" Target="../media/image54.svg"/><Relationship Id="rId5" Type="http://schemas.openxmlformats.org/officeDocument/2006/relationships/image" Target="../media/image6.svg"/><Relationship Id="rId15" Type="http://schemas.openxmlformats.org/officeDocument/2006/relationships/image" Target="../media/image37.svg"/><Relationship Id="rId23" Type="http://schemas.openxmlformats.org/officeDocument/2006/relationships/image" Target="../media/image53.png"/><Relationship Id="rId10" Type="http://schemas.openxmlformats.org/officeDocument/2006/relationships/image" Target="../media/image55.png"/><Relationship Id="rId19" Type="http://schemas.openxmlformats.org/officeDocument/2006/relationships/image" Target="../media/image44.png"/><Relationship Id="rId4" Type="http://schemas.openxmlformats.org/officeDocument/2006/relationships/image" Target="../media/image5.png"/><Relationship Id="rId9" Type="http://schemas.openxmlformats.org/officeDocument/2006/relationships/image" Target="../media/image31.svg"/><Relationship Id="rId14" Type="http://schemas.openxmlformats.org/officeDocument/2006/relationships/image" Target="../media/image36.png"/><Relationship Id="rId22" Type="http://schemas.openxmlformats.org/officeDocument/2006/relationships/image" Target="../media/image47.svg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63.png"/><Relationship Id="rId3" Type="http://schemas.openxmlformats.org/officeDocument/2006/relationships/image" Target="../media/image58.svg"/><Relationship Id="rId7" Type="http://schemas.openxmlformats.org/officeDocument/2006/relationships/image" Target="../media/image62.svg"/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8.xml"/><Relationship Id="rId6" Type="http://schemas.openxmlformats.org/officeDocument/2006/relationships/image" Target="../media/image61.png"/><Relationship Id="rId11" Type="http://schemas.openxmlformats.org/officeDocument/2006/relationships/image" Target="../media/image66.svg"/><Relationship Id="rId5" Type="http://schemas.openxmlformats.org/officeDocument/2006/relationships/image" Target="../media/image60.svg"/><Relationship Id="rId10" Type="http://schemas.openxmlformats.org/officeDocument/2006/relationships/image" Target="../media/image65.png"/><Relationship Id="rId4" Type="http://schemas.openxmlformats.org/officeDocument/2006/relationships/image" Target="../media/image59.png"/><Relationship Id="rId9" Type="http://schemas.openxmlformats.org/officeDocument/2006/relationships/image" Target="../media/image64.sv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7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19.png"/><Relationship Id="rId13" Type="http://schemas.openxmlformats.org/officeDocument/2006/relationships/image" Target="../media/image23.svg"/><Relationship Id="rId18" Type="http://schemas.openxmlformats.org/officeDocument/2006/relationships/image" Target="../media/image28.png"/><Relationship Id="rId26" Type="http://schemas.openxmlformats.org/officeDocument/2006/relationships/image" Target="../media/image36.png"/><Relationship Id="rId3" Type="http://schemas.openxmlformats.org/officeDocument/2006/relationships/image" Target="../media/image14.svg"/><Relationship Id="rId21" Type="http://schemas.openxmlformats.org/officeDocument/2006/relationships/image" Target="../media/image31.svg"/><Relationship Id="rId7" Type="http://schemas.openxmlformats.org/officeDocument/2006/relationships/image" Target="../media/image18.svg"/><Relationship Id="rId12" Type="http://schemas.openxmlformats.org/officeDocument/2006/relationships/image" Target="../media/image22.png"/><Relationship Id="rId17" Type="http://schemas.openxmlformats.org/officeDocument/2006/relationships/image" Target="../media/image27.svg"/><Relationship Id="rId25" Type="http://schemas.openxmlformats.org/officeDocument/2006/relationships/image" Target="../media/image35.svg"/><Relationship Id="rId2" Type="http://schemas.openxmlformats.org/officeDocument/2006/relationships/image" Target="../media/image13.png"/><Relationship Id="rId16" Type="http://schemas.openxmlformats.org/officeDocument/2006/relationships/image" Target="../media/image26.png"/><Relationship Id="rId20" Type="http://schemas.openxmlformats.org/officeDocument/2006/relationships/image" Target="../media/image30.png"/><Relationship Id="rId1" Type="http://schemas.openxmlformats.org/officeDocument/2006/relationships/slideLayout" Target="../slideLayouts/slideLayout9.xml"/><Relationship Id="rId6" Type="http://schemas.openxmlformats.org/officeDocument/2006/relationships/image" Target="../media/image17.png"/><Relationship Id="rId11" Type="http://schemas.openxmlformats.org/officeDocument/2006/relationships/image" Target="../media/image21.svg"/><Relationship Id="rId24" Type="http://schemas.openxmlformats.org/officeDocument/2006/relationships/image" Target="../media/image34.png"/><Relationship Id="rId5" Type="http://schemas.openxmlformats.org/officeDocument/2006/relationships/image" Target="../media/image16.svg"/><Relationship Id="rId15" Type="http://schemas.openxmlformats.org/officeDocument/2006/relationships/image" Target="../media/image25.svg"/><Relationship Id="rId23" Type="http://schemas.openxmlformats.org/officeDocument/2006/relationships/image" Target="../media/image33.svg"/><Relationship Id="rId10" Type="http://schemas.openxmlformats.org/officeDocument/2006/relationships/image" Target="../media/image9.png"/><Relationship Id="rId19" Type="http://schemas.openxmlformats.org/officeDocument/2006/relationships/image" Target="../media/image29.svg"/><Relationship Id="rId4" Type="http://schemas.openxmlformats.org/officeDocument/2006/relationships/image" Target="../media/image15.png"/><Relationship Id="rId9" Type="http://schemas.openxmlformats.org/officeDocument/2006/relationships/image" Target="../media/image20.svg"/><Relationship Id="rId14" Type="http://schemas.openxmlformats.org/officeDocument/2006/relationships/image" Target="../media/image24.png"/><Relationship Id="rId22" Type="http://schemas.openxmlformats.org/officeDocument/2006/relationships/image" Target="../media/image32.png"/><Relationship Id="rId27" Type="http://schemas.openxmlformats.org/officeDocument/2006/relationships/image" Target="../media/image37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3">
            <a:alphaModFix amt="95000"/>
            <a:lum/>
            <a:extLst>
              <a:ext uri="{837473B0-CC2E-450A-ABE3-18F120FF3D39}">
                <a1611:picAttrSrcUrl xmlns:a1611="http://schemas.microsoft.com/office/drawing/2016/11/main" r:id="rId4"/>
              </a:ext>
            </a:extLst>
          </a:blip>
          <a:srcRect/>
          <a:stretch>
            <a:fillRect t="-9000" b="-9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C870DB4-0446-EF22-E8E0-3A5B83923AC0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Loan Risk Data Pipeline (Bronze → Silver → Gold)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96329B1-2D04-0F3A-1081-C5117D8CE122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dirty="0"/>
              <a:t>CS611 Assignment 1: Data Processing Pipelines</a:t>
            </a:r>
          </a:p>
          <a:p>
            <a:r>
              <a:rPr lang="en-US" dirty="0"/>
              <a:t>Yip Pak Kei (01507599)</a:t>
            </a:r>
          </a:p>
          <a:p>
            <a:r>
              <a:rPr lang="en-US" dirty="0"/>
              <a:t>October 2026</a:t>
            </a:r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2349111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9E73D4-535B-6DCC-2268-43A5E9E12C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355831" y="822960"/>
            <a:ext cx="8878824" cy="1069848"/>
          </a:xfrm>
        </p:spPr>
        <p:txBody>
          <a:bodyPr/>
          <a:lstStyle/>
          <a:p>
            <a:r>
              <a:rPr lang="en-US" dirty="0"/>
              <a:t>Why Build This Pipeline?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830852F-3FB7-6D2E-F6AC-1F6B9CAD215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Business Problem</a:t>
            </a:r>
          </a:p>
          <a:p>
            <a:endParaRPr lang="en-US" dirty="0"/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E135D3F1-0C33-3404-5D49-E70C9D100F2A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/>
          <a:lstStyle/>
          <a:p>
            <a:r>
              <a:rPr lang="en-US" dirty="0"/>
              <a:t>The bank issues cash loans.</a:t>
            </a:r>
          </a:p>
          <a:p>
            <a:r>
              <a:rPr lang="en-US" dirty="0"/>
              <a:t>Need to predict loan default risk at the point of application.</a:t>
            </a:r>
          </a:p>
          <a:p>
            <a:r>
              <a:rPr lang="en-US" dirty="0"/>
              <a:t>Why?</a:t>
            </a:r>
          </a:p>
          <a:p>
            <a:pPr lvl="1"/>
            <a:r>
              <a:rPr lang="en-US" dirty="0"/>
              <a:t>Reduce credit losses.</a:t>
            </a:r>
          </a:p>
          <a:p>
            <a:pPr lvl="1"/>
            <a:r>
              <a:rPr lang="en-US" dirty="0"/>
              <a:t>Support responsible lending.</a:t>
            </a:r>
          </a:p>
          <a:p>
            <a:pPr lvl="1"/>
            <a:r>
              <a:rPr lang="en-US" dirty="0"/>
              <a:t>Improve regulatory compliance.</a:t>
            </a:r>
          </a:p>
          <a:p>
            <a:endParaRPr lang="en-US" dirty="0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E5F7BD8-DA37-58AB-1F45-D0F045DF4B7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5012055" y="2185416"/>
            <a:ext cx="2953512" cy="493776"/>
          </a:xfrm>
        </p:spPr>
        <p:txBody>
          <a:bodyPr/>
          <a:lstStyle/>
          <a:p>
            <a:r>
              <a:rPr lang="en-US" dirty="0"/>
              <a:t>Technical Objective</a:t>
            </a:r>
          </a:p>
        </p:txBody>
      </p:sp>
      <p:sp>
        <p:nvSpPr>
          <p:cNvPr id="11" name="Content Placeholder 10">
            <a:extLst>
              <a:ext uri="{FF2B5EF4-FFF2-40B4-BE49-F238E27FC236}">
                <a16:creationId xmlns:a16="http://schemas.microsoft.com/office/drawing/2014/main" id="{724F2AAC-B18D-1D49-15F1-2D69101664A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5012056" y="2743200"/>
            <a:ext cx="5241175" cy="2578608"/>
          </a:xfrm>
        </p:spPr>
        <p:txBody>
          <a:bodyPr/>
          <a:lstStyle/>
          <a:p>
            <a:pPr>
              <a:defRPr sz="1800"/>
            </a:pPr>
            <a:r>
              <a:rPr lang="en-US" altLang="zh-HK" dirty="0"/>
              <a:t>Build a structured, reproducible and auditable data pipeline following medallion architecture.</a:t>
            </a:r>
          </a:p>
          <a:p>
            <a:pPr>
              <a:defRPr sz="1800"/>
            </a:pPr>
            <a:r>
              <a:rPr lang="en-US" altLang="zh-HK" dirty="0"/>
              <a:t>Outputs:</a:t>
            </a:r>
          </a:p>
          <a:p>
            <a:pPr lvl="1">
              <a:defRPr sz="1800"/>
            </a:pPr>
            <a:r>
              <a:rPr lang="en-US" altLang="zh-HK" dirty="0"/>
              <a:t>Feature Store (Gold): model-ready features.</a:t>
            </a:r>
          </a:p>
          <a:p>
            <a:pPr lvl="1">
              <a:defRPr sz="1800"/>
            </a:pPr>
            <a:r>
              <a:rPr lang="en-US" altLang="zh-HK" dirty="0"/>
              <a:t>Label Store (Gold): default labels</a:t>
            </a:r>
          </a:p>
          <a:p>
            <a:pPr>
              <a:defRPr sz="1800"/>
            </a:pPr>
            <a:r>
              <a:rPr lang="en-US" altLang="zh-HK" dirty="0"/>
              <a:t>Ensure:</a:t>
            </a:r>
          </a:p>
          <a:p>
            <a:pPr lvl="1">
              <a:defRPr sz="1800"/>
            </a:pPr>
            <a:r>
              <a:rPr lang="en-US" altLang="zh-HK" dirty="0"/>
              <a:t>Clean, consistent data</a:t>
            </a:r>
          </a:p>
          <a:p>
            <a:pPr lvl="1">
              <a:defRPr sz="1800"/>
            </a:pPr>
            <a:r>
              <a:rPr lang="en-US" altLang="zh-HK" dirty="0"/>
              <a:t>Scalable for future loan risk ML models</a:t>
            </a:r>
          </a:p>
          <a:p>
            <a:pPr lvl="1">
              <a:defRPr sz="1800"/>
            </a:pPr>
            <a:r>
              <a:rPr lang="en-US" altLang="zh-HK" dirty="0"/>
              <a:t>Traceable from raw to Model.</a:t>
            </a:r>
          </a:p>
          <a:p>
            <a:endParaRPr lang="en-US" dirty="0"/>
          </a:p>
          <a:p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459FCA3-0124-0FA6-220B-D72E8F8034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2</a:t>
            </a:fld>
            <a:endParaRPr lang="en-US" dirty="0"/>
          </a:p>
        </p:txBody>
      </p:sp>
      <p:pic>
        <p:nvPicPr>
          <p:cNvPr id="16" name="Graphic 15" descr="Target with solid fill">
            <a:extLst>
              <a:ext uri="{FF2B5EF4-FFF2-40B4-BE49-F238E27FC236}">
                <a16:creationId xmlns:a16="http://schemas.microsoft.com/office/drawing/2014/main" id="{C96E723F-5581-A138-C871-CF19669A1AB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388918" y="1114321"/>
            <a:ext cx="914400" cy="9144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08097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9664A991-FA54-E99A-8E9C-AD254AD19CA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Rectangle: Rounded Corners 33">
            <a:extLst>
              <a:ext uri="{FF2B5EF4-FFF2-40B4-BE49-F238E27FC236}">
                <a16:creationId xmlns:a16="http://schemas.microsoft.com/office/drawing/2014/main" id="{86575217-11E2-0A22-5994-CE479FED1E8D}"/>
              </a:ext>
            </a:extLst>
          </p:cNvPr>
          <p:cNvSpPr>
            <a:spLocks/>
          </p:cNvSpPr>
          <p:nvPr/>
        </p:nvSpPr>
        <p:spPr>
          <a:xfrm>
            <a:off x="2846350" y="1932713"/>
            <a:ext cx="6556663" cy="2724912"/>
          </a:xfrm>
          <a:prstGeom prst="roundRect">
            <a:avLst>
              <a:gd name="adj" fmla="val 4827"/>
            </a:avLst>
          </a:prstGeom>
          <a:solidFill>
            <a:schemeClr val="bg1">
              <a:lumMod val="85000"/>
              <a:alpha val="11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 lang="zh-HK" alt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3303D0A8-13D2-09F3-219C-3815602008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50392" y="108930"/>
            <a:ext cx="8878824" cy="1069848"/>
          </a:xfrm>
        </p:spPr>
        <p:txBody>
          <a:bodyPr/>
          <a:lstStyle/>
          <a:p>
            <a:r>
              <a:rPr lang="en-US" altLang="zh-HK" dirty="0"/>
              <a:t>Architecture Overview</a:t>
            </a:r>
            <a:endParaRPr lang="en-US" dirty="0"/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92B8F584-2104-8F4B-AC30-4854E003473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771813" y="2501055"/>
            <a:ext cx="1112722" cy="493776"/>
          </a:xfrm>
        </p:spPr>
        <p:txBody>
          <a:bodyPr/>
          <a:lstStyle/>
          <a:p>
            <a:r>
              <a:rPr lang="en-US" altLang="zh-HK" sz="2000" b="0" dirty="0">
                <a:solidFill>
                  <a:srgbClr val="D0B74C"/>
                </a:solidFill>
              </a:rPr>
              <a:t>Bronze</a:t>
            </a:r>
            <a:endParaRPr lang="zh-HK" altLang="en-US" sz="2000" b="0" dirty="0">
              <a:solidFill>
                <a:srgbClr val="D0B74C"/>
              </a:solidFill>
            </a:endParaRP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CCF6EE-8682-36B1-ECCE-78913B4DAB8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2917121" y="5027221"/>
            <a:ext cx="2103417" cy="799440"/>
          </a:xfrm>
        </p:spPr>
        <p:txBody>
          <a:bodyPr/>
          <a:lstStyle/>
          <a:p>
            <a:pPr marL="0" indent="0">
              <a:buNone/>
            </a:pPr>
            <a:r>
              <a:rPr lang="en-US" altLang="zh-HK" sz="1600" dirty="0"/>
              <a:t>“Landing zone” for raw data, no schema needed.</a:t>
            </a:r>
            <a:endParaRPr lang="en-US" sz="1600" dirty="0"/>
          </a:p>
          <a:p>
            <a:endParaRPr lang="en-US" dirty="0"/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9855B7CD-A9EB-3785-A24B-6B46E4E8A1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3</a:t>
            </a:fld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5AF21D71-404D-D132-09CE-D41451D4A55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439905" y="2883676"/>
            <a:ext cx="781923" cy="781923"/>
          </a:xfrm>
          <a:prstGeom prst="rect">
            <a:avLst/>
          </a:prstGeom>
        </p:spPr>
      </p:pic>
      <p:pic>
        <p:nvPicPr>
          <p:cNvPr id="29" name="Graphic 28" descr="Database with solid fill">
            <a:extLst>
              <a:ext uri="{FF2B5EF4-FFF2-40B4-BE49-F238E27FC236}">
                <a16:creationId xmlns:a16="http://schemas.microsoft.com/office/drawing/2014/main" id="{47F50A4F-1CBF-9C35-4A87-301E351EEBDD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7713211" y="2734638"/>
            <a:ext cx="1080000" cy="1080000"/>
          </a:xfrm>
          <a:prstGeom prst="rect">
            <a:avLst/>
          </a:prstGeom>
        </p:spPr>
      </p:pic>
      <p:pic>
        <p:nvPicPr>
          <p:cNvPr id="31" name="Graphic 30" descr="Download from cloud with solid fill">
            <a:extLst>
              <a:ext uri="{FF2B5EF4-FFF2-40B4-BE49-F238E27FC236}">
                <a16:creationId xmlns:a16="http://schemas.microsoft.com/office/drawing/2014/main" id="{C3E09D47-A09A-0D11-CD80-A00D4CA84EC8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>
            <a:fillRect/>
          </a:stretch>
        </p:blipFill>
        <p:spPr>
          <a:xfrm>
            <a:off x="1018166" y="2742206"/>
            <a:ext cx="686794" cy="686794"/>
          </a:xfrm>
          <a:prstGeom prst="rect">
            <a:avLst/>
          </a:prstGeom>
        </p:spPr>
      </p:pic>
      <p:pic>
        <p:nvPicPr>
          <p:cNvPr id="32" name="Graphic 31" descr="Database with solid fill">
            <a:extLst>
              <a:ext uri="{FF2B5EF4-FFF2-40B4-BE49-F238E27FC236}">
                <a16:creationId xmlns:a16="http://schemas.microsoft.com/office/drawing/2014/main" id="{873F876A-06F5-598F-992B-33F6E253D8EC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>
            <a:fillRect/>
          </a:stretch>
        </p:blipFill>
        <p:spPr>
          <a:xfrm>
            <a:off x="3683759" y="2734638"/>
            <a:ext cx="1080000" cy="1080000"/>
          </a:xfrm>
          <a:prstGeom prst="rect">
            <a:avLst/>
          </a:prstGeom>
        </p:spPr>
      </p:pic>
      <p:pic>
        <p:nvPicPr>
          <p:cNvPr id="33" name="Graphic 32" descr="Database with solid fill">
            <a:extLst>
              <a:ext uri="{FF2B5EF4-FFF2-40B4-BE49-F238E27FC236}">
                <a16:creationId xmlns:a16="http://schemas.microsoft.com/office/drawing/2014/main" id="{695E9150-95C2-22C7-D564-DEA044708CAD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96DAC541-7B7A-43D3-8B79-37D633B846F1}">
                <asvg:svgBlip xmlns:asvg="http://schemas.microsoft.com/office/drawing/2016/SVG/main" r:embed="rId10"/>
              </a:ext>
            </a:extLst>
          </a:blip>
          <a:stretch>
            <a:fillRect/>
          </a:stretch>
        </p:blipFill>
        <p:spPr>
          <a:xfrm>
            <a:off x="5698485" y="2734638"/>
            <a:ext cx="1080000" cy="1080000"/>
          </a:xfrm>
          <a:prstGeom prst="rect">
            <a:avLst/>
          </a:prstGeom>
        </p:spPr>
      </p:pic>
      <p:cxnSp>
        <p:nvCxnSpPr>
          <p:cNvPr id="38" name="Straight Arrow Connector 37">
            <a:extLst>
              <a:ext uri="{FF2B5EF4-FFF2-40B4-BE49-F238E27FC236}">
                <a16:creationId xmlns:a16="http://schemas.microsoft.com/office/drawing/2014/main" id="{44147784-DB73-BD48-397A-DC053B74ADC8}"/>
              </a:ext>
            </a:extLst>
          </p:cNvPr>
          <p:cNvCxnSpPr>
            <a:cxnSpLocks/>
          </p:cNvCxnSpPr>
          <p:nvPr/>
        </p:nvCxnSpPr>
        <p:spPr>
          <a:xfrm>
            <a:off x="4870904" y="3302811"/>
            <a:ext cx="833178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2" name="Text Placeholder 14">
            <a:extLst>
              <a:ext uri="{FF2B5EF4-FFF2-40B4-BE49-F238E27FC236}">
                <a16:creationId xmlns:a16="http://schemas.microsoft.com/office/drawing/2014/main" id="{12B1865E-07B4-AF9A-8D45-08DB53FAAA79}"/>
              </a:ext>
            </a:extLst>
          </p:cNvPr>
          <p:cNvSpPr txBox="1">
            <a:spLocks/>
          </p:cNvSpPr>
          <p:nvPr/>
        </p:nvSpPr>
        <p:spPr>
          <a:xfrm>
            <a:off x="5853420" y="2507701"/>
            <a:ext cx="1112722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2000" b="0" dirty="0">
                <a:solidFill>
                  <a:srgbClr val="A6A6A6"/>
                </a:solidFill>
              </a:rPr>
              <a:t>Silver</a:t>
            </a:r>
            <a:endParaRPr lang="zh-HK" altLang="en-US" sz="2000" b="0" dirty="0">
              <a:solidFill>
                <a:srgbClr val="A6A6A6"/>
              </a:solidFill>
            </a:endParaRPr>
          </a:p>
        </p:txBody>
      </p:sp>
      <p:sp>
        <p:nvSpPr>
          <p:cNvPr id="43" name="Text Placeholder 14">
            <a:extLst>
              <a:ext uri="{FF2B5EF4-FFF2-40B4-BE49-F238E27FC236}">
                <a16:creationId xmlns:a16="http://schemas.microsoft.com/office/drawing/2014/main" id="{373535CD-F4A1-D73C-353F-67BE4F650EF0}"/>
              </a:ext>
            </a:extLst>
          </p:cNvPr>
          <p:cNvSpPr txBox="1">
            <a:spLocks/>
          </p:cNvSpPr>
          <p:nvPr/>
        </p:nvSpPr>
        <p:spPr>
          <a:xfrm>
            <a:off x="7875551" y="2499560"/>
            <a:ext cx="839990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2000" b="0" dirty="0">
                <a:solidFill>
                  <a:srgbClr val="ECC830"/>
                </a:solidFill>
              </a:rPr>
              <a:t>Gold</a:t>
            </a:r>
            <a:endParaRPr lang="zh-HK" altLang="en-US" sz="2000" b="0" dirty="0">
              <a:solidFill>
                <a:srgbClr val="ECC830"/>
              </a:solidFill>
            </a:endParaRPr>
          </a:p>
        </p:txBody>
      </p:sp>
      <p:sp>
        <p:nvSpPr>
          <p:cNvPr id="44" name="Content Placeholder 3">
            <a:extLst>
              <a:ext uri="{FF2B5EF4-FFF2-40B4-BE49-F238E27FC236}">
                <a16:creationId xmlns:a16="http://schemas.microsoft.com/office/drawing/2014/main" id="{C1AD2056-C8AD-B01D-2B7B-95C842038ACC}"/>
              </a:ext>
            </a:extLst>
          </p:cNvPr>
          <p:cNvSpPr txBox="1">
            <a:spLocks/>
          </p:cNvSpPr>
          <p:nvPr/>
        </p:nvSpPr>
        <p:spPr>
          <a:xfrm>
            <a:off x="5164023" y="5027221"/>
            <a:ext cx="2066921" cy="9338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/>
              <a:t>Define structure, enforce schema, evolve as needed.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7FC3E0D4-E10A-B7AE-38FD-C172BCD001E7}"/>
              </a:ext>
            </a:extLst>
          </p:cNvPr>
          <p:cNvSpPr txBox="1"/>
          <p:nvPr/>
        </p:nvSpPr>
        <p:spPr>
          <a:xfrm>
            <a:off x="2984386" y="2002483"/>
            <a:ext cx="185016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HK" sz="2400" dirty="0">
                <a:solidFill>
                  <a:schemeClr val="tx1">
                    <a:lumMod val="65000"/>
                    <a:lumOff val="35000"/>
                  </a:schemeClr>
                </a:solidFill>
                <a:latin typeface="+mj-lt"/>
                <a:cs typeface="Segoe UI" panose="020B0502040204020203" pitchFamily="34" charset="0"/>
              </a:rPr>
              <a:t>Datamart</a:t>
            </a:r>
          </a:p>
        </p:txBody>
      </p:sp>
      <p:sp>
        <p:nvSpPr>
          <p:cNvPr id="47" name="TextBox 46">
            <a:extLst>
              <a:ext uri="{FF2B5EF4-FFF2-40B4-BE49-F238E27FC236}">
                <a16:creationId xmlns:a16="http://schemas.microsoft.com/office/drawing/2014/main" id="{A24ED7CD-1F53-5DFA-D96B-BB946783EE76}"/>
              </a:ext>
            </a:extLst>
          </p:cNvPr>
          <p:cNvSpPr txBox="1"/>
          <p:nvPr/>
        </p:nvSpPr>
        <p:spPr>
          <a:xfrm>
            <a:off x="3313855" y="3819571"/>
            <a:ext cx="1850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zh-HK" sz="1400" b="1" dirty="0">
                <a:solidFill>
                  <a:schemeClr val="bg1">
                    <a:lumMod val="50000"/>
                  </a:schemeClr>
                </a:solidFill>
              </a:rPr>
              <a:t>Raw </a:t>
            </a:r>
          </a:p>
          <a:p>
            <a:pPr marL="0" indent="0" algn="ctr">
              <a:buNone/>
            </a:pPr>
            <a:r>
              <a:rPr lang="en-US" altLang="zh-HK" sz="1400" b="1" dirty="0">
                <a:solidFill>
                  <a:schemeClr val="bg1">
                    <a:lumMod val="50000"/>
                  </a:schemeClr>
                </a:solidFill>
              </a:rPr>
              <a:t>Integration</a:t>
            </a:r>
          </a:p>
        </p:txBody>
      </p:sp>
      <p:sp>
        <p:nvSpPr>
          <p:cNvPr id="48" name="TextBox 47">
            <a:extLst>
              <a:ext uri="{FF2B5EF4-FFF2-40B4-BE49-F238E27FC236}">
                <a16:creationId xmlns:a16="http://schemas.microsoft.com/office/drawing/2014/main" id="{477317B7-8143-CAEB-A35F-06B677C9718A}"/>
              </a:ext>
            </a:extLst>
          </p:cNvPr>
          <p:cNvSpPr txBox="1"/>
          <p:nvPr/>
        </p:nvSpPr>
        <p:spPr>
          <a:xfrm>
            <a:off x="5320991" y="3841891"/>
            <a:ext cx="1850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zh-HK" sz="1400" b="1" dirty="0">
                <a:solidFill>
                  <a:schemeClr val="bg1">
                    <a:lumMod val="50000"/>
                  </a:schemeClr>
                </a:solidFill>
              </a:rPr>
              <a:t>Filtered, Cleaned, Augmented</a:t>
            </a:r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5D314DCF-6503-2D17-34E2-FDC0790105D2}"/>
              </a:ext>
            </a:extLst>
          </p:cNvPr>
          <p:cNvSpPr txBox="1"/>
          <p:nvPr/>
        </p:nvSpPr>
        <p:spPr>
          <a:xfrm>
            <a:off x="7328127" y="3841891"/>
            <a:ext cx="1850168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 algn="ctr">
              <a:buNone/>
            </a:pPr>
            <a:r>
              <a:rPr lang="en-US" altLang="zh-HK" sz="1400" b="1" dirty="0">
                <a:solidFill>
                  <a:schemeClr val="bg1">
                    <a:lumMod val="50000"/>
                  </a:schemeClr>
                </a:solidFill>
              </a:rPr>
              <a:t>Business-Level Aggregates</a:t>
            </a:r>
          </a:p>
        </p:txBody>
      </p:sp>
      <p:cxnSp>
        <p:nvCxnSpPr>
          <p:cNvPr id="50" name="Straight Arrow Connector 49">
            <a:extLst>
              <a:ext uri="{FF2B5EF4-FFF2-40B4-BE49-F238E27FC236}">
                <a16:creationId xmlns:a16="http://schemas.microsoft.com/office/drawing/2014/main" id="{B5198B8D-97D2-CDAB-6E1D-66422349C4D4}"/>
              </a:ext>
            </a:extLst>
          </p:cNvPr>
          <p:cNvCxnSpPr>
            <a:cxnSpLocks/>
          </p:cNvCxnSpPr>
          <p:nvPr/>
        </p:nvCxnSpPr>
        <p:spPr>
          <a:xfrm flipV="1">
            <a:off x="4750371" y="1669924"/>
            <a:ext cx="4612977" cy="9792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6" name="Straight Arrow Connector 55">
            <a:extLst>
              <a:ext uri="{FF2B5EF4-FFF2-40B4-BE49-F238E27FC236}">
                <a16:creationId xmlns:a16="http://schemas.microsoft.com/office/drawing/2014/main" id="{5A2DBDDF-6945-1CBF-BDCA-1D584B22196E}"/>
              </a:ext>
            </a:extLst>
          </p:cNvPr>
          <p:cNvCxnSpPr>
            <a:cxnSpLocks/>
          </p:cNvCxnSpPr>
          <p:nvPr/>
        </p:nvCxnSpPr>
        <p:spPr>
          <a:xfrm>
            <a:off x="6849192" y="3302811"/>
            <a:ext cx="833178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TextBox 61">
            <a:extLst>
              <a:ext uri="{FF2B5EF4-FFF2-40B4-BE49-F238E27FC236}">
                <a16:creationId xmlns:a16="http://schemas.microsoft.com/office/drawing/2014/main" id="{B381C386-3F39-27B8-D8E7-FBEBEC817EDD}"/>
              </a:ext>
            </a:extLst>
          </p:cNvPr>
          <p:cNvSpPr txBox="1"/>
          <p:nvPr/>
        </p:nvSpPr>
        <p:spPr>
          <a:xfrm>
            <a:off x="2800031" y="1387046"/>
            <a:ext cx="1957160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indent="0">
              <a:buNone/>
            </a:pPr>
            <a:r>
              <a:rPr lang="en-US" altLang="zh-HK" sz="2400" dirty="0">
                <a:solidFill>
                  <a:srgbClr val="A6A6A6"/>
                </a:solidFill>
                <a:latin typeface="+mj-lt"/>
                <a:cs typeface="Segoe UI" panose="020B0502040204020203" pitchFamily="34" charset="0"/>
              </a:rPr>
              <a:t>Data Quality</a:t>
            </a:r>
          </a:p>
        </p:txBody>
      </p:sp>
      <p:cxnSp>
        <p:nvCxnSpPr>
          <p:cNvPr id="71" name="Straight Arrow Connector 70">
            <a:extLst>
              <a:ext uri="{FF2B5EF4-FFF2-40B4-BE49-F238E27FC236}">
                <a16:creationId xmlns:a16="http://schemas.microsoft.com/office/drawing/2014/main" id="{3CAC3F15-D0DB-F94C-7E7A-C552E7D3A112}"/>
              </a:ext>
            </a:extLst>
          </p:cNvPr>
          <p:cNvCxnSpPr>
            <a:cxnSpLocks/>
          </p:cNvCxnSpPr>
          <p:nvPr/>
        </p:nvCxnSpPr>
        <p:spPr>
          <a:xfrm>
            <a:off x="8793211" y="3302811"/>
            <a:ext cx="1512139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3" name="Content Placeholder 3">
            <a:extLst>
              <a:ext uri="{FF2B5EF4-FFF2-40B4-BE49-F238E27FC236}">
                <a16:creationId xmlns:a16="http://schemas.microsoft.com/office/drawing/2014/main" id="{FA96D04F-C218-B0DB-9DA1-434970D2F2B1}"/>
              </a:ext>
            </a:extLst>
          </p:cNvPr>
          <p:cNvSpPr txBox="1">
            <a:spLocks/>
          </p:cNvSpPr>
          <p:nvPr/>
        </p:nvSpPr>
        <p:spPr>
          <a:xfrm>
            <a:off x="7374429" y="5025132"/>
            <a:ext cx="2105978" cy="933845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1600" dirty="0"/>
              <a:t>Deliver continuously updated, clean data to downstream users and apps.</a:t>
            </a:r>
          </a:p>
        </p:txBody>
      </p:sp>
      <p:sp>
        <p:nvSpPr>
          <p:cNvPr id="75" name="Rectangle 74">
            <a:extLst>
              <a:ext uri="{FF2B5EF4-FFF2-40B4-BE49-F238E27FC236}">
                <a16:creationId xmlns:a16="http://schemas.microsoft.com/office/drawing/2014/main" id="{8526B0E7-48FC-76D7-15C5-58498DD3195B}"/>
              </a:ext>
            </a:extLst>
          </p:cNvPr>
          <p:cNvSpPr/>
          <p:nvPr/>
        </p:nvSpPr>
        <p:spPr>
          <a:xfrm>
            <a:off x="2907022" y="4838526"/>
            <a:ext cx="2103417" cy="79098"/>
          </a:xfrm>
          <a:prstGeom prst="rect">
            <a:avLst/>
          </a:prstGeom>
          <a:gradFill flip="none" rotWithShape="1">
            <a:gsLst>
              <a:gs pos="0">
                <a:srgbClr val="D0B74C"/>
              </a:gs>
              <a:gs pos="100000">
                <a:srgbClr val="A6A6A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8" name="Rectangle 77">
            <a:extLst>
              <a:ext uri="{FF2B5EF4-FFF2-40B4-BE49-F238E27FC236}">
                <a16:creationId xmlns:a16="http://schemas.microsoft.com/office/drawing/2014/main" id="{54B4B253-DC2B-C1C5-1BB3-D7C1EACFE0B1}"/>
              </a:ext>
            </a:extLst>
          </p:cNvPr>
          <p:cNvSpPr/>
          <p:nvPr/>
        </p:nvSpPr>
        <p:spPr>
          <a:xfrm>
            <a:off x="7348033" y="4838526"/>
            <a:ext cx="2103417" cy="79098"/>
          </a:xfrm>
          <a:prstGeom prst="rect">
            <a:avLst/>
          </a:prstGeom>
          <a:gradFill flip="none" rotWithShape="1">
            <a:gsLst>
              <a:gs pos="100000">
                <a:srgbClr val="ECC830"/>
              </a:gs>
              <a:gs pos="0">
                <a:srgbClr val="A6A6A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9" name="Rectangle 78">
            <a:extLst>
              <a:ext uri="{FF2B5EF4-FFF2-40B4-BE49-F238E27FC236}">
                <a16:creationId xmlns:a16="http://schemas.microsoft.com/office/drawing/2014/main" id="{2CF23465-86A6-8D8E-38D9-B82ADE7D093B}"/>
              </a:ext>
            </a:extLst>
          </p:cNvPr>
          <p:cNvSpPr/>
          <p:nvPr/>
        </p:nvSpPr>
        <p:spPr>
          <a:xfrm>
            <a:off x="5127527" y="4838526"/>
            <a:ext cx="2103417" cy="79098"/>
          </a:xfrm>
          <a:prstGeom prst="rect">
            <a:avLst/>
          </a:prstGeom>
          <a:gradFill flip="none" rotWithShape="1">
            <a:gsLst>
              <a:gs pos="0">
                <a:srgbClr val="A6A6A6"/>
              </a:gs>
              <a:gs pos="100000">
                <a:srgbClr val="A6A6A6"/>
              </a:gs>
            </a:gsLst>
            <a:lin ang="0" scaled="1"/>
            <a:tileRect/>
          </a:gra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grpSp>
        <p:nvGrpSpPr>
          <p:cNvPr id="11" name="Group 10">
            <a:extLst>
              <a:ext uri="{FF2B5EF4-FFF2-40B4-BE49-F238E27FC236}">
                <a16:creationId xmlns:a16="http://schemas.microsoft.com/office/drawing/2014/main" id="{E07D0618-D7A8-5665-D970-320A4CE3818C}"/>
              </a:ext>
            </a:extLst>
          </p:cNvPr>
          <p:cNvGrpSpPr/>
          <p:nvPr/>
        </p:nvGrpSpPr>
        <p:grpSpPr>
          <a:xfrm>
            <a:off x="4945556" y="2462952"/>
            <a:ext cx="576000" cy="790937"/>
            <a:chOff x="4147888" y="2462952"/>
            <a:chExt cx="576000" cy="790937"/>
          </a:xfrm>
        </p:grpSpPr>
        <p:pic>
          <p:nvPicPr>
            <p:cNvPr id="3" name="Graphic 2" descr="Circles with arrows with solid fill">
              <a:extLst>
                <a:ext uri="{FF2B5EF4-FFF2-40B4-BE49-F238E27FC236}">
                  <a16:creationId xmlns:a16="http://schemas.microsoft.com/office/drawing/2014/main" id="{C3965EAA-5C23-6E5C-1081-4A20F13CC707}"/>
                </a:ext>
              </a:extLst>
            </p:cNvPr>
            <p:cNvPicPr>
              <a:picLocks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147888" y="2677889"/>
              <a:ext cx="576000" cy="576000"/>
            </a:xfrm>
            <a:prstGeom prst="rect">
              <a:avLst/>
            </a:prstGeom>
          </p:spPr>
        </p:pic>
        <p:sp>
          <p:nvSpPr>
            <p:cNvPr id="9" name="Text Placeholder 14">
              <a:extLst>
                <a:ext uri="{FF2B5EF4-FFF2-40B4-BE49-F238E27FC236}">
                  <a16:creationId xmlns:a16="http://schemas.microsoft.com/office/drawing/2014/main" id="{8CCF09DC-0C27-F440-11A4-CD1A4CAE6BB5}"/>
                </a:ext>
              </a:extLst>
            </p:cNvPr>
            <p:cNvSpPr txBox="1">
              <a:spLocks/>
            </p:cNvSpPr>
            <p:nvPr/>
          </p:nvSpPr>
          <p:spPr>
            <a:xfrm>
              <a:off x="4174921" y="2462952"/>
              <a:ext cx="538387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2000" b="0" dirty="0">
                  <a:solidFill>
                    <a:schemeClr val="bg1">
                      <a:lumMod val="95000"/>
                    </a:schemeClr>
                  </a:solidFill>
                </a:rPr>
                <a:t>ETL</a:t>
              </a:r>
              <a:endParaRPr lang="zh-HK" altLang="en-US" sz="2000" b="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2" name="Group 11">
            <a:extLst>
              <a:ext uri="{FF2B5EF4-FFF2-40B4-BE49-F238E27FC236}">
                <a16:creationId xmlns:a16="http://schemas.microsoft.com/office/drawing/2014/main" id="{A0A213FC-7338-B966-5507-2D4289300267}"/>
              </a:ext>
            </a:extLst>
          </p:cNvPr>
          <p:cNvGrpSpPr/>
          <p:nvPr/>
        </p:nvGrpSpPr>
        <p:grpSpPr>
          <a:xfrm>
            <a:off x="6924885" y="2474175"/>
            <a:ext cx="576000" cy="790937"/>
            <a:chOff x="4147888" y="2462952"/>
            <a:chExt cx="576000" cy="790937"/>
          </a:xfrm>
        </p:grpSpPr>
        <p:pic>
          <p:nvPicPr>
            <p:cNvPr id="13" name="Graphic 12" descr="Circles with arrows with solid fill">
              <a:extLst>
                <a:ext uri="{FF2B5EF4-FFF2-40B4-BE49-F238E27FC236}">
                  <a16:creationId xmlns:a16="http://schemas.microsoft.com/office/drawing/2014/main" id="{DC8DD9F4-FFC6-D384-6A37-500574BBDCEE}"/>
                </a:ext>
              </a:extLst>
            </p:cNvPr>
            <p:cNvPicPr>
              <a:picLocks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147888" y="2677889"/>
              <a:ext cx="576000" cy="576000"/>
            </a:xfrm>
            <a:prstGeom prst="rect">
              <a:avLst/>
            </a:prstGeom>
          </p:spPr>
        </p:pic>
        <p:sp>
          <p:nvSpPr>
            <p:cNvPr id="14" name="Text Placeholder 14">
              <a:extLst>
                <a:ext uri="{FF2B5EF4-FFF2-40B4-BE49-F238E27FC236}">
                  <a16:creationId xmlns:a16="http://schemas.microsoft.com/office/drawing/2014/main" id="{DBB46D95-1088-AE8C-41CA-59CA64D93EE9}"/>
                </a:ext>
              </a:extLst>
            </p:cNvPr>
            <p:cNvSpPr txBox="1">
              <a:spLocks/>
            </p:cNvSpPr>
            <p:nvPr/>
          </p:nvSpPr>
          <p:spPr>
            <a:xfrm>
              <a:off x="4174921" y="2462952"/>
              <a:ext cx="538387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2000" b="0" dirty="0">
                  <a:solidFill>
                    <a:schemeClr val="bg1">
                      <a:lumMod val="95000"/>
                    </a:schemeClr>
                  </a:solidFill>
                </a:rPr>
                <a:t>ETL</a:t>
              </a:r>
              <a:endParaRPr lang="zh-HK" altLang="en-US" sz="2000" b="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6916E22-8E3D-1B54-FEB0-33FDFFC29965}"/>
              </a:ext>
            </a:extLst>
          </p:cNvPr>
          <p:cNvGrpSpPr/>
          <p:nvPr/>
        </p:nvGrpSpPr>
        <p:grpSpPr>
          <a:xfrm>
            <a:off x="3000416" y="2475467"/>
            <a:ext cx="576000" cy="790937"/>
            <a:chOff x="4147888" y="2462952"/>
            <a:chExt cx="576000" cy="790937"/>
          </a:xfrm>
        </p:grpSpPr>
        <p:pic>
          <p:nvPicPr>
            <p:cNvPr id="18" name="Graphic 17" descr="Circles with arrows with solid fill">
              <a:extLst>
                <a:ext uri="{FF2B5EF4-FFF2-40B4-BE49-F238E27FC236}">
                  <a16:creationId xmlns:a16="http://schemas.microsoft.com/office/drawing/2014/main" id="{77D5E8A7-E4AA-70BC-204A-1C29D1F62C81}"/>
                </a:ext>
              </a:extLst>
            </p:cNvPr>
            <p:cNvPicPr>
              <a:picLocks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4147888" y="2677889"/>
              <a:ext cx="576000" cy="576000"/>
            </a:xfrm>
            <a:prstGeom prst="rect">
              <a:avLst/>
            </a:prstGeom>
          </p:spPr>
        </p:pic>
        <p:sp>
          <p:nvSpPr>
            <p:cNvPr id="19" name="Text Placeholder 14">
              <a:extLst>
                <a:ext uri="{FF2B5EF4-FFF2-40B4-BE49-F238E27FC236}">
                  <a16:creationId xmlns:a16="http://schemas.microsoft.com/office/drawing/2014/main" id="{3053748A-0BC9-4DF5-B658-E147AE65169B}"/>
                </a:ext>
              </a:extLst>
            </p:cNvPr>
            <p:cNvSpPr txBox="1">
              <a:spLocks/>
            </p:cNvSpPr>
            <p:nvPr/>
          </p:nvSpPr>
          <p:spPr>
            <a:xfrm>
              <a:off x="4174921" y="2462952"/>
              <a:ext cx="538387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2000" b="0" dirty="0">
                  <a:solidFill>
                    <a:schemeClr val="bg1">
                      <a:lumMod val="95000"/>
                    </a:schemeClr>
                  </a:solidFill>
                </a:rPr>
                <a:t>ETL</a:t>
              </a:r>
              <a:endParaRPr lang="zh-HK" altLang="en-US" sz="2000" b="0" dirty="0">
                <a:solidFill>
                  <a:schemeClr val="bg1">
                    <a:lumMod val="95000"/>
                  </a:schemeClr>
                </a:solidFill>
              </a:endParaRPr>
            </a:p>
          </p:txBody>
        </p:sp>
      </p:grpSp>
      <p:sp>
        <p:nvSpPr>
          <p:cNvPr id="39" name="Text Placeholder 14">
            <a:extLst>
              <a:ext uri="{FF2B5EF4-FFF2-40B4-BE49-F238E27FC236}">
                <a16:creationId xmlns:a16="http://schemas.microsoft.com/office/drawing/2014/main" id="{DCC766E2-898D-CB60-3D9E-BB860FF0A9ED}"/>
              </a:ext>
            </a:extLst>
          </p:cNvPr>
          <p:cNvSpPr txBox="1">
            <a:spLocks/>
          </p:cNvSpPr>
          <p:nvPr/>
        </p:nvSpPr>
        <p:spPr>
          <a:xfrm>
            <a:off x="10270001" y="3665599"/>
            <a:ext cx="1434691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2000" b="0" dirty="0"/>
              <a:t>Loan Risk ML Model</a:t>
            </a:r>
            <a:endParaRPr lang="zh-HK" altLang="en-US" sz="2000" b="0" dirty="0"/>
          </a:p>
        </p:txBody>
      </p:sp>
      <p:sp>
        <p:nvSpPr>
          <p:cNvPr id="40" name="Text Placeholder 14">
            <a:extLst>
              <a:ext uri="{FF2B5EF4-FFF2-40B4-BE49-F238E27FC236}">
                <a16:creationId xmlns:a16="http://schemas.microsoft.com/office/drawing/2014/main" id="{BE65AE59-7587-BA67-101C-D4DEC9E17011}"/>
              </a:ext>
            </a:extLst>
          </p:cNvPr>
          <p:cNvSpPr txBox="1">
            <a:spLocks/>
          </p:cNvSpPr>
          <p:nvPr/>
        </p:nvSpPr>
        <p:spPr>
          <a:xfrm>
            <a:off x="778062" y="3355395"/>
            <a:ext cx="1434691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2000" b="0" dirty="0"/>
              <a:t>Raw Data from various data source</a:t>
            </a:r>
            <a:endParaRPr lang="zh-HK" altLang="en-US" sz="2000" b="0" dirty="0"/>
          </a:p>
        </p:txBody>
      </p:sp>
      <p:cxnSp>
        <p:nvCxnSpPr>
          <p:cNvPr id="5" name="Straight Arrow Connector 4">
            <a:extLst>
              <a:ext uri="{FF2B5EF4-FFF2-40B4-BE49-F238E27FC236}">
                <a16:creationId xmlns:a16="http://schemas.microsoft.com/office/drawing/2014/main" id="{F4CDDA5F-3C42-7BFD-382B-B00BA5A98DE2}"/>
              </a:ext>
            </a:extLst>
          </p:cNvPr>
          <p:cNvCxnSpPr>
            <a:cxnSpLocks/>
          </p:cNvCxnSpPr>
          <p:nvPr/>
        </p:nvCxnSpPr>
        <p:spPr>
          <a:xfrm>
            <a:off x="1844427" y="3302811"/>
            <a:ext cx="1839332" cy="0"/>
          </a:xfrm>
          <a:prstGeom prst="straightConnector1">
            <a:avLst/>
          </a:prstGeom>
          <a:ln w="25400">
            <a:solidFill>
              <a:schemeClr val="bg2">
                <a:lumMod val="75000"/>
              </a:schemeClr>
            </a:solidFill>
            <a:tailEnd type="arrow" w="lg" len="lg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24" name="Group 23">
            <a:extLst>
              <a:ext uri="{FF2B5EF4-FFF2-40B4-BE49-F238E27FC236}">
                <a16:creationId xmlns:a16="http://schemas.microsoft.com/office/drawing/2014/main" id="{00B9855B-9AFD-F117-F4D3-70F1AFACA574}"/>
              </a:ext>
            </a:extLst>
          </p:cNvPr>
          <p:cNvGrpSpPr/>
          <p:nvPr/>
        </p:nvGrpSpPr>
        <p:grpSpPr>
          <a:xfrm>
            <a:off x="774358" y="4838526"/>
            <a:ext cx="2025673" cy="799440"/>
            <a:chOff x="774358" y="4838526"/>
            <a:chExt cx="2025673" cy="799440"/>
          </a:xfrm>
        </p:grpSpPr>
        <p:sp>
          <p:nvSpPr>
            <p:cNvPr id="7" name="Content Placeholder 3">
              <a:extLst>
                <a:ext uri="{FF2B5EF4-FFF2-40B4-BE49-F238E27FC236}">
                  <a16:creationId xmlns:a16="http://schemas.microsoft.com/office/drawing/2014/main" id="{29C485CB-B3EF-0BC4-3342-072E3D013AC7}"/>
                </a:ext>
              </a:extLst>
            </p:cNvPr>
            <p:cNvSpPr txBox="1">
              <a:spLocks/>
            </p:cNvSpPr>
            <p:nvPr/>
          </p:nvSpPr>
          <p:spPr>
            <a:xfrm>
              <a:off x="774358" y="4838526"/>
              <a:ext cx="2025673" cy="799440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594" indent="-228594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78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2971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160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349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537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726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8914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103" indent="-228594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0" indent="0">
                <a:buNone/>
              </a:pPr>
              <a:r>
                <a:rPr lang="en-US" altLang="zh-HK" sz="1000" b="1" dirty="0"/>
                <a:t>    ETL</a:t>
              </a:r>
              <a:r>
                <a:rPr lang="en-US" altLang="zh-HK" sz="1000" dirty="0"/>
                <a:t> - </a:t>
              </a:r>
              <a:r>
                <a:rPr lang="en-US" altLang="zh-HK" sz="1000" b="1" dirty="0"/>
                <a:t>Extract, Transform, Load</a:t>
              </a:r>
            </a:p>
            <a:p>
              <a:pPr marL="0" indent="0">
                <a:buNone/>
              </a:pPr>
              <a:r>
                <a:rPr lang="en-US" altLang="zh-HK" sz="1000" b="1" dirty="0"/>
                <a:t>Data pipeline process </a:t>
              </a:r>
              <a:r>
                <a:rPr lang="en-US" altLang="zh-HK" sz="1000" dirty="0"/>
                <a:t>used to move raw data from multiple sources into a usable, structured format for analytics, machine learning, or reporting.</a:t>
              </a:r>
              <a:endParaRPr lang="en-US" sz="1000" dirty="0"/>
            </a:p>
          </p:txBody>
        </p:sp>
        <p:pic>
          <p:nvPicPr>
            <p:cNvPr id="22" name="Graphic 21" descr="Circles with arrows with solid fill">
              <a:extLst>
                <a:ext uri="{FF2B5EF4-FFF2-40B4-BE49-F238E27FC236}">
                  <a16:creationId xmlns:a16="http://schemas.microsoft.com/office/drawing/2014/main" id="{2A63F7C3-BA04-FD94-8057-D03B1A1AD1A0}"/>
                </a:ext>
              </a:extLst>
            </p:cNvPr>
            <p:cNvPicPr>
              <a:picLocks/>
            </p:cNvPicPr>
            <p:nvPr/>
          </p:nvPicPr>
          <p:blipFill>
            <a:blip r:embed="rId11">
              <a:extLst>
                <a:ext uri="{96DAC541-7B7A-43D3-8B79-37D633B846F1}">
                  <asvg:svgBlip xmlns:asvg="http://schemas.microsoft.com/office/drawing/2016/SVG/main" r:embed="rId12"/>
                </a:ext>
              </a:extLst>
            </a:blip>
            <a:stretch>
              <a:fillRect/>
            </a:stretch>
          </p:blipFill>
          <p:spPr>
            <a:xfrm>
              <a:off x="800396" y="4849326"/>
              <a:ext cx="221446" cy="221446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745066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FE37E7F-0E60-52AC-D777-0059F6BD99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4</a:t>
            </a:fld>
            <a:endParaRPr lang="en-US" dirty="0"/>
          </a:p>
        </p:txBody>
      </p:sp>
      <p:sp>
        <p:nvSpPr>
          <p:cNvPr id="4" name="Rectangle: Rounded Corners 3">
            <a:extLst>
              <a:ext uri="{FF2B5EF4-FFF2-40B4-BE49-F238E27FC236}">
                <a16:creationId xmlns:a16="http://schemas.microsoft.com/office/drawing/2014/main" id="{B79193B9-4645-6BC7-E3F9-B4C765A979BC}"/>
              </a:ext>
            </a:extLst>
          </p:cNvPr>
          <p:cNvSpPr>
            <a:spLocks/>
          </p:cNvSpPr>
          <p:nvPr/>
        </p:nvSpPr>
        <p:spPr>
          <a:xfrm>
            <a:off x="8102930" y="1112997"/>
            <a:ext cx="3787603" cy="3931558"/>
          </a:xfrm>
          <a:prstGeom prst="roundRect">
            <a:avLst>
              <a:gd name="adj" fmla="val 4948"/>
            </a:avLst>
          </a:prstGeom>
          <a:solidFill>
            <a:srgbClr val="D0B74C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5" name="Content Placeholder 3">
            <a:extLst>
              <a:ext uri="{FF2B5EF4-FFF2-40B4-BE49-F238E27FC236}">
                <a16:creationId xmlns:a16="http://schemas.microsoft.com/office/drawing/2014/main" id="{54A544B1-2AFC-E068-1C7F-FA154246ACE3}"/>
              </a:ext>
            </a:extLst>
          </p:cNvPr>
          <p:cNvSpPr txBox="1">
            <a:spLocks/>
          </p:cNvSpPr>
          <p:nvPr/>
        </p:nvSpPr>
        <p:spPr>
          <a:xfrm>
            <a:off x="4562782" y="4993841"/>
            <a:ext cx="2518434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indent="-228594"/>
            <a:r>
              <a:rPr lang="en-US" altLang="zh-HK" sz="1200" b="1" dirty="0"/>
              <a:t>Keep data untouched </a:t>
            </a:r>
            <a:r>
              <a:rPr lang="en-US" altLang="zh-HK" sz="1200" dirty="0"/>
              <a:t>for audit trail.</a:t>
            </a:r>
          </a:p>
          <a:p>
            <a:pPr indent="-228594"/>
            <a:r>
              <a:rPr lang="en-US" sz="1200" b="1" dirty="0"/>
              <a:t>Partition by snapshot </a:t>
            </a:r>
            <a:r>
              <a:rPr lang="en-US" sz="1200" dirty="0"/>
              <a:t>month for reproducibility.</a:t>
            </a:r>
          </a:p>
          <a:p>
            <a:pPr indent="-228594"/>
            <a:r>
              <a:rPr lang="en-US" sz="1200" b="1" dirty="0"/>
              <a:t>No schema enforcement </a:t>
            </a:r>
            <a:r>
              <a:rPr lang="en-US" sz="1200" dirty="0"/>
              <a:t>on plaintext csv file.</a:t>
            </a:r>
          </a:p>
        </p:txBody>
      </p:sp>
      <p:sp>
        <p:nvSpPr>
          <p:cNvPr id="6" name="Slide Number Placeholder 7">
            <a:extLst>
              <a:ext uri="{FF2B5EF4-FFF2-40B4-BE49-F238E27FC236}">
                <a16:creationId xmlns:a16="http://schemas.microsoft.com/office/drawing/2014/main" id="{10C97193-A682-EAE3-7558-D1F931E6B1E1}"/>
              </a:ext>
            </a:extLst>
          </p:cNvPr>
          <p:cNvSpPr txBox="1">
            <a:spLocks/>
          </p:cNvSpPr>
          <p:nvPr/>
        </p:nvSpPr>
        <p:spPr>
          <a:xfrm>
            <a:off x="329184" y="411480"/>
            <a:ext cx="521208" cy="31089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defPPr>
              <a:defRPr lang="en-US"/>
            </a:defPPr>
            <a:lvl1pPr marL="0" algn="ctr" defTabSz="914400" rtl="0" eaLnBrk="1" latinLnBrk="0" hangingPunct="1">
              <a:defRPr sz="1200" b="0" i="0" kern="1200">
                <a:solidFill>
                  <a:schemeClr val="bg1"/>
                </a:solidFill>
                <a:latin typeface="+mn-lt"/>
                <a:ea typeface="+mn-ea"/>
                <a:cs typeface="Segoe UI Light" panose="020B0502040204020203" pitchFamily="34" charset="0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fld id="{294A09A9-5501-47C1-A89A-A340965A2BE2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Title 1">
            <a:extLst>
              <a:ext uri="{FF2B5EF4-FFF2-40B4-BE49-F238E27FC236}">
                <a16:creationId xmlns:a16="http://schemas.microsoft.com/office/drawing/2014/main" id="{8FA52F8D-46A1-E73D-175C-99B3155680F4}"/>
              </a:ext>
            </a:extLst>
          </p:cNvPr>
          <p:cNvSpPr txBox="1">
            <a:spLocks/>
          </p:cNvSpPr>
          <p:nvPr/>
        </p:nvSpPr>
        <p:spPr>
          <a:xfrm>
            <a:off x="774456" y="377510"/>
            <a:ext cx="8878824" cy="1069848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HK" dirty="0"/>
              <a:t>Raw Data to </a:t>
            </a:r>
            <a:r>
              <a:rPr lang="en-US" altLang="zh-HK" dirty="0">
                <a:solidFill>
                  <a:srgbClr val="D0B74C"/>
                </a:solidFill>
              </a:rPr>
              <a:t>Bronze</a:t>
            </a:r>
            <a:endParaRPr lang="en-US" dirty="0">
              <a:solidFill>
                <a:srgbClr val="D0B74C"/>
              </a:solidFill>
            </a:endParaRPr>
          </a:p>
        </p:txBody>
      </p:sp>
      <p:sp>
        <p:nvSpPr>
          <p:cNvPr id="8" name="Text Placeholder 14">
            <a:extLst>
              <a:ext uri="{FF2B5EF4-FFF2-40B4-BE49-F238E27FC236}">
                <a16:creationId xmlns:a16="http://schemas.microsoft.com/office/drawing/2014/main" id="{BE4CB8D8-E940-5081-EEFF-89F70418D058}"/>
              </a:ext>
            </a:extLst>
          </p:cNvPr>
          <p:cNvSpPr txBox="1">
            <a:spLocks/>
          </p:cNvSpPr>
          <p:nvPr/>
        </p:nvSpPr>
        <p:spPr>
          <a:xfrm>
            <a:off x="4862744" y="4690367"/>
            <a:ext cx="2210808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800" b="1" dirty="0">
                <a:latin typeface="+mj-lt"/>
              </a:rPr>
              <a:t>Design Decisions</a:t>
            </a:r>
            <a:endParaRPr lang="zh-HK" altLang="en-US" sz="1800" b="1" dirty="0">
              <a:latin typeface="+mj-lt"/>
            </a:endParaRPr>
          </a:p>
        </p:txBody>
      </p:sp>
      <p:grpSp>
        <p:nvGrpSpPr>
          <p:cNvPr id="9" name="Group 8">
            <a:extLst>
              <a:ext uri="{FF2B5EF4-FFF2-40B4-BE49-F238E27FC236}">
                <a16:creationId xmlns:a16="http://schemas.microsoft.com/office/drawing/2014/main" id="{7D875CA1-68A7-F747-89A4-5BE5116E5591}"/>
              </a:ext>
            </a:extLst>
          </p:cNvPr>
          <p:cNvGrpSpPr/>
          <p:nvPr/>
        </p:nvGrpSpPr>
        <p:grpSpPr>
          <a:xfrm>
            <a:off x="4573404" y="1112997"/>
            <a:ext cx="2515802" cy="2700426"/>
            <a:chOff x="4586325" y="1462732"/>
            <a:chExt cx="2515802" cy="2700426"/>
          </a:xfrm>
        </p:grpSpPr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2AAC4CDC-ECF5-45DD-1F4D-BDFBAE2F628C}"/>
                </a:ext>
              </a:extLst>
            </p:cNvPr>
            <p:cNvSpPr/>
            <p:nvPr/>
          </p:nvSpPr>
          <p:spPr>
            <a:xfrm>
              <a:off x="4586325" y="1462732"/>
              <a:ext cx="2515802" cy="2700426"/>
            </a:xfrm>
            <a:prstGeom prst="roundRect">
              <a:avLst>
                <a:gd name="adj" fmla="val 494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1" name="Content Placeholder 3">
              <a:extLst>
                <a:ext uri="{FF2B5EF4-FFF2-40B4-BE49-F238E27FC236}">
                  <a16:creationId xmlns:a16="http://schemas.microsoft.com/office/drawing/2014/main" id="{453E1CAD-D917-F2A6-7701-5CC4D3439599}"/>
                </a:ext>
              </a:extLst>
            </p:cNvPr>
            <p:cNvSpPr txBox="1">
              <a:spLocks/>
            </p:cNvSpPr>
            <p:nvPr/>
          </p:nvSpPr>
          <p:spPr>
            <a:xfrm>
              <a:off x="4648563" y="1585267"/>
              <a:ext cx="2320147" cy="169305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sz="2400" b="1" dirty="0">
                  <a:latin typeface="+mj-lt"/>
                  <a:ea typeface="+mj-ea"/>
                </a:rPr>
                <a:t>ETL</a:t>
              </a:r>
            </a:p>
            <a:p>
              <a:r>
                <a:rPr lang="en-US" altLang="zh-HK" sz="1400" b="1" dirty="0">
                  <a:solidFill>
                    <a:schemeClr val="accent1"/>
                  </a:solidFill>
                </a:rPr>
                <a:t>Extract:</a:t>
              </a:r>
              <a:r>
                <a:rPr lang="en-US" altLang="zh-HK" sz="1400" dirty="0">
                  <a:solidFill>
                    <a:schemeClr val="accent1"/>
                  </a:solidFill>
                </a:rPr>
                <a:t> </a:t>
              </a:r>
              <a:r>
                <a:rPr lang="en-US" altLang="zh-HK" sz="1400" dirty="0"/>
                <a:t>Loans, Clickstream, Financials</a:t>
              </a:r>
            </a:p>
            <a:p>
              <a:r>
                <a:rPr lang="en-US" altLang="zh-HK" sz="1400" b="1" dirty="0">
                  <a:solidFill>
                    <a:schemeClr val="accent1"/>
                  </a:solidFill>
                </a:rPr>
                <a:t>Transform: </a:t>
              </a:r>
              <a:r>
                <a:rPr lang="en-US" altLang="zh-HK" sz="1400" dirty="0"/>
                <a:t>Keep minimal and just filtering by snapshot date.</a:t>
              </a:r>
            </a:p>
            <a:p>
              <a:r>
                <a:rPr lang="en-US" altLang="zh-HK" sz="1400" b="1" dirty="0">
                  <a:solidFill>
                    <a:schemeClr val="accent1"/>
                  </a:solidFill>
                </a:rPr>
                <a:t>Load: </a:t>
              </a:r>
              <a:r>
                <a:rPr lang="en-US" altLang="zh-HK" sz="1400" dirty="0"/>
                <a:t>Stored as partitioned CSVs by snapshot dates in individual data store</a:t>
              </a:r>
              <a:r>
                <a:rPr lang="en-US" altLang="zh-HK" sz="1600" dirty="0"/>
                <a:t>.</a:t>
              </a:r>
            </a:p>
          </p:txBody>
        </p:sp>
        <p:pic>
          <p:nvPicPr>
            <p:cNvPr id="12" name="Graphic 11" descr="Circles with arrows with solid fill">
              <a:extLst>
                <a:ext uri="{FF2B5EF4-FFF2-40B4-BE49-F238E27FC236}">
                  <a16:creationId xmlns:a16="http://schemas.microsoft.com/office/drawing/2014/main" id="{71351815-4748-4C45-DCD9-5AA2AAF71EFB}"/>
                </a:ext>
              </a:extLst>
            </p:cNvPr>
            <p:cNvPicPr>
              <a:picLocks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25244" y="1495459"/>
              <a:ext cx="576000" cy="576000"/>
            </a:xfrm>
            <a:prstGeom prst="rect">
              <a:avLst/>
            </a:prstGeom>
          </p:spPr>
        </p:pic>
      </p:grpSp>
      <p:grpSp>
        <p:nvGrpSpPr>
          <p:cNvPr id="13" name="Group 12">
            <a:extLst>
              <a:ext uri="{FF2B5EF4-FFF2-40B4-BE49-F238E27FC236}">
                <a16:creationId xmlns:a16="http://schemas.microsoft.com/office/drawing/2014/main" id="{E9BBDB44-B63E-BFE5-8B95-587C534CF9CC}"/>
              </a:ext>
            </a:extLst>
          </p:cNvPr>
          <p:cNvGrpSpPr/>
          <p:nvPr/>
        </p:nvGrpSpPr>
        <p:grpSpPr>
          <a:xfrm>
            <a:off x="2408952" y="2891264"/>
            <a:ext cx="1071589" cy="971219"/>
            <a:chOff x="1564949" y="2869825"/>
            <a:chExt cx="1071589" cy="971219"/>
          </a:xfrm>
        </p:grpSpPr>
        <p:pic>
          <p:nvPicPr>
            <p:cNvPr id="14" name="Graphic 13" descr="Document outline">
              <a:extLst>
                <a:ext uri="{FF2B5EF4-FFF2-40B4-BE49-F238E27FC236}">
                  <a16:creationId xmlns:a16="http://schemas.microsoft.com/office/drawing/2014/main" id="{C373E1CE-FF12-C0F0-46DB-3CA5835357A5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665088" y="3178322"/>
              <a:ext cx="662722" cy="662722"/>
            </a:xfrm>
            <a:prstGeom prst="rect">
              <a:avLst/>
            </a:prstGeom>
          </p:spPr>
        </p:pic>
        <p:sp>
          <p:nvSpPr>
            <p:cNvPr id="15" name="Text Placeholder 14">
              <a:extLst>
                <a:ext uri="{FF2B5EF4-FFF2-40B4-BE49-F238E27FC236}">
                  <a16:creationId xmlns:a16="http://schemas.microsoft.com/office/drawing/2014/main" id="{F7C9B01B-8B82-478B-BEAC-176BE0144642}"/>
                </a:ext>
              </a:extLst>
            </p:cNvPr>
            <p:cNvSpPr txBox="1">
              <a:spLocks/>
            </p:cNvSpPr>
            <p:nvPr/>
          </p:nvSpPr>
          <p:spPr>
            <a:xfrm>
              <a:off x="1564949" y="2869825"/>
              <a:ext cx="1071589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Loans</a:t>
              </a:r>
              <a:endParaRPr lang="zh-HK" altLang="en-US" sz="1600" dirty="0"/>
            </a:p>
          </p:txBody>
        </p:sp>
      </p:grp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3F3067B-BA8A-85FA-7198-86089EF6DCEE}"/>
              </a:ext>
            </a:extLst>
          </p:cNvPr>
          <p:cNvGrpSpPr/>
          <p:nvPr/>
        </p:nvGrpSpPr>
        <p:grpSpPr>
          <a:xfrm>
            <a:off x="2021698" y="1655057"/>
            <a:ext cx="1693380" cy="988799"/>
            <a:chOff x="1583220" y="1296412"/>
            <a:chExt cx="1693380" cy="988799"/>
          </a:xfrm>
        </p:grpSpPr>
        <p:pic>
          <p:nvPicPr>
            <p:cNvPr id="17" name="Graphic 16" descr="Document outline">
              <a:extLst>
                <a:ext uri="{FF2B5EF4-FFF2-40B4-BE49-F238E27FC236}">
                  <a16:creationId xmlns:a16="http://schemas.microsoft.com/office/drawing/2014/main" id="{F34324B8-2FCD-F46B-12BE-7A8DBD8680A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029106" y="1622489"/>
              <a:ext cx="662722" cy="662722"/>
            </a:xfrm>
            <a:prstGeom prst="rect">
              <a:avLst/>
            </a:prstGeom>
          </p:spPr>
        </p:pic>
        <p:sp>
          <p:nvSpPr>
            <p:cNvPr id="18" name="Text Placeholder 14">
              <a:extLst>
                <a:ext uri="{FF2B5EF4-FFF2-40B4-BE49-F238E27FC236}">
                  <a16:creationId xmlns:a16="http://schemas.microsoft.com/office/drawing/2014/main" id="{AB8586BA-179A-4007-5BBB-8222F784C743}"/>
                </a:ext>
              </a:extLst>
            </p:cNvPr>
            <p:cNvSpPr txBox="1">
              <a:spLocks/>
            </p:cNvSpPr>
            <p:nvPr/>
          </p:nvSpPr>
          <p:spPr>
            <a:xfrm>
              <a:off x="1583220" y="1296412"/>
              <a:ext cx="1693380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Clickstream</a:t>
              </a:r>
              <a:endParaRPr lang="zh-HK" altLang="en-US" sz="1600" dirty="0"/>
            </a:p>
          </p:txBody>
        </p:sp>
      </p:grpSp>
      <p:grpSp>
        <p:nvGrpSpPr>
          <p:cNvPr id="19" name="Group 18">
            <a:extLst>
              <a:ext uri="{FF2B5EF4-FFF2-40B4-BE49-F238E27FC236}">
                <a16:creationId xmlns:a16="http://schemas.microsoft.com/office/drawing/2014/main" id="{E517FDA5-56DF-F66D-733B-B3B09E574A32}"/>
              </a:ext>
            </a:extLst>
          </p:cNvPr>
          <p:cNvGrpSpPr/>
          <p:nvPr/>
        </p:nvGrpSpPr>
        <p:grpSpPr>
          <a:xfrm>
            <a:off x="1086343" y="1103416"/>
            <a:ext cx="1693380" cy="979386"/>
            <a:chOff x="634429" y="996401"/>
            <a:chExt cx="1693380" cy="979386"/>
          </a:xfrm>
        </p:grpSpPr>
        <p:pic>
          <p:nvPicPr>
            <p:cNvPr id="20" name="Graphic 19" descr="Document outline">
              <a:extLst>
                <a:ext uri="{FF2B5EF4-FFF2-40B4-BE49-F238E27FC236}">
                  <a16:creationId xmlns:a16="http://schemas.microsoft.com/office/drawing/2014/main" id="{17B9F8DF-5411-89B7-679B-1B5221BC751B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55564" y="1313065"/>
              <a:ext cx="662722" cy="662722"/>
            </a:xfrm>
            <a:prstGeom prst="rect">
              <a:avLst/>
            </a:prstGeom>
          </p:spPr>
        </p:pic>
        <p:sp>
          <p:nvSpPr>
            <p:cNvPr id="21" name="Text Placeholder 14">
              <a:extLst>
                <a:ext uri="{FF2B5EF4-FFF2-40B4-BE49-F238E27FC236}">
                  <a16:creationId xmlns:a16="http://schemas.microsoft.com/office/drawing/2014/main" id="{7C290F88-97A0-EB1D-11FF-5297E8B10565}"/>
                </a:ext>
              </a:extLst>
            </p:cNvPr>
            <p:cNvSpPr txBox="1">
              <a:spLocks/>
            </p:cNvSpPr>
            <p:nvPr/>
          </p:nvSpPr>
          <p:spPr>
            <a:xfrm>
              <a:off x="634429" y="996401"/>
              <a:ext cx="1693380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Attributes</a:t>
              </a:r>
              <a:endParaRPr lang="zh-HK" altLang="en-US" sz="1600" dirty="0"/>
            </a:p>
          </p:txBody>
        </p:sp>
      </p:grpSp>
      <p:grpSp>
        <p:nvGrpSpPr>
          <p:cNvPr id="22" name="Group 21">
            <a:extLst>
              <a:ext uri="{FF2B5EF4-FFF2-40B4-BE49-F238E27FC236}">
                <a16:creationId xmlns:a16="http://schemas.microsoft.com/office/drawing/2014/main" id="{3C16F5DE-078D-6E12-94E9-0A54A83F0445}"/>
              </a:ext>
            </a:extLst>
          </p:cNvPr>
          <p:cNvGrpSpPr/>
          <p:nvPr/>
        </p:nvGrpSpPr>
        <p:grpSpPr>
          <a:xfrm>
            <a:off x="931150" y="2208123"/>
            <a:ext cx="1693380" cy="1057891"/>
            <a:chOff x="610821" y="2100027"/>
            <a:chExt cx="1693380" cy="1057891"/>
          </a:xfrm>
        </p:grpSpPr>
        <p:pic>
          <p:nvPicPr>
            <p:cNvPr id="23" name="Graphic 22" descr="Document outline">
              <a:extLst>
                <a:ext uri="{FF2B5EF4-FFF2-40B4-BE49-F238E27FC236}">
                  <a16:creationId xmlns:a16="http://schemas.microsoft.com/office/drawing/2014/main" id="{80AEC52A-1401-4B6E-0277-3105502743E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55564" y="2100027"/>
              <a:ext cx="662722" cy="662722"/>
            </a:xfrm>
            <a:prstGeom prst="rect">
              <a:avLst/>
            </a:prstGeom>
          </p:spPr>
        </p:pic>
        <p:sp>
          <p:nvSpPr>
            <p:cNvPr id="24" name="Text Placeholder 14">
              <a:extLst>
                <a:ext uri="{FF2B5EF4-FFF2-40B4-BE49-F238E27FC236}">
                  <a16:creationId xmlns:a16="http://schemas.microsoft.com/office/drawing/2014/main" id="{6CB533B1-C1FB-C587-50E0-B558D13DEB82}"/>
                </a:ext>
              </a:extLst>
            </p:cNvPr>
            <p:cNvSpPr txBox="1">
              <a:spLocks/>
            </p:cNvSpPr>
            <p:nvPr/>
          </p:nvSpPr>
          <p:spPr>
            <a:xfrm>
              <a:off x="610821" y="2664142"/>
              <a:ext cx="1693380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Financials</a:t>
              </a:r>
              <a:endParaRPr lang="zh-HK" altLang="en-US" sz="1600" dirty="0"/>
            </a:p>
          </p:txBody>
        </p:sp>
      </p:grpSp>
      <p:sp>
        <p:nvSpPr>
          <p:cNvPr id="25" name="Arrow: Right 24">
            <a:extLst>
              <a:ext uri="{FF2B5EF4-FFF2-40B4-BE49-F238E27FC236}">
                <a16:creationId xmlns:a16="http://schemas.microsoft.com/office/drawing/2014/main" id="{363E898E-68EA-B537-8101-122C67CD7BBD}"/>
              </a:ext>
            </a:extLst>
          </p:cNvPr>
          <p:cNvSpPr/>
          <p:nvPr/>
        </p:nvSpPr>
        <p:spPr>
          <a:xfrm>
            <a:off x="3747113" y="2206001"/>
            <a:ext cx="523646" cy="47662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CBCC58A8-8C1D-2100-BE56-5197B17894F1}"/>
              </a:ext>
            </a:extLst>
          </p:cNvPr>
          <p:cNvSpPr txBox="1">
            <a:spLocks/>
          </p:cNvSpPr>
          <p:nvPr/>
        </p:nvSpPr>
        <p:spPr>
          <a:xfrm>
            <a:off x="8196631" y="1298589"/>
            <a:ext cx="3493040" cy="516367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33400" indent="0">
              <a:buNone/>
            </a:pPr>
            <a:r>
              <a:rPr lang="en-US" altLang="zh-HK" sz="2400" b="1" dirty="0">
                <a:solidFill>
                  <a:srgbClr val="D0B74C"/>
                </a:solidFill>
                <a:latin typeface="+mj-lt"/>
                <a:ea typeface="+mj-ea"/>
              </a:rPr>
              <a:t>Bronze</a:t>
            </a: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C635B7AF-A61D-4747-2F07-6CA61D68EE8D}"/>
              </a:ext>
            </a:extLst>
          </p:cNvPr>
          <p:cNvSpPr txBox="1">
            <a:spLocks/>
          </p:cNvSpPr>
          <p:nvPr/>
        </p:nvSpPr>
        <p:spPr>
          <a:xfrm>
            <a:off x="9040598" y="1982959"/>
            <a:ext cx="2731848" cy="4320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600" dirty="0"/>
              <a:t>Jan     Feb     Mar             Dec</a:t>
            </a:r>
            <a:endParaRPr lang="zh-HK" altLang="en-US" sz="1600" dirty="0"/>
          </a:p>
        </p:txBody>
      </p:sp>
      <p:pic>
        <p:nvPicPr>
          <p:cNvPr id="28" name="Graphic 27" descr="Key with solid fill">
            <a:extLst>
              <a:ext uri="{FF2B5EF4-FFF2-40B4-BE49-F238E27FC236}">
                <a16:creationId xmlns:a16="http://schemas.microsoft.com/office/drawing/2014/main" id="{DDE62444-878B-582D-D024-B3E955117601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201726" y="1237544"/>
            <a:ext cx="504059" cy="504059"/>
          </a:xfrm>
          <a:prstGeom prst="rect">
            <a:avLst/>
          </a:prstGeom>
        </p:spPr>
      </p:pic>
      <p:pic>
        <p:nvPicPr>
          <p:cNvPr id="29" name="Graphic 28" descr="Database with solid fill">
            <a:extLst>
              <a:ext uri="{FF2B5EF4-FFF2-40B4-BE49-F238E27FC236}">
                <a16:creationId xmlns:a16="http://schemas.microsoft.com/office/drawing/2014/main" id="{D1481C20-37D7-B31C-FCB6-AAA8751262F1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80517" y="1207940"/>
            <a:ext cx="627196" cy="627196"/>
          </a:xfrm>
          <a:prstGeom prst="rect">
            <a:avLst/>
          </a:prstGeom>
        </p:spPr>
      </p:pic>
      <p:sp>
        <p:nvSpPr>
          <p:cNvPr id="30" name="Text Placeholder 14">
            <a:extLst>
              <a:ext uri="{FF2B5EF4-FFF2-40B4-BE49-F238E27FC236}">
                <a16:creationId xmlns:a16="http://schemas.microsoft.com/office/drawing/2014/main" id="{68A6182F-800E-749C-7C37-AB5613E4322B}"/>
              </a:ext>
            </a:extLst>
          </p:cNvPr>
          <p:cNvSpPr txBox="1">
            <a:spLocks/>
          </p:cNvSpPr>
          <p:nvPr/>
        </p:nvSpPr>
        <p:spPr>
          <a:xfrm>
            <a:off x="850392" y="3899997"/>
            <a:ext cx="2518435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800" dirty="0"/>
              <a:t>Raw Data</a:t>
            </a:r>
            <a:endParaRPr lang="zh-HK" altLang="en-US" sz="1800" dirty="0"/>
          </a:p>
        </p:txBody>
      </p:sp>
      <p:sp>
        <p:nvSpPr>
          <p:cNvPr id="31" name="Content Placeholder 3">
            <a:extLst>
              <a:ext uri="{FF2B5EF4-FFF2-40B4-BE49-F238E27FC236}">
                <a16:creationId xmlns:a16="http://schemas.microsoft.com/office/drawing/2014/main" id="{D29DEBB4-5549-736F-080D-6A16E587AB6D}"/>
              </a:ext>
            </a:extLst>
          </p:cNvPr>
          <p:cNvSpPr txBox="1">
            <a:spLocks/>
          </p:cNvSpPr>
          <p:nvPr/>
        </p:nvSpPr>
        <p:spPr>
          <a:xfrm>
            <a:off x="927328" y="4254337"/>
            <a:ext cx="2505295" cy="8651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200" dirty="0"/>
              <a:t>Various data sources:</a:t>
            </a:r>
          </a:p>
          <a:p>
            <a:r>
              <a:rPr lang="en-US" altLang="zh-HK" sz="1200" b="1" dirty="0"/>
              <a:t>Clickstream</a:t>
            </a:r>
            <a:r>
              <a:rPr lang="en-US" altLang="zh-HK" sz="1200" dirty="0"/>
              <a:t> - User’s historical usage behavior on our bank’s app.</a:t>
            </a:r>
          </a:p>
          <a:p>
            <a:r>
              <a:rPr lang="en-US" sz="1200" b="1" dirty="0"/>
              <a:t>Attributes</a:t>
            </a:r>
            <a:r>
              <a:rPr lang="en-US" sz="1200" dirty="0"/>
              <a:t> - User’s profile.</a:t>
            </a:r>
          </a:p>
          <a:p>
            <a:r>
              <a:rPr lang="en-US" sz="1200" dirty="0"/>
              <a:t>Financials - Users’ financials profile.</a:t>
            </a:r>
          </a:p>
          <a:p>
            <a:r>
              <a:rPr lang="en-US" sz="1200" b="1" dirty="0"/>
              <a:t>Loans</a:t>
            </a:r>
            <a:r>
              <a:rPr lang="en-US" sz="1200" dirty="0"/>
              <a:t> – Loan records (target label table).</a:t>
            </a:r>
          </a:p>
          <a:p>
            <a:endParaRPr lang="en-US" sz="1200" dirty="0"/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21AEB276-3311-1C3B-E94A-3B2F81001522}"/>
              </a:ext>
            </a:extLst>
          </p:cNvPr>
          <p:cNvSpPr txBox="1">
            <a:spLocks/>
          </p:cNvSpPr>
          <p:nvPr/>
        </p:nvSpPr>
        <p:spPr>
          <a:xfrm>
            <a:off x="8023969" y="5466491"/>
            <a:ext cx="3621024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1950"/>
            <a:r>
              <a:rPr lang="en-US" altLang="zh-HK" sz="1800" dirty="0"/>
              <a:t>Confidentiality </a:t>
            </a:r>
            <a:endParaRPr lang="zh-HK" altLang="en-US" sz="1800" dirty="0"/>
          </a:p>
        </p:txBody>
      </p:sp>
      <p:sp>
        <p:nvSpPr>
          <p:cNvPr id="33" name="Content Placeholder 3">
            <a:extLst>
              <a:ext uri="{FF2B5EF4-FFF2-40B4-BE49-F238E27FC236}">
                <a16:creationId xmlns:a16="http://schemas.microsoft.com/office/drawing/2014/main" id="{8907EFFC-AA03-AC80-71B2-73759DCE9AA7}"/>
              </a:ext>
            </a:extLst>
          </p:cNvPr>
          <p:cNvSpPr txBox="1">
            <a:spLocks/>
          </p:cNvSpPr>
          <p:nvPr/>
        </p:nvSpPr>
        <p:spPr>
          <a:xfrm>
            <a:off x="8023969" y="5761018"/>
            <a:ext cx="3866564" cy="58527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200" dirty="0"/>
              <a:t>The </a:t>
            </a:r>
            <a:r>
              <a:rPr lang="en-US" altLang="zh-HK" sz="1200" b="1" dirty="0"/>
              <a:t>Bronze datamart </a:t>
            </a:r>
            <a:r>
              <a:rPr lang="en-US" altLang="zh-HK" sz="1200" dirty="0"/>
              <a:t>is classified as “</a:t>
            </a:r>
            <a:r>
              <a:rPr lang="en-US" altLang="zh-HK" sz="1200" b="1" dirty="0"/>
              <a:t>Confidential</a:t>
            </a:r>
            <a:r>
              <a:rPr lang="en-US" altLang="zh-HK" sz="1200" dirty="0"/>
              <a:t>” since Personal Identifiable Information (PII) information such as Name and SSN are stored in it</a:t>
            </a:r>
            <a:r>
              <a:rPr lang="en-US" sz="1200" dirty="0"/>
              <a:t>.</a:t>
            </a:r>
          </a:p>
          <a:p>
            <a:endParaRPr lang="en-US" dirty="0"/>
          </a:p>
        </p:txBody>
      </p:sp>
      <p:pic>
        <p:nvPicPr>
          <p:cNvPr id="34" name="Graphic 33" descr="Key with solid fill">
            <a:extLst>
              <a:ext uri="{FF2B5EF4-FFF2-40B4-BE49-F238E27FC236}">
                <a16:creationId xmlns:a16="http://schemas.microsoft.com/office/drawing/2014/main" id="{54185E82-6CF7-E951-D73D-303B1EEC68CF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49135" y="5465000"/>
            <a:ext cx="364524" cy="364524"/>
          </a:xfrm>
          <a:prstGeom prst="rect">
            <a:avLst/>
          </a:prstGeom>
        </p:spPr>
      </p:pic>
      <p:grpSp>
        <p:nvGrpSpPr>
          <p:cNvPr id="35" name="Group 34">
            <a:extLst>
              <a:ext uri="{FF2B5EF4-FFF2-40B4-BE49-F238E27FC236}">
                <a16:creationId xmlns:a16="http://schemas.microsoft.com/office/drawing/2014/main" id="{8F542BAC-C588-D916-ED28-B4D91810D51C}"/>
              </a:ext>
            </a:extLst>
          </p:cNvPr>
          <p:cNvGrpSpPr/>
          <p:nvPr/>
        </p:nvGrpSpPr>
        <p:grpSpPr>
          <a:xfrm>
            <a:off x="8191103" y="2359230"/>
            <a:ext cx="849495" cy="515336"/>
            <a:chOff x="1052605" y="1548561"/>
            <a:chExt cx="849495" cy="515336"/>
          </a:xfrm>
        </p:grpSpPr>
        <p:pic>
          <p:nvPicPr>
            <p:cNvPr id="36" name="Graphic 35" descr="User with solid fill">
              <a:extLst>
                <a:ext uri="{FF2B5EF4-FFF2-40B4-BE49-F238E27FC236}">
                  <a16:creationId xmlns:a16="http://schemas.microsoft.com/office/drawing/2014/main" id="{CD5F2076-E038-8DC2-FCEF-DBE6A57F69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226195" y="1548561"/>
              <a:ext cx="359999" cy="360000"/>
            </a:xfrm>
            <a:prstGeom prst="rect">
              <a:avLst/>
            </a:prstGeom>
          </p:spPr>
        </p:pic>
        <p:sp>
          <p:nvSpPr>
            <p:cNvPr id="37" name="Text Placeholder 14">
              <a:extLst>
                <a:ext uri="{FF2B5EF4-FFF2-40B4-BE49-F238E27FC236}">
                  <a16:creationId xmlns:a16="http://schemas.microsoft.com/office/drawing/2014/main" id="{846DED21-A8C5-A6F1-0C8C-324A7B2744EA}"/>
                </a:ext>
              </a:extLst>
            </p:cNvPr>
            <p:cNvSpPr txBox="1">
              <a:spLocks/>
            </p:cNvSpPr>
            <p:nvPr/>
          </p:nvSpPr>
          <p:spPr>
            <a:xfrm>
              <a:off x="1052605" y="1827355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Attributes</a:t>
              </a:r>
              <a:endParaRPr lang="zh-HK" altLang="en-US" sz="1200" dirty="0"/>
            </a:p>
          </p:txBody>
        </p:sp>
      </p:grpSp>
      <p:grpSp>
        <p:nvGrpSpPr>
          <p:cNvPr id="38" name="Group 37">
            <a:extLst>
              <a:ext uri="{FF2B5EF4-FFF2-40B4-BE49-F238E27FC236}">
                <a16:creationId xmlns:a16="http://schemas.microsoft.com/office/drawing/2014/main" id="{00DF350F-1E2A-9DDC-A6E9-9BAC81AABD45}"/>
              </a:ext>
            </a:extLst>
          </p:cNvPr>
          <p:cNvGrpSpPr/>
          <p:nvPr/>
        </p:nvGrpSpPr>
        <p:grpSpPr>
          <a:xfrm>
            <a:off x="8201412" y="3031654"/>
            <a:ext cx="849495" cy="515336"/>
            <a:chOff x="1185793" y="2536687"/>
            <a:chExt cx="849495" cy="515336"/>
          </a:xfrm>
        </p:grpSpPr>
        <p:pic>
          <p:nvPicPr>
            <p:cNvPr id="39" name="Graphic 38" descr="Calculator with solid fill">
              <a:extLst>
                <a:ext uri="{FF2B5EF4-FFF2-40B4-BE49-F238E27FC236}">
                  <a16:creationId xmlns:a16="http://schemas.microsoft.com/office/drawing/2014/main" id="{A256A228-9108-1C18-80D0-2641B1D93CB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1397483" y="2536687"/>
              <a:ext cx="359999" cy="359999"/>
            </a:xfrm>
            <a:prstGeom prst="rect">
              <a:avLst/>
            </a:prstGeom>
          </p:spPr>
        </p:pic>
        <p:sp>
          <p:nvSpPr>
            <p:cNvPr id="40" name="Text Placeholder 14">
              <a:extLst>
                <a:ext uri="{FF2B5EF4-FFF2-40B4-BE49-F238E27FC236}">
                  <a16:creationId xmlns:a16="http://schemas.microsoft.com/office/drawing/2014/main" id="{6DC96D75-DE22-102B-EDD2-DDF83D254558}"/>
                </a:ext>
              </a:extLst>
            </p:cNvPr>
            <p:cNvSpPr txBox="1">
              <a:spLocks/>
            </p:cNvSpPr>
            <p:nvPr/>
          </p:nvSpPr>
          <p:spPr>
            <a:xfrm>
              <a:off x="1185793" y="2815481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Financials</a:t>
              </a:r>
              <a:endParaRPr lang="zh-HK" altLang="en-US" sz="1200" dirty="0"/>
            </a:p>
          </p:txBody>
        </p:sp>
      </p:grpSp>
      <p:grpSp>
        <p:nvGrpSpPr>
          <p:cNvPr id="41" name="Group 40">
            <a:extLst>
              <a:ext uri="{FF2B5EF4-FFF2-40B4-BE49-F238E27FC236}">
                <a16:creationId xmlns:a16="http://schemas.microsoft.com/office/drawing/2014/main" id="{A7BB70C0-46C9-A852-A6A6-F46C5EFD90AB}"/>
              </a:ext>
            </a:extLst>
          </p:cNvPr>
          <p:cNvGrpSpPr/>
          <p:nvPr/>
        </p:nvGrpSpPr>
        <p:grpSpPr>
          <a:xfrm>
            <a:off x="8121337" y="3618515"/>
            <a:ext cx="943527" cy="515336"/>
            <a:chOff x="1147693" y="2536687"/>
            <a:chExt cx="943527" cy="515336"/>
          </a:xfrm>
        </p:grpSpPr>
        <p:pic>
          <p:nvPicPr>
            <p:cNvPr id="42" name="Graphic 41" descr="Cursor with solid fill">
              <a:extLst>
                <a:ext uri="{FF2B5EF4-FFF2-40B4-BE49-F238E27FC236}">
                  <a16:creationId xmlns:a16="http://schemas.microsoft.com/office/drawing/2014/main" id="{65A55E28-FB2E-0227-AD0B-7E49853CA1E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1397483" y="2536687"/>
              <a:ext cx="359999" cy="359999"/>
            </a:xfrm>
            <a:prstGeom prst="rect">
              <a:avLst/>
            </a:prstGeom>
          </p:spPr>
        </p:pic>
        <p:sp>
          <p:nvSpPr>
            <p:cNvPr id="43" name="Text Placeholder 14">
              <a:extLst>
                <a:ext uri="{FF2B5EF4-FFF2-40B4-BE49-F238E27FC236}">
                  <a16:creationId xmlns:a16="http://schemas.microsoft.com/office/drawing/2014/main" id="{144D0572-7A39-BF06-06C3-BA887E4DAB21}"/>
                </a:ext>
              </a:extLst>
            </p:cNvPr>
            <p:cNvSpPr txBox="1">
              <a:spLocks/>
            </p:cNvSpPr>
            <p:nvPr/>
          </p:nvSpPr>
          <p:spPr>
            <a:xfrm>
              <a:off x="1147693" y="2815481"/>
              <a:ext cx="943527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Clickstream</a:t>
              </a:r>
              <a:endParaRPr lang="zh-HK" altLang="en-US" sz="1200" dirty="0"/>
            </a:p>
          </p:txBody>
        </p:sp>
      </p:grpSp>
      <p:sp>
        <p:nvSpPr>
          <p:cNvPr id="44" name="Rectangle: Rounded Corners 43">
            <a:extLst>
              <a:ext uri="{FF2B5EF4-FFF2-40B4-BE49-F238E27FC236}">
                <a16:creationId xmlns:a16="http://schemas.microsoft.com/office/drawing/2014/main" id="{4554D086-65D1-636C-E684-63540987EFA9}"/>
              </a:ext>
            </a:extLst>
          </p:cNvPr>
          <p:cNvSpPr>
            <a:spLocks/>
          </p:cNvSpPr>
          <p:nvPr/>
        </p:nvSpPr>
        <p:spPr>
          <a:xfrm>
            <a:off x="9027402" y="4269509"/>
            <a:ext cx="2745044" cy="603798"/>
          </a:xfrm>
          <a:prstGeom prst="round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pic>
        <p:nvPicPr>
          <p:cNvPr id="45" name="Graphic 44" descr="Document outline">
            <a:extLst>
              <a:ext uri="{FF2B5EF4-FFF2-40B4-BE49-F238E27FC236}">
                <a16:creationId xmlns:a16="http://schemas.microsoft.com/office/drawing/2014/main" id="{D3A538AE-C4D9-5796-E0A8-A61FC0D8DAC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072179" y="4307210"/>
            <a:ext cx="540000" cy="540000"/>
          </a:xfrm>
          <a:prstGeom prst="rect">
            <a:avLst/>
          </a:prstGeom>
        </p:spPr>
      </p:pic>
      <p:pic>
        <p:nvPicPr>
          <p:cNvPr id="46" name="图形 134" descr="Document outline">
            <a:extLst>
              <a:ext uri="{FF2B5EF4-FFF2-40B4-BE49-F238E27FC236}">
                <a16:creationId xmlns:a16="http://schemas.microsoft.com/office/drawing/2014/main" id="{8504C735-3FE3-8C7F-6034-18C097246D6C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615583" y="4307210"/>
            <a:ext cx="540000" cy="540000"/>
          </a:xfrm>
          <a:prstGeom prst="rect">
            <a:avLst/>
          </a:prstGeom>
        </p:spPr>
      </p:pic>
      <p:pic>
        <p:nvPicPr>
          <p:cNvPr id="47" name="グラフィックス 41" descr="Document outline">
            <a:extLst>
              <a:ext uri="{FF2B5EF4-FFF2-40B4-BE49-F238E27FC236}">
                <a16:creationId xmlns:a16="http://schemas.microsoft.com/office/drawing/2014/main" id="{624A2993-0746-18F5-A953-4127CBE381E0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158987" y="4307210"/>
            <a:ext cx="540000" cy="540000"/>
          </a:xfrm>
          <a:prstGeom prst="rect">
            <a:avLst/>
          </a:prstGeom>
        </p:spPr>
      </p:pic>
      <p:pic>
        <p:nvPicPr>
          <p:cNvPr id="48" name="圖形 56" descr="Document outline">
            <a:extLst>
              <a:ext uri="{FF2B5EF4-FFF2-40B4-BE49-F238E27FC236}">
                <a16:creationId xmlns:a16="http://schemas.microsoft.com/office/drawing/2014/main" id="{6C3DDF87-4381-4E66-DBD1-220DC6371BFF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1207418" y="4307210"/>
            <a:ext cx="540000" cy="540000"/>
          </a:xfrm>
          <a:prstGeom prst="rect">
            <a:avLst/>
          </a:prstGeom>
        </p:spPr>
      </p:pic>
      <p:pic>
        <p:nvPicPr>
          <p:cNvPr id="49" name="Graphic 48" descr="Chevron arrows with solid fill">
            <a:extLst>
              <a:ext uri="{FF2B5EF4-FFF2-40B4-BE49-F238E27FC236}">
                <a16:creationId xmlns:a16="http://schemas.microsoft.com/office/drawing/2014/main" id="{B322F627-6DEE-3098-F347-A048B22B16E9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702391" y="4326398"/>
            <a:ext cx="501625" cy="501625"/>
          </a:xfrm>
          <a:prstGeom prst="rect">
            <a:avLst/>
          </a:prstGeom>
        </p:spPr>
      </p:pic>
      <p:grpSp>
        <p:nvGrpSpPr>
          <p:cNvPr id="50" name="Group 49">
            <a:extLst>
              <a:ext uri="{FF2B5EF4-FFF2-40B4-BE49-F238E27FC236}">
                <a16:creationId xmlns:a16="http://schemas.microsoft.com/office/drawing/2014/main" id="{772145EC-D433-6D95-C6F9-C4DCDD055DF8}"/>
              </a:ext>
            </a:extLst>
          </p:cNvPr>
          <p:cNvGrpSpPr/>
          <p:nvPr/>
        </p:nvGrpSpPr>
        <p:grpSpPr>
          <a:xfrm>
            <a:off x="9027402" y="2958181"/>
            <a:ext cx="2745044" cy="603798"/>
            <a:chOff x="8921075" y="3033754"/>
            <a:chExt cx="2745044" cy="603798"/>
          </a:xfrm>
        </p:grpSpPr>
        <p:sp>
          <p:nvSpPr>
            <p:cNvPr id="51" name="Rectangle: Rounded Corners 50">
              <a:extLst>
                <a:ext uri="{FF2B5EF4-FFF2-40B4-BE49-F238E27FC236}">
                  <a16:creationId xmlns:a16="http://schemas.microsoft.com/office/drawing/2014/main" id="{46861A5B-D5FC-9969-A53F-6434944020A0}"/>
                </a:ext>
              </a:extLst>
            </p:cNvPr>
            <p:cNvSpPr/>
            <p:nvPr/>
          </p:nvSpPr>
          <p:spPr>
            <a:xfrm>
              <a:off x="8921075" y="3033754"/>
              <a:ext cx="2745044" cy="603798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grpSp>
          <p:nvGrpSpPr>
            <p:cNvPr id="52" name="Group 51">
              <a:extLst>
                <a:ext uri="{FF2B5EF4-FFF2-40B4-BE49-F238E27FC236}">
                  <a16:creationId xmlns:a16="http://schemas.microsoft.com/office/drawing/2014/main" id="{B9C7053A-C9C9-2318-650A-0B272996BC2B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65852" y="3059755"/>
              <a:ext cx="2675239" cy="540000"/>
              <a:chOff x="8350916" y="3958585"/>
              <a:chExt cx="3027325" cy="611069"/>
            </a:xfrm>
            <a:solidFill>
              <a:srgbClr val="00B0F0"/>
            </a:solidFill>
          </p:grpSpPr>
          <p:pic>
            <p:nvPicPr>
              <p:cNvPr id="53" name="Graphic 52" descr="Document outline">
                <a:extLst>
                  <a:ext uri="{FF2B5EF4-FFF2-40B4-BE49-F238E27FC236}">
                    <a16:creationId xmlns:a16="http://schemas.microsoft.com/office/drawing/2014/main" id="{167192F9-98A1-E382-2A8E-DF7B26A0D7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350916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54" name="图形 134" descr="Document outline">
                <a:extLst>
                  <a:ext uri="{FF2B5EF4-FFF2-40B4-BE49-F238E27FC236}">
                    <a16:creationId xmlns:a16="http://schemas.microsoft.com/office/drawing/2014/main" id="{530E35E1-D291-08F7-CD6F-5F4C0E4A296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965837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55" name="グラフィックス 41" descr="Document outline">
                <a:extLst>
                  <a:ext uri="{FF2B5EF4-FFF2-40B4-BE49-F238E27FC236}">
                    <a16:creationId xmlns:a16="http://schemas.microsoft.com/office/drawing/2014/main" id="{471C2E9E-2F6F-5545-DF76-147783CCD54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9580758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56" name="圖形 56" descr="Document outline">
                <a:extLst>
                  <a:ext uri="{FF2B5EF4-FFF2-40B4-BE49-F238E27FC236}">
                    <a16:creationId xmlns:a16="http://schemas.microsoft.com/office/drawing/2014/main" id="{0614D447-5CAD-F3BC-B1D9-26D98703384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10767172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57" name="Graphic 56" descr="Chevron arrows with solid fill">
                <a:extLst>
                  <a:ext uri="{FF2B5EF4-FFF2-40B4-BE49-F238E27FC236}">
                    <a16:creationId xmlns:a16="http://schemas.microsoft.com/office/drawing/2014/main" id="{B0BCB031-6E89-28D2-9A3F-EA36BEC0BF3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0195679" y="3980298"/>
                <a:ext cx="567643" cy="567643"/>
              </a:xfrm>
              <a:prstGeom prst="rect">
                <a:avLst/>
              </a:prstGeom>
            </p:spPr>
          </p:pic>
        </p:grpSp>
      </p:grpSp>
      <p:grpSp>
        <p:nvGrpSpPr>
          <p:cNvPr id="58" name="Group 57">
            <a:extLst>
              <a:ext uri="{FF2B5EF4-FFF2-40B4-BE49-F238E27FC236}">
                <a16:creationId xmlns:a16="http://schemas.microsoft.com/office/drawing/2014/main" id="{CB2FBEDF-3498-34F9-E900-207DCBF59181}"/>
              </a:ext>
            </a:extLst>
          </p:cNvPr>
          <p:cNvGrpSpPr/>
          <p:nvPr/>
        </p:nvGrpSpPr>
        <p:grpSpPr>
          <a:xfrm>
            <a:off x="8336588" y="4317848"/>
            <a:ext cx="849495" cy="515336"/>
            <a:chOff x="8198362" y="4413541"/>
            <a:chExt cx="849495" cy="515336"/>
          </a:xfrm>
        </p:grpSpPr>
        <p:pic>
          <p:nvPicPr>
            <p:cNvPr id="59" name="Graphic 58" descr="Loan with solid fill">
              <a:extLst>
                <a:ext uri="{FF2B5EF4-FFF2-40B4-BE49-F238E27FC236}">
                  <a16:creationId xmlns:a16="http://schemas.microsoft.com/office/drawing/2014/main" id="{5E55016C-4B4D-1E7A-9AEC-949B902FA8F0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rcRect/>
            <a:stretch/>
          </p:blipFill>
          <p:spPr>
            <a:xfrm>
              <a:off x="8286889" y="4413541"/>
              <a:ext cx="359999" cy="359999"/>
            </a:xfrm>
            <a:prstGeom prst="rect">
              <a:avLst/>
            </a:prstGeom>
          </p:spPr>
        </p:pic>
        <p:sp>
          <p:nvSpPr>
            <p:cNvPr id="60" name="Text Placeholder 14">
              <a:extLst>
                <a:ext uri="{FF2B5EF4-FFF2-40B4-BE49-F238E27FC236}">
                  <a16:creationId xmlns:a16="http://schemas.microsoft.com/office/drawing/2014/main" id="{27E735D8-76A9-B69E-52E8-34B945D357CF}"/>
                </a:ext>
              </a:extLst>
            </p:cNvPr>
            <p:cNvSpPr txBox="1">
              <a:spLocks/>
            </p:cNvSpPr>
            <p:nvPr/>
          </p:nvSpPr>
          <p:spPr>
            <a:xfrm>
              <a:off x="8198362" y="4692335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Loans</a:t>
              </a:r>
              <a:endParaRPr lang="zh-HK" altLang="en-US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D4D45EF0-2B97-A73C-90BF-5B90FE5DB7C6}"/>
              </a:ext>
            </a:extLst>
          </p:cNvPr>
          <p:cNvGrpSpPr/>
          <p:nvPr/>
        </p:nvGrpSpPr>
        <p:grpSpPr>
          <a:xfrm>
            <a:off x="9027402" y="3619695"/>
            <a:ext cx="2745044" cy="603798"/>
            <a:chOff x="8921075" y="3033754"/>
            <a:chExt cx="2745044" cy="603798"/>
          </a:xfrm>
        </p:grpSpPr>
        <p:sp>
          <p:nvSpPr>
            <p:cNvPr id="62" name="Rectangle: Rounded Corners 61">
              <a:extLst>
                <a:ext uri="{FF2B5EF4-FFF2-40B4-BE49-F238E27FC236}">
                  <a16:creationId xmlns:a16="http://schemas.microsoft.com/office/drawing/2014/main" id="{12DBCE50-56C2-35A0-EDAC-235AFAE479ED}"/>
                </a:ext>
              </a:extLst>
            </p:cNvPr>
            <p:cNvSpPr/>
            <p:nvPr/>
          </p:nvSpPr>
          <p:spPr>
            <a:xfrm>
              <a:off x="8921075" y="3033754"/>
              <a:ext cx="2745044" cy="603798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grpSp>
          <p:nvGrpSpPr>
            <p:cNvPr id="63" name="Group 62">
              <a:extLst>
                <a:ext uri="{FF2B5EF4-FFF2-40B4-BE49-F238E27FC236}">
                  <a16:creationId xmlns:a16="http://schemas.microsoft.com/office/drawing/2014/main" id="{16A71963-B22F-D632-D495-CF47B368FC81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65852" y="3059755"/>
              <a:ext cx="2675239" cy="540000"/>
              <a:chOff x="8350916" y="3958585"/>
              <a:chExt cx="3027325" cy="611069"/>
            </a:xfrm>
            <a:solidFill>
              <a:srgbClr val="00B0F0"/>
            </a:solidFill>
          </p:grpSpPr>
          <p:pic>
            <p:nvPicPr>
              <p:cNvPr id="64" name="Graphic 63" descr="Document outline">
                <a:extLst>
                  <a:ext uri="{FF2B5EF4-FFF2-40B4-BE49-F238E27FC236}">
                    <a16:creationId xmlns:a16="http://schemas.microsoft.com/office/drawing/2014/main" id="{942B5883-2171-F159-D7C9-9C9598FC237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350916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65" name="图形 134" descr="Document outline">
                <a:extLst>
                  <a:ext uri="{FF2B5EF4-FFF2-40B4-BE49-F238E27FC236}">
                    <a16:creationId xmlns:a16="http://schemas.microsoft.com/office/drawing/2014/main" id="{3E930C43-C503-AEAA-1E55-4594D3D55D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965837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66" name="グラフィックス 41" descr="Document outline">
                <a:extLst>
                  <a:ext uri="{FF2B5EF4-FFF2-40B4-BE49-F238E27FC236}">
                    <a16:creationId xmlns:a16="http://schemas.microsoft.com/office/drawing/2014/main" id="{4F273F0E-BDC0-E354-152D-C888CD03EAF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9580758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67" name="圖形 56" descr="Document outline">
                <a:extLst>
                  <a:ext uri="{FF2B5EF4-FFF2-40B4-BE49-F238E27FC236}">
                    <a16:creationId xmlns:a16="http://schemas.microsoft.com/office/drawing/2014/main" id="{1F030B5E-E251-C173-26FB-CBC17FD223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10767172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68" name="Graphic 67" descr="Chevron arrows with solid fill">
                <a:extLst>
                  <a:ext uri="{FF2B5EF4-FFF2-40B4-BE49-F238E27FC236}">
                    <a16:creationId xmlns:a16="http://schemas.microsoft.com/office/drawing/2014/main" id="{21825B99-5BC1-B838-440F-725DBBBAED4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0195679" y="3980298"/>
                <a:ext cx="567643" cy="567643"/>
              </a:xfrm>
              <a:prstGeom prst="rect">
                <a:avLst/>
              </a:prstGeom>
            </p:spPr>
          </p:pic>
        </p:grpSp>
      </p:grpSp>
      <p:grpSp>
        <p:nvGrpSpPr>
          <p:cNvPr id="69" name="Group 68">
            <a:extLst>
              <a:ext uri="{FF2B5EF4-FFF2-40B4-BE49-F238E27FC236}">
                <a16:creationId xmlns:a16="http://schemas.microsoft.com/office/drawing/2014/main" id="{7531CB8A-F09C-221E-5B8C-B3D306A9B0D3}"/>
              </a:ext>
            </a:extLst>
          </p:cNvPr>
          <p:cNvGrpSpPr/>
          <p:nvPr/>
        </p:nvGrpSpPr>
        <p:grpSpPr>
          <a:xfrm>
            <a:off x="9027402" y="2296667"/>
            <a:ext cx="2745044" cy="603798"/>
            <a:chOff x="8921075" y="3033754"/>
            <a:chExt cx="2745044" cy="603798"/>
          </a:xfrm>
        </p:grpSpPr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810C68BA-EADB-C1DD-922A-ED55BB3771F0}"/>
                </a:ext>
              </a:extLst>
            </p:cNvPr>
            <p:cNvSpPr/>
            <p:nvPr/>
          </p:nvSpPr>
          <p:spPr>
            <a:xfrm>
              <a:off x="8921075" y="3033754"/>
              <a:ext cx="2745044" cy="603798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grpSp>
          <p:nvGrpSpPr>
            <p:cNvPr id="71" name="Group 70">
              <a:extLst>
                <a:ext uri="{FF2B5EF4-FFF2-40B4-BE49-F238E27FC236}">
                  <a16:creationId xmlns:a16="http://schemas.microsoft.com/office/drawing/2014/main" id="{135BD9AA-564D-7526-B300-6800B27AEDC2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65852" y="3059755"/>
              <a:ext cx="2675239" cy="540000"/>
              <a:chOff x="8350916" y="3958585"/>
              <a:chExt cx="3027325" cy="611069"/>
            </a:xfrm>
            <a:solidFill>
              <a:srgbClr val="00B0F0"/>
            </a:solidFill>
          </p:grpSpPr>
          <p:pic>
            <p:nvPicPr>
              <p:cNvPr id="72" name="Graphic 71" descr="Document outline">
                <a:extLst>
                  <a:ext uri="{FF2B5EF4-FFF2-40B4-BE49-F238E27FC236}">
                    <a16:creationId xmlns:a16="http://schemas.microsoft.com/office/drawing/2014/main" id="{E729A2FD-F253-6F60-E7D8-6B31C37CD10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350916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73" name="图形 134" descr="Document outline">
                <a:extLst>
                  <a:ext uri="{FF2B5EF4-FFF2-40B4-BE49-F238E27FC236}">
                    <a16:creationId xmlns:a16="http://schemas.microsoft.com/office/drawing/2014/main" id="{3C4ACEEF-2D2C-F174-325C-9E50CA379C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965837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74" name="グラフィックス 41" descr="Document outline">
                <a:extLst>
                  <a:ext uri="{FF2B5EF4-FFF2-40B4-BE49-F238E27FC236}">
                    <a16:creationId xmlns:a16="http://schemas.microsoft.com/office/drawing/2014/main" id="{067027FF-3157-025C-13EF-5565B55D582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9580758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75" name="圖形 56" descr="Document outline">
                <a:extLst>
                  <a:ext uri="{FF2B5EF4-FFF2-40B4-BE49-F238E27FC236}">
                    <a16:creationId xmlns:a16="http://schemas.microsoft.com/office/drawing/2014/main" id="{F4737AB4-0604-5311-7541-3C97B5F8600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10767172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76" name="Graphic 75" descr="Chevron arrows with solid fill">
                <a:extLst>
                  <a:ext uri="{FF2B5EF4-FFF2-40B4-BE49-F238E27FC236}">
                    <a16:creationId xmlns:a16="http://schemas.microsoft.com/office/drawing/2014/main" id="{FDC7C39A-FA57-CE0B-6399-00C7B346568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0195679" y="3980298"/>
                <a:ext cx="567643" cy="567643"/>
              </a:xfrm>
              <a:prstGeom prst="rect">
                <a:avLst/>
              </a:prstGeom>
            </p:spPr>
          </p:pic>
        </p:grpSp>
      </p:grpSp>
      <p:sp>
        <p:nvSpPr>
          <p:cNvPr id="77" name="Rectangle: Rounded Corners 76">
            <a:extLst>
              <a:ext uri="{FF2B5EF4-FFF2-40B4-BE49-F238E27FC236}">
                <a16:creationId xmlns:a16="http://schemas.microsoft.com/office/drawing/2014/main" id="{ED47AFDB-4FF1-4CB7-F273-68E7FA753949}"/>
              </a:ext>
            </a:extLst>
          </p:cNvPr>
          <p:cNvSpPr/>
          <p:nvPr/>
        </p:nvSpPr>
        <p:spPr>
          <a:xfrm>
            <a:off x="4417189" y="988828"/>
            <a:ext cx="2784407" cy="5475677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78" name="Straight Connector 77">
            <a:extLst>
              <a:ext uri="{FF2B5EF4-FFF2-40B4-BE49-F238E27FC236}">
                <a16:creationId xmlns:a16="http://schemas.microsoft.com/office/drawing/2014/main" id="{7EB19912-D842-38E9-96CD-F4CC33CB6658}"/>
              </a:ext>
            </a:extLst>
          </p:cNvPr>
          <p:cNvCxnSpPr>
            <a:cxnSpLocks/>
          </p:cNvCxnSpPr>
          <p:nvPr/>
        </p:nvCxnSpPr>
        <p:spPr>
          <a:xfrm>
            <a:off x="4566818" y="4652267"/>
            <a:ext cx="2518434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9" name="Rectangle: Rounded Corners 78">
            <a:extLst>
              <a:ext uri="{FF2B5EF4-FFF2-40B4-BE49-F238E27FC236}">
                <a16:creationId xmlns:a16="http://schemas.microsoft.com/office/drawing/2014/main" id="{5CEC39CC-8BDA-0841-A597-7994E77272F2}"/>
              </a:ext>
            </a:extLst>
          </p:cNvPr>
          <p:cNvSpPr/>
          <p:nvPr/>
        </p:nvSpPr>
        <p:spPr>
          <a:xfrm>
            <a:off x="774456" y="988829"/>
            <a:ext cx="2784407" cy="5457692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80" name="Straight Connector 79">
            <a:extLst>
              <a:ext uri="{FF2B5EF4-FFF2-40B4-BE49-F238E27FC236}">
                <a16:creationId xmlns:a16="http://schemas.microsoft.com/office/drawing/2014/main" id="{402ACFE2-227D-8796-F80C-2F6CA9FA5CBA}"/>
              </a:ext>
            </a:extLst>
          </p:cNvPr>
          <p:cNvCxnSpPr>
            <a:cxnSpLocks/>
          </p:cNvCxnSpPr>
          <p:nvPr/>
        </p:nvCxnSpPr>
        <p:spPr>
          <a:xfrm>
            <a:off x="914190" y="3897306"/>
            <a:ext cx="2518434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1" name="Arrow: Right 80">
            <a:extLst>
              <a:ext uri="{FF2B5EF4-FFF2-40B4-BE49-F238E27FC236}">
                <a16:creationId xmlns:a16="http://schemas.microsoft.com/office/drawing/2014/main" id="{61EDA1A1-5376-F2CC-31D2-618316EEFAEB}"/>
              </a:ext>
            </a:extLst>
          </p:cNvPr>
          <p:cNvSpPr/>
          <p:nvPr/>
        </p:nvSpPr>
        <p:spPr>
          <a:xfrm>
            <a:off x="7346371" y="2206001"/>
            <a:ext cx="523646" cy="47662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82" name="Rectangle: Rounded Corners 81">
            <a:extLst>
              <a:ext uri="{FF2B5EF4-FFF2-40B4-BE49-F238E27FC236}">
                <a16:creationId xmlns:a16="http://schemas.microsoft.com/office/drawing/2014/main" id="{CED0ACEF-F372-A875-7DED-66A058F2C628}"/>
              </a:ext>
            </a:extLst>
          </p:cNvPr>
          <p:cNvSpPr/>
          <p:nvPr/>
        </p:nvSpPr>
        <p:spPr>
          <a:xfrm>
            <a:off x="7995769" y="988828"/>
            <a:ext cx="3987124" cy="5475677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A03D4CF3-3A75-D879-2743-6EE02B3B6D84}"/>
              </a:ext>
            </a:extLst>
          </p:cNvPr>
          <p:cNvCxnSpPr>
            <a:cxnSpLocks/>
          </p:cNvCxnSpPr>
          <p:nvPr/>
        </p:nvCxnSpPr>
        <p:spPr>
          <a:xfrm flipV="1">
            <a:off x="8102930" y="5466491"/>
            <a:ext cx="3787603" cy="390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87" name="Graphic 86" descr="Idea with solid fill">
            <a:extLst>
              <a:ext uri="{FF2B5EF4-FFF2-40B4-BE49-F238E27FC236}">
                <a16:creationId xmlns:a16="http://schemas.microsoft.com/office/drawing/2014/main" id="{E0D521E3-E76D-41C8-4999-FFCA6BB9A645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560691" y="4672084"/>
            <a:ext cx="346189" cy="34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46680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4C209F4-AF3F-2BEC-8F34-197CBB4F8C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0962518-64BE-1144-DC4D-6AB97B9B18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5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A3877CE9-D544-EEE9-FF42-2EDA4E161D67}"/>
              </a:ext>
            </a:extLst>
          </p:cNvPr>
          <p:cNvSpPr txBox="1">
            <a:spLocks/>
          </p:cNvSpPr>
          <p:nvPr/>
        </p:nvSpPr>
        <p:spPr>
          <a:xfrm>
            <a:off x="934170" y="147113"/>
            <a:ext cx="8878824" cy="1069848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HK" dirty="0">
                <a:solidFill>
                  <a:srgbClr val="D0B74C"/>
                </a:solidFill>
              </a:rPr>
              <a:t>Bronze</a:t>
            </a:r>
            <a:r>
              <a:rPr lang="en-US" altLang="zh-HK" dirty="0"/>
              <a:t> TO </a:t>
            </a:r>
            <a:r>
              <a:rPr lang="en-US" altLang="zh-HK" dirty="0">
                <a:solidFill>
                  <a:srgbClr val="A6A6A6"/>
                </a:solidFill>
              </a:rPr>
              <a:t>Silver</a:t>
            </a:r>
            <a:r>
              <a:rPr lang="en-US" altLang="zh-HK" dirty="0"/>
              <a:t>(USERs)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6176D150-D8F9-F4A9-DADA-F0AA6AD55B5F}"/>
              </a:ext>
            </a:extLst>
          </p:cNvPr>
          <p:cNvSpPr>
            <a:spLocks/>
          </p:cNvSpPr>
          <p:nvPr/>
        </p:nvSpPr>
        <p:spPr>
          <a:xfrm>
            <a:off x="4662957" y="883375"/>
            <a:ext cx="3668624" cy="2621620"/>
          </a:xfrm>
          <a:prstGeom prst="roundRect">
            <a:avLst>
              <a:gd name="adj" fmla="val 4948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24E2DF5D-909B-B3EA-B372-C77CB3B4F9F5}"/>
              </a:ext>
            </a:extLst>
          </p:cNvPr>
          <p:cNvSpPr txBox="1">
            <a:spLocks/>
          </p:cNvSpPr>
          <p:nvPr/>
        </p:nvSpPr>
        <p:spPr>
          <a:xfrm>
            <a:off x="4684264" y="952474"/>
            <a:ext cx="3585740" cy="24765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33400" indent="0">
              <a:buNone/>
            </a:pPr>
            <a:r>
              <a:rPr lang="en-US" altLang="zh-HK" b="1" dirty="0">
                <a:latin typeface="+mj-lt"/>
                <a:ea typeface="+mj-ea"/>
              </a:rPr>
              <a:t>ETL</a:t>
            </a:r>
          </a:p>
          <a:p>
            <a:r>
              <a:rPr lang="en-US" altLang="zh-HK" sz="1000" b="1" dirty="0">
                <a:solidFill>
                  <a:schemeClr val="accent1"/>
                </a:solidFill>
              </a:rPr>
              <a:t>Extract: </a:t>
            </a:r>
            <a:r>
              <a:rPr lang="en-US" altLang="zh-HK" sz="1000" b="1" dirty="0"/>
              <a:t>Bronze</a:t>
            </a:r>
            <a:r>
              <a:rPr lang="en-US" altLang="zh-HK" sz="1000" dirty="0"/>
              <a:t> </a:t>
            </a:r>
            <a:r>
              <a:rPr lang="en-US" altLang="zh-HK" sz="1000" b="1" dirty="0"/>
              <a:t>clickstream</a:t>
            </a:r>
            <a:r>
              <a:rPr lang="en-US" altLang="zh-HK" sz="1000" dirty="0"/>
              <a:t>, </a:t>
            </a:r>
            <a:r>
              <a:rPr lang="en-US" altLang="zh-HK" sz="1000" b="1" dirty="0"/>
              <a:t>attributes</a:t>
            </a:r>
            <a:r>
              <a:rPr lang="en-US" altLang="zh-HK" sz="1000" dirty="0"/>
              <a:t> and </a:t>
            </a:r>
            <a:r>
              <a:rPr lang="en-US" altLang="zh-HK" sz="1000" b="1" dirty="0"/>
              <a:t>financials</a:t>
            </a:r>
            <a:r>
              <a:rPr lang="en-US" altLang="zh-HK" sz="1000" dirty="0"/>
              <a:t>.</a:t>
            </a:r>
          </a:p>
          <a:p>
            <a:r>
              <a:rPr lang="en-US" altLang="zh-HK" sz="1000" b="1" dirty="0">
                <a:solidFill>
                  <a:schemeClr val="accent1"/>
                </a:solidFill>
              </a:rPr>
              <a:t>Transform:</a:t>
            </a:r>
          </a:p>
          <a:p>
            <a:pPr lvl="1"/>
            <a:r>
              <a:rPr lang="en-US" altLang="zh-HK" sz="1000" dirty="0"/>
              <a:t>Enforce schema on all features.</a:t>
            </a:r>
          </a:p>
          <a:p>
            <a:pPr lvl="1"/>
            <a:r>
              <a:rPr lang="en-US" altLang="zh-HK" sz="1000" b="1" dirty="0"/>
              <a:t>Attributes</a:t>
            </a:r>
            <a:r>
              <a:rPr lang="en-US" altLang="zh-HK" sz="1000" dirty="0"/>
              <a:t>: Mask PII, validate and bin Age range.</a:t>
            </a:r>
          </a:p>
          <a:p>
            <a:pPr lvl="1"/>
            <a:r>
              <a:rPr lang="en-US" altLang="zh-HK" sz="1000" b="1" dirty="0"/>
              <a:t>Clickstream: </a:t>
            </a:r>
            <a:r>
              <a:rPr lang="en-US" altLang="zh-HK" sz="1000" dirty="0"/>
              <a:t>Convert 20 features (fe_1 to fe_20) to integers.</a:t>
            </a:r>
          </a:p>
          <a:p>
            <a:pPr lvl="1"/>
            <a:r>
              <a:rPr lang="en-US" altLang="zh-HK" sz="1000" b="1" dirty="0"/>
              <a:t>Financials:</a:t>
            </a:r>
            <a:r>
              <a:rPr lang="en-US" altLang="zh-HK" sz="1000" dirty="0"/>
              <a:t> Parse numeric fields, cleans invalids,  standardize “Type_of_Loan” and “Credit_History_Age” and split payment behaviour.</a:t>
            </a:r>
          </a:p>
          <a:p>
            <a:r>
              <a:rPr lang="en-US" altLang="zh-HK" sz="1000" b="1" dirty="0">
                <a:solidFill>
                  <a:schemeClr val="accent1"/>
                </a:solidFill>
              </a:rPr>
              <a:t>Load: </a:t>
            </a:r>
            <a:r>
              <a:rPr lang="en-US" altLang="zh-HK" sz="1000" dirty="0"/>
              <a:t>Stored as </a:t>
            </a:r>
            <a:r>
              <a:rPr lang="en-US" altLang="zh-HK" sz="1000" b="1" dirty="0"/>
              <a:t>cleaned</a:t>
            </a:r>
            <a:r>
              <a:rPr lang="en-US" altLang="zh-HK" sz="1000" dirty="0"/>
              <a:t>, </a:t>
            </a:r>
            <a:r>
              <a:rPr lang="en-US" altLang="zh-HK" sz="1000" b="1" dirty="0"/>
              <a:t>standardized</a:t>
            </a:r>
            <a:r>
              <a:rPr lang="en-US" altLang="zh-HK" sz="1000" dirty="0"/>
              <a:t> and </a:t>
            </a:r>
            <a:r>
              <a:rPr lang="en-US" altLang="zh-HK" sz="1000" b="1" dirty="0"/>
              <a:t>partitioned</a:t>
            </a:r>
            <a:r>
              <a:rPr lang="en-US" altLang="zh-HK" sz="1000" dirty="0"/>
              <a:t> </a:t>
            </a:r>
            <a:r>
              <a:rPr lang="en-US" altLang="zh-HK" sz="1000" b="1" dirty="0"/>
              <a:t>Parquet</a:t>
            </a:r>
            <a:r>
              <a:rPr lang="en-US" altLang="zh-HK" sz="1000" dirty="0"/>
              <a:t> files by snapshot dates.</a:t>
            </a:r>
          </a:p>
        </p:txBody>
      </p:sp>
      <p:pic>
        <p:nvPicPr>
          <p:cNvPr id="14" name="Graphic 13" descr="Circles with arrows with solid fill">
            <a:extLst>
              <a:ext uri="{FF2B5EF4-FFF2-40B4-BE49-F238E27FC236}">
                <a16:creationId xmlns:a16="http://schemas.microsoft.com/office/drawing/2014/main" id="{38EA4D9D-86A2-884F-FCD0-C0A08C7250B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750391" y="927666"/>
            <a:ext cx="432000" cy="432000"/>
          </a:xfrm>
          <a:prstGeom prst="rect">
            <a:avLst/>
          </a:prstGeom>
        </p:spPr>
      </p:pic>
      <p:sp>
        <p:nvSpPr>
          <p:cNvPr id="82" name="Text Placeholder 14">
            <a:extLst>
              <a:ext uri="{FF2B5EF4-FFF2-40B4-BE49-F238E27FC236}">
                <a16:creationId xmlns:a16="http://schemas.microsoft.com/office/drawing/2014/main" id="{02F31958-1BCE-EF36-720F-00BA237808C7}"/>
              </a:ext>
            </a:extLst>
          </p:cNvPr>
          <p:cNvSpPr txBox="1">
            <a:spLocks/>
          </p:cNvSpPr>
          <p:nvPr/>
        </p:nvSpPr>
        <p:spPr>
          <a:xfrm>
            <a:off x="4935293" y="4863530"/>
            <a:ext cx="3420126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Design Decisions</a:t>
            </a:r>
            <a:endParaRPr lang="zh-HK" altLang="en-US" sz="1400" b="1" dirty="0">
              <a:latin typeface="+mj-lt"/>
            </a:endParaRPr>
          </a:p>
        </p:txBody>
      </p:sp>
      <p:sp>
        <p:nvSpPr>
          <p:cNvPr id="118" name="Content Placeholder 3">
            <a:extLst>
              <a:ext uri="{FF2B5EF4-FFF2-40B4-BE49-F238E27FC236}">
                <a16:creationId xmlns:a16="http://schemas.microsoft.com/office/drawing/2014/main" id="{C9771FE2-BD75-5E21-1FB5-4959ECD37A02}"/>
              </a:ext>
            </a:extLst>
          </p:cNvPr>
          <p:cNvSpPr txBox="1">
            <a:spLocks/>
          </p:cNvSpPr>
          <p:nvPr/>
        </p:nvSpPr>
        <p:spPr>
          <a:xfrm>
            <a:off x="4662956" y="5152956"/>
            <a:ext cx="3668625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The </a:t>
            </a:r>
            <a:r>
              <a:rPr lang="en-US" altLang="zh-HK" sz="1000" b="1" dirty="0"/>
              <a:t>PII are masked </a:t>
            </a:r>
            <a:r>
              <a:rPr lang="en-US" altLang="zh-HK" sz="1000" dirty="0"/>
              <a:t>in the Silver layer to ensure sensitive information would not be accidentally shared within the enterprise.</a:t>
            </a:r>
          </a:p>
          <a:p>
            <a:pPr marL="352425" indent="-171450"/>
            <a:r>
              <a:rPr lang="en-US" altLang="zh-HK" sz="1000" b="1" dirty="0"/>
              <a:t>Schema enforcement </a:t>
            </a:r>
            <a:r>
              <a:rPr lang="en-US" altLang="zh-HK" sz="1000" dirty="0"/>
              <a:t>prevents dirty data from propagating.</a:t>
            </a:r>
          </a:p>
          <a:p>
            <a:pPr marL="352425" indent="-171450"/>
            <a:r>
              <a:rPr lang="en-US" altLang="zh-HK" sz="1000" b="1" dirty="0"/>
              <a:t>Separate logic </a:t>
            </a:r>
            <a:r>
              <a:rPr lang="en-US" altLang="zh-HK" sz="1000" dirty="0"/>
              <a:t>per data domain ensures data quality early.</a:t>
            </a:r>
          </a:p>
          <a:p>
            <a:pPr marL="352425" indent="-171450"/>
            <a:r>
              <a:rPr lang="en-US" altLang="zh-HK" sz="1000" b="1" dirty="0"/>
              <a:t>Partition</a:t>
            </a:r>
            <a:r>
              <a:rPr lang="en-US" altLang="zh-HK" sz="1000" dirty="0"/>
              <a:t> by snapshot month for reproducibility.</a:t>
            </a:r>
          </a:p>
        </p:txBody>
      </p:sp>
      <p:grpSp>
        <p:nvGrpSpPr>
          <p:cNvPr id="30" name="Group 29">
            <a:extLst>
              <a:ext uri="{FF2B5EF4-FFF2-40B4-BE49-F238E27FC236}">
                <a16:creationId xmlns:a16="http://schemas.microsoft.com/office/drawing/2014/main" id="{06F2B077-C2EF-FDFF-A0D8-533EFD832FE2}"/>
              </a:ext>
            </a:extLst>
          </p:cNvPr>
          <p:cNvGrpSpPr/>
          <p:nvPr/>
        </p:nvGrpSpPr>
        <p:grpSpPr>
          <a:xfrm>
            <a:off x="1061926" y="872695"/>
            <a:ext cx="2594085" cy="2625087"/>
            <a:chOff x="934693" y="1927863"/>
            <a:chExt cx="2594085" cy="2625087"/>
          </a:xfrm>
        </p:grpSpPr>
        <p:sp>
          <p:nvSpPr>
            <p:cNvPr id="116" name="Rectangle: Rounded Corners 115">
              <a:extLst>
                <a:ext uri="{FF2B5EF4-FFF2-40B4-BE49-F238E27FC236}">
                  <a16:creationId xmlns:a16="http://schemas.microsoft.com/office/drawing/2014/main" id="{8B9F94B5-72AA-D88C-4A94-9004BA1F4F1D}"/>
                </a:ext>
              </a:extLst>
            </p:cNvPr>
            <p:cNvSpPr>
              <a:spLocks/>
            </p:cNvSpPr>
            <p:nvPr/>
          </p:nvSpPr>
          <p:spPr>
            <a:xfrm>
              <a:off x="1018471" y="1927863"/>
              <a:ext cx="2510307" cy="2625087"/>
            </a:xfrm>
            <a:prstGeom prst="roundRect">
              <a:avLst>
                <a:gd name="adj" fmla="val 4948"/>
              </a:avLst>
            </a:prstGeom>
            <a:solidFill>
              <a:srgbClr val="D0B74C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17" name="Content Placeholder 3">
              <a:extLst>
                <a:ext uri="{FF2B5EF4-FFF2-40B4-BE49-F238E27FC236}">
                  <a16:creationId xmlns:a16="http://schemas.microsoft.com/office/drawing/2014/main" id="{57626B24-DDC2-1159-C11D-9E7D5E9C5B88}"/>
                </a:ext>
              </a:extLst>
            </p:cNvPr>
            <p:cNvSpPr txBox="1">
              <a:spLocks/>
            </p:cNvSpPr>
            <p:nvPr/>
          </p:nvSpPr>
          <p:spPr>
            <a:xfrm>
              <a:off x="934693" y="2075020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rgbClr val="D0B74C"/>
                  </a:solidFill>
                  <a:latin typeface="+mj-lt"/>
                  <a:ea typeface="+mj-ea"/>
                </a:rPr>
                <a:t>Bronze</a:t>
              </a:r>
            </a:p>
          </p:txBody>
        </p:sp>
        <p:sp>
          <p:nvSpPr>
            <p:cNvPr id="90" name="Text Placeholder 14">
              <a:extLst>
                <a:ext uri="{FF2B5EF4-FFF2-40B4-BE49-F238E27FC236}">
                  <a16:creationId xmlns:a16="http://schemas.microsoft.com/office/drawing/2014/main" id="{25D5A0B9-0C43-E779-DC77-68631E946862}"/>
                </a:ext>
              </a:extLst>
            </p:cNvPr>
            <p:cNvSpPr txBox="1">
              <a:spLocks/>
            </p:cNvSpPr>
            <p:nvPr/>
          </p:nvSpPr>
          <p:spPr>
            <a:xfrm>
              <a:off x="2034890" y="2449435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94" name="Graphic 93" descr="Key with solid fill">
              <a:extLst>
                <a:ext uri="{FF2B5EF4-FFF2-40B4-BE49-F238E27FC236}">
                  <a16:creationId xmlns:a16="http://schemas.microsoft.com/office/drawing/2014/main" id="{20C83649-65D5-21FF-866F-28B910121974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3022525" y="2049847"/>
              <a:ext cx="360000" cy="360000"/>
            </a:xfrm>
            <a:prstGeom prst="rect">
              <a:avLst/>
            </a:prstGeom>
          </p:spPr>
        </p:pic>
        <p:pic>
          <p:nvPicPr>
            <p:cNvPr id="95" name="Graphic 94" descr="Database with solid fill">
              <a:extLst>
                <a:ext uri="{FF2B5EF4-FFF2-40B4-BE49-F238E27FC236}">
                  <a16:creationId xmlns:a16="http://schemas.microsoft.com/office/drawing/2014/main" id="{40662840-FF3F-6D35-8F80-9D8F045135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tretch>
              <a:fillRect/>
            </a:stretch>
          </p:blipFill>
          <p:spPr>
            <a:xfrm>
              <a:off x="1096057" y="2022806"/>
              <a:ext cx="432000" cy="432000"/>
            </a:xfrm>
            <a:prstGeom prst="rect">
              <a:avLst/>
            </a:prstGeom>
          </p:spPr>
        </p:pic>
        <p:grpSp>
          <p:nvGrpSpPr>
            <p:cNvPr id="2" name="Group 1">
              <a:extLst>
                <a:ext uri="{FF2B5EF4-FFF2-40B4-BE49-F238E27FC236}">
                  <a16:creationId xmlns:a16="http://schemas.microsoft.com/office/drawing/2014/main" id="{B64D83A1-6D03-B8AC-716B-816F474E9BC4}"/>
                </a:ext>
              </a:extLst>
            </p:cNvPr>
            <p:cNvGrpSpPr/>
            <p:nvPr/>
          </p:nvGrpSpPr>
          <p:grpSpPr>
            <a:xfrm>
              <a:off x="1969350" y="2702744"/>
              <a:ext cx="1416500" cy="504448"/>
              <a:chOff x="1951090" y="1531169"/>
              <a:chExt cx="1416500" cy="504448"/>
            </a:xfrm>
          </p:grpSpPr>
          <p:sp>
            <p:nvSpPr>
              <p:cNvPr id="87" name="Rectangle: Rounded Corners 86">
                <a:extLst>
                  <a:ext uri="{FF2B5EF4-FFF2-40B4-BE49-F238E27FC236}">
                    <a16:creationId xmlns:a16="http://schemas.microsoft.com/office/drawing/2014/main" id="{5CB3C425-E509-4AE2-6073-C8E33D10391F}"/>
                  </a:ext>
                </a:extLst>
              </p:cNvPr>
              <p:cNvSpPr/>
              <p:nvPr/>
            </p:nvSpPr>
            <p:spPr>
              <a:xfrm>
                <a:off x="1951090" y="1534170"/>
                <a:ext cx="1416500" cy="498446"/>
              </a:xfrm>
              <a:prstGeom prst="round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 dirty="0"/>
              </a:p>
            </p:txBody>
          </p:sp>
          <p:pic>
            <p:nvPicPr>
              <p:cNvPr id="96" name="Graphic 95" descr="Document outline">
                <a:extLst>
                  <a:ext uri="{FF2B5EF4-FFF2-40B4-BE49-F238E27FC236}">
                    <a16:creationId xmlns:a16="http://schemas.microsoft.com/office/drawing/2014/main" id="{20161700-4224-C662-DD6B-DF88969802B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1960998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99" name="圖形 56" descr="Document outline">
                <a:extLst>
                  <a:ext uri="{FF2B5EF4-FFF2-40B4-BE49-F238E27FC236}">
                    <a16:creationId xmlns:a16="http://schemas.microsoft.com/office/drawing/2014/main" id="{49F882C7-87A4-F3D4-B554-52E04F3006B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2863142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100" name="Graphic 99" descr="Chevron arrows with solid fill">
                <a:extLst>
                  <a:ext uri="{FF2B5EF4-FFF2-40B4-BE49-F238E27FC236}">
                    <a16:creationId xmlns:a16="http://schemas.microsoft.com/office/drawing/2014/main" id="{69816F4E-0F53-0D71-509A-EE7C72E1C4C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425254" y="1549093"/>
                <a:ext cx="468599" cy="468599"/>
              </a:xfrm>
              <a:prstGeom prst="rect">
                <a:avLst/>
              </a:prstGeom>
            </p:spPr>
          </p:pic>
        </p:grpSp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ED360B2E-37BA-307B-BF3F-C54E6DD69A84}"/>
                </a:ext>
              </a:extLst>
            </p:cNvPr>
            <p:cNvGrpSpPr/>
            <p:nvPr/>
          </p:nvGrpSpPr>
          <p:grpSpPr>
            <a:xfrm>
              <a:off x="1052605" y="2720136"/>
              <a:ext cx="849495" cy="515336"/>
              <a:chOff x="1052605" y="1548561"/>
              <a:chExt cx="849495" cy="515336"/>
            </a:xfrm>
          </p:grpSpPr>
          <p:pic>
            <p:nvPicPr>
              <p:cNvPr id="48" name="Graphic 47" descr="User with solid fill">
                <a:extLst>
                  <a:ext uri="{FF2B5EF4-FFF2-40B4-BE49-F238E27FC236}">
                    <a16:creationId xmlns:a16="http://schemas.microsoft.com/office/drawing/2014/main" id="{31ACB7E5-140D-8311-38C9-86EB0AA05FA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226195" y="1548561"/>
                <a:ext cx="359999" cy="360000"/>
              </a:xfrm>
              <a:prstGeom prst="rect">
                <a:avLst/>
              </a:prstGeom>
            </p:spPr>
          </p:pic>
          <p:sp>
            <p:nvSpPr>
              <p:cNvPr id="5" name="Text Placeholder 14">
                <a:extLst>
                  <a:ext uri="{FF2B5EF4-FFF2-40B4-BE49-F238E27FC236}">
                    <a16:creationId xmlns:a16="http://schemas.microsoft.com/office/drawing/2014/main" id="{EE3E529D-AACF-3315-6F72-0770C34743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2605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Attributes</a:t>
                </a:r>
                <a:endParaRPr lang="zh-HK" altLang="en-US" sz="1200" dirty="0"/>
              </a:p>
            </p:txBody>
          </p:sp>
        </p:grpSp>
        <p:grpSp>
          <p:nvGrpSpPr>
            <p:cNvPr id="10" name="Group 9">
              <a:extLst>
                <a:ext uri="{FF2B5EF4-FFF2-40B4-BE49-F238E27FC236}">
                  <a16:creationId xmlns:a16="http://schemas.microsoft.com/office/drawing/2014/main" id="{AA08EEAB-80DB-5CED-045D-6D462B7B10F6}"/>
                </a:ext>
              </a:extLst>
            </p:cNvPr>
            <p:cNvGrpSpPr/>
            <p:nvPr/>
          </p:nvGrpSpPr>
          <p:grpSpPr>
            <a:xfrm>
              <a:off x="1052604" y="3317924"/>
              <a:ext cx="849495" cy="515336"/>
              <a:chOff x="1185793" y="2536687"/>
              <a:chExt cx="849495" cy="515336"/>
            </a:xfrm>
          </p:grpSpPr>
          <p:pic>
            <p:nvPicPr>
              <p:cNvPr id="8" name="Graphic 7" descr="Calculator with solid fill">
                <a:extLst>
                  <a:ext uri="{FF2B5EF4-FFF2-40B4-BE49-F238E27FC236}">
                    <a16:creationId xmlns:a16="http://schemas.microsoft.com/office/drawing/2014/main" id="{0DBCE308-A237-7510-78E0-96D5CD68B7F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1397483" y="2536687"/>
                <a:ext cx="359999" cy="359999"/>
              </a:xfrm>
              <a:prstGeom prst="rect">
                <a:avLst/>
              </a:prstGeom>
            </p:spPr>
          </p:pic>
          <p:sp>
            <p:nvSpPr>
              <p:cNvPr id="9" name="Text Placeholder 14">
                <a:extLst>
                  <a:ext uri="{FF2B5EF4-FFF2-40B4-BE49-F238E27FC236}">
                    <a16:creationId xmlns:a16="http://schemas.microsoft.com/office/drawing/2014/main" id="{40A01EF1-4D91-89C4-682C-583C46D0898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5793" y="2815481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Financials</a:t>
                </a:r>
                <a:endParaRPr lang="zh-HK" altLang="en-US" sz="1200" dirty="0"/>
              </a:p>
            </p:txBody>
          </p:sp>
        </p:grpSp>
        <p:grpSp>
          <p:nvGrpSpPr>
            <p:cNvPr id="11" name="Group 10">
              <a:extLst>
                <a:ext uri="{FF2B5EF4-FFF2-40B4-BE49-F238E27FC236}">
                  <a16:creationId xmlns:a16="http://schemas.microsoft.com/office/drawing/2014/main" id="{BE95E65D-171D-5442-08E4-59609BFEF697}"/>
                </a:ext>
              </a:extLst>
            </p:cNvPr>
            <p:cNvGrpSpPr/>
            <p:nvPr/>
          </p:nvGrpSpPr>
          <p:grpSpPr>
            <a:xfrm>
              <a:off x="1028981" y="3860722"/>
              <a:ext cx="943527" cy="515336"/>
              <a:chOff x="1147693" y="2536687"/>
              <a:chExt cx="943527" cy="515336"/>
            </a:xfrm>
          </p:grpSpPr>
          <p:pic>
            <p:nvPicPr>
              <p:cNvPr id="15" name="Graphic 14" descr="Cursor with solid fill">
                <a:extLst>
                  <a:ext uri="{FF2B5EF4-FFF2-40B4-BE49-F238E27FC236}">
                    <a16:creationId xmlns:a16="http://schemas.microsoft.com/office/drawing/2014/main" id="{5F1D7576-329A-5D49-EFF8-D78E2EDE311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rcRect/>
              <a:stretch/>
            </p:blipFill>
            <p:spPr>
              <a:xfrm>
                <a:off x="1397483" y="2536687"/>
                <a:ext cx="359999" cy="359999"/>
              </a:xfrm>
              <a:prstGeom prst="rect">
                <a:avLst/>
              </a:prstGeom>
            </p:spPr>
          </p:pic>
          <p:sp>
            <p:nvSpPr>
              <p:cNvPr id="17" name="Text Placeholder 14">
                <a:extLst>
                  <a:ext uri="{FF2B5EF4-FFF2-40B4-BE49-F238E27FC236}">
                    <a16:creationId xmlns:a16="http://schemas.microsoft.com/office/drawing/2014/main" id="{83C31530-DEC5-C2BA-6F8A-19BFA3B1AC4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7693" y="2815481"/>
                <a:ext cx="943527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Clickstream</a:t>
                </a:r>
                <a:endParaRPr lang="zh-HK" altLang="en-US" sz="1200" dirty="0"/>
              </a:p>
            </p:txBody>
          </p:sp>
        </p:grpSp>
        <p:grpSp>
          <p:nvGrpSpPr>
            <p:cNvPr id="18" name="Group 17">
              <a:extLst>
                <a:ext uri="{FF2B5EF4-FFF2-40B4-BE49-F238E27FC236}">
                  <a16:creationId xmlns:a16="http://schemas.microsoft.com/office/drawing/2014/main" id="{828C7244-9447-C219-0179-4378B15EAC62}"/>
                </a:ext>
              </a:extLst>
            </p:cNvPr>
            <p:cNvGrpSpPr/>
            <p:nvPr/>
          </p:nvGrpSpPr>
          <p:grpSpPr>
            <a:xfrm>
              <a:off x="1969350" y="3280367"/>
              <a:ext cx="1416500" cy="504448"/>
              <a:chOff x="1951090" y="1531169"/>
              <a:chExt cx="1416500" cy="504448"/>
            </a:xfrm>
          </p:grpSpPr>
          <p:sp>
            <p:nvSpPr>
              <p:cNvPr id="19" name="Rectangle: Rounded Corners 18">
                <a:extLst>
                  <a:ext uri="{FF2B5EF4-FFF2-40B4-BE49-F238E27FC236}">
                    <a16:creationId xmlns:a16="http://schemas.microsoft.com/office/drawing/2014/main" id="{499AD99D-7743-A271-5EAC-9565733B9352}"/>
                  </a:ext>
                </a:extLst>
              </p:cNvPr>
              <p:cNvSpPr/>
              <p:nvPr/>
            </p:nvSpPr>
            <p:spPr>
              <a:xfrm>
                <a:off x="1951090" y="1534170"/>
                <a:ext cx="1416500" cy="498446"/>
              </a:xfrm>
              <a:prstGeom prst="round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 dirty="0"/>
              </a:p>
            </p:txBody>
          </p:sp>
          <p:pic>
            <p:nvPicPr>
              <p:cNvPr id="20" name="Graphic 19" descr="Document outline">
                <a:extLst>
                  <a:ext uri="{FF2B5EF4-FFF2-40B4-BE49-F238E27FC236}">
                    <a16:creationId xmlns:a16="http://schemas.microsoft.com/office/drawing/2014/main" id="{46BAE562-EA21-C4F2-6766-67A0E04AD40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1960998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21" name="圖形 56" descr="Document outline">
                <a:extLst>
                  <a:ext uri="{FF2B5EF4-FFF2-40B4-BE49-F238E27FC236}">
                    <a16:creationId xmlns:a16="http://schemas.microsoft.com/office/drawing/2014/main" id="{CD8B1427-0763-4F0C-8DBC-F8CBF875AF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2863142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22" name="Graphic 21" descr="Chevron arrows with solid fill">
                <a:extLst>
                  <a:ext uri="{FF2B5EF4-FFF2-40B4-BE49-F238E27FC236}">
                    <a16:creationId xmlns:a16="http://schemas.microsoft.com/office/drawing/2014/main" id="{46B19290-13A9-CF73-103C-242A20DB66E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425254" y="1549093"/>
                <a:ext cx="468599" cy="468599"/>
              </a:xfrm>
              <a:prstGeom prst="rect">
                <a:avLst/>
              </a:prstGeom>
            </p:spPr>
          </p:pic>
        </p:grpSp>
        <p:grpSp>
          <p:nvGrpSpPr>
            <p:cNvPr id="23" name="Group 22">
              <a:extLst>
                <a:ext uri="{FF2B5EF4-FFF2-40B4-BE49-F238E27FC236}">
                  <a16:creationId xmlns:a16="http://schemas.microsoft.com/office/drawing/2014/main" id="{7D5E3046-0AFF-3D17-021C-B25BE8E0DCB6}"/>
                </a:ext>
              </a:extLst>
            </p:cNvPr>
            <p:cNvGrpSpPr/>
            <p:nvPr/>
          </p:nvGrpSpPr>
          <p:grpSpPr>
            <a:xfrm>
              <a:off x="1969350" y="3857989"/>
              <a:ext cx="1416500" cy="504448"/>
              <a:chOff x="1951090" y="1531169"/>
              <a:chExt cx="1416500" cy="504448"/>
            </a:xfrm>
          </p:grpSpPr>
          <p:sp>
            <p:nvSpPr>
              <p:cNvPr id="24" name="Rectangle: Rounded Corners 23">
                <a:extLst>
                  <a:ext uri="{FF2B5EF4-FFF2-40B4-BE49-F238E27FC236}">
                    <a16:creationId xmlns:a16="http://schemas.microsoft.com/office/drawing/2014/main" id="{27D3DF84-7E5A-2A74-A6BA-418325058040}"/>
                  </a:ext>
                </a:extLst>
              </p:cNvPr>
              <p:cNvSpPr/>
              <p:nvPr/>
            </p:nvSpPr>
            <p:spPr>
              <a:xfrm>
                <a:off x="1951090" y="1534170"/>
                <a:ext cx="1416500" cy="498446"/>
              </a:xfrm>
              <a:prstGeom prst="round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 dirty="0"/>
              </a:p>
            </p:txBody>
          </p:sp>
          <p:pic>
            <p:nvPicPr>
              <p:cNvPr id="25" name="Graphic 24" descr="Document outline">
                <a:extLst>
                  <a:ext uri="{FF2B5EF4-FFF2-40B4-BE49-F238E27FC236}">
                    <a16:creationId xmlns:a16="http://schemas.microsoft.com/office/drawing/2014/main" id="{DB3F6E7B-1FC0-C0B1-F32E-5E6EEC777A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1960998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26" name="圖形 56" descr="Document outline">
                <a:extLst>
                  <a:ext uri="{FF2B5EF4-FFF2-40B4-BE49-F238E27FC236}">
                    <a16:creationId xmlns:a16="http://schemas.microsoft.com/office/drawing/2014/main" id="{72EC6F63-3A06-4B26-2319-BADDFDC7FEE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rcRect/>
              <a:stretch/>
            </p:blipFill>
            <p:spPr>
              <a:xfrm>
                <a:off x="2863142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27" name="Graphic 26" descr="Chevron arrows with solid fill">
                <a:extLst>
                  <a:ext uri="{FF2B5EF4-FFF2-40B4-BE49-F238E27FC236}">
                    <a16:creationId xmlns:a16="http://schemas.microsoft.com/office/drawing/2014/main" id="{419C235B-821B-56E7-E12E-7A85C13B83D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425254" y="1549093"/>
                <a:ext cx="468599" cy="468599"/>
              </a:xfrm>
              <a:prstGeom prst="rect">
                <a:avLst/>
              </a:prstGeom>
            </p:spPr>
          </p:pic>
        </p:grpSp>
      </p:grp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B77E12F7-B075-A7BC-F30F-29E0AA39A2B6}"/>
              </a:ext>
            </a:extLst>
          </p:cNvPr>
          <p:cNvSpPr/>
          <p:nvPr/>
        </p:nvSpPr>
        <p:spPr>
          <a:xfrm>
            <a:off x="3949292" y="1891849"/>
            <a:ext cx="573585" cy="52207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07D8C5FF-F969-6FB1-3A72-D2D31CAE2E0A}"/>
              </a:ext>
            </a:extLst>
          </p:cNvPr>
          <p:cNvSpPr/>
          <p:nvPr/>
        </p:nvSpPr>
        <p:spPr>
          <a:xfrm>
            <a:off x="8503075" y="1891849"/>
            <a:ext cx="573585" cy="52207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grpSp>
        <p:nvGrpSpPr>
          <p:cNvPr id="31" name="Group 30">
            <a:extLst>
              <a:ext uri="{FF2B5EF4-FFF2-40B4-BE49-F238E27FC236}">
                <a16:creationId xmlns:a16="http://schemas.microsoft.com/office/drawing/2014/main" id="{CE5A15B0-8B13-53D2-059F-9B150613834C}"/>
              </a:ext>
            </a:extLst>
          </p:cNvPr>
          <p:cNvGrpSpPr/>
          <p:nvPr/>
        </p:nvGrpSpPr>
        <p:grpSpPr>
          <a:xfrm>
            <a:off x="9127117" y="870653"/>
            <a:ext cx="2594085" cy="2625087"/>
            <a:chOff x="934693" y="1927863"/>
            <a:chExt cx="2594085" cy="2625087"/>
          </a:xfrm>
        </p:grpSpPr>
        <p:sp>
          <p:nvSpPr>
            <p:cNvPr id="32" name="Rectangle: Rounded Corners 31">
              <a:extLst>
                <a:ext uri="{FF2B5EF4-FFF2-40B4-BE49-F238E27FC236}">
                  <a16:creationId xmlns:a16="http://schemas.microsoft.com/office/drawing/2014/main" id="{9BFFE4D9-8134-D373-8BFB-62F84EFBD86E}"/>
                </a:ext>
              </a:extLst>
            </p:cNvPr>
            <p:cNvSpPr>
              <a:spLocks/>
            </p:cNvSpPr>
            <p:nvPr/>
          </p:nvSpPr>
          <p:spPr>
            <a:xfrm>
              <a:off x="1018471" y="1927863"/>
              <a:ext cx="2510307" cy="2625087"/>
            </a:xfrm>
            <a:prstGeom prst="roundRect">
              <a:avLst>
                <a:gd name="adj" fmla="val 4948"/>
              </a:avLst>
            </a:prstGeom>
            <a:solidFill>
              <a:srgbClr val="D0B74C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33" name="Content Placeholder 3">
              <a:extLst>
                <a:ext uri="{FF2B5EF4-FFF2-40B4-BE49-F238E27FC236}">
                  <a16:creationId xmlns:a16="http://schemas.microsoft.com/office/drawing/2014/main" id="{80A09C33-3211-FDA2-564E-856658D708D0}"/>
                </a:ext>
              </a:extLst>
            </p:cNvPr>
            <p:cNvSpPr txBox="1">
              <a:spLocks/>
            </p:cNvSpPr>
            <p:nvPr/>
          </p:nvSpPr>
          <p:spPr>
            <a:xfrm>
              <a:off x="934693" y="2075020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chemeClr val="bg1">
                      <a:lumMod val="65000"/>
                    </a:schemeClr>
                  </a:solidFill>
                  <a:latin typeface="+mj-lt"/>
                  <a:ea typeface="+mj-ea"/>
                </a:rPr>
                <a:t>Silver</a:t>
              </a:r>
            </a:p>
          </p:txBody>
        </p:sp>
        <p:sp>
          <p:nvSpPr>
            <p:cNvPr id="34" name="Text Placeholder 14">
              <a:extLst>
                <a:ext uri="{FF2B5EF4-FFF2-40B4-BE49-F238E27FC236}">
                  <a16:creationId xmlns:a16="http://schemas.microsoft.com/office/drawing/2014/main" id="{DAFADBFB-91DD-A7EC-9C56-89C6237C2BEA}"/>
                </a:ext>
              </a:extLst>
            </p:cNvPr>
            <p:cNvSpPr txBox="1">
              <a:spLocks/>
            </p:cNvSpPr>
            <p:nvPr/>
          </p:nvSpPr>
          <p:spPr>
            <a:xfrm>
              <a:off x="2034890" y="2449435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36" name="Graphic 35" descr="Database with solid fill">
              <a:extLst>
                <a:ext uri="{FF2B5EF4-FFF2-40B4-BE49-F238E27FC236}">
                  <a16:creationId xmlns:a16="http://schemas.microsoft.com/office/drawing/2014/main" id="{3D73A454-96EB-AEDF-E4E3-081AD712024A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tretch>
              <a:fillRect/>
            </a:stretch>
          </p:blipFill>
          <p:spPr>
            <a:xfrm>
              <a:off x="1096057" y="2022806"/>
              <a:ext cx="432000" cy="432000"/>
            </a:xfrm>
            <a:prstGeom prst="rect">
              <a:avLst/>
            </a:prstGeom>
          </p:spPr>
        </p:pic>
        <p:grpSp>
          <p:nvGrpSpPr>
            <p:cNvPr id="37" name="Group 36">
              <a:extLst>
                <a:ext uri="{FF2B5EF4-FFF2-40B4-BE49-F238E27FC236}">
                  <a16:creationId xmlns:a16="http://schemas.microsoft.com/office/drawing/2014/main" id="{A79D1C33-82F4-F832-CF66-A51BB9B28857}"/>
                </a:ext>
              </a:extLst>
            </p:cNvPr>
            <p:cNvGrpSpPr/>
            <p:nvPr/>
          </p:nvGrpSpPr>
          <p:grpSpPr>
            <a:xfrm>
              <a:off x="1969350" y="2702744"/>
              <a:ext cx="1416500" cy="504448"/>
              <a:chOff x="1951090" y="1531169"/>
              <a:chExt cx="1416500" cy="504448"/>
            </a:xfrm>
          </p:grpSpPr>
          <p:sp>
            <p:nvSpPr>
              <p:cNvPr id="74" name="Rectangle: Rounded Corners 73">
                <a:extLst>
                  <a:ext uri="{FF2B5EF4-FFF2-40B4-BE49-F238E27FC236}">
                    <a16:creationId xmlns:a16="http://schemas.microsoft.com/office/drawing/2014/main" id="{9BBB6B50-0D5A-1260-03CD-5F4C7FAF4A0F}"/>
                  </a:ext>
                </a:extLst>
              </p:cNvPr>
              <p:cNvSpPr/>
              <p:nvPr/>
            </p:nvSpPr>
            <p:spPr>
              <a:xfrm>
                <a:off x="1951090" y="1534170"/>
                <a:ext cx="1416500" cy="498446"/>
              </a:xfrm>
              <a:prstGeom prst="round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 dirty="0"/>
              </a:p>
            </p:txBody>
          </p:sp>
          <p:pic>
            <p:nvPicPr>
              <p:cNvPr id="75" name="Graphic 74" descr="Document with solid fill">
                <a:extLst>
                  <a:ext uri="{FF2B5EF4-FFF2-40B4-BE49-F238E27FC236}">
                    <a16:creationId xmlns:a16="http://schemas.microsoft.com/office/drawing/2014/main" id="{A4EF9C85-43DC-0474-7C2F-D0796805445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1960998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76" name="圖形 56" descr="Document with solid fill">
                <a:extLst>
                  <a:ext uri="{FF2B5EF4-FFF2-40B4-BE49-F238E27FC236}">
                    <a16:creationId xmlns:a16="http://schemas.microsoft.com/office/drawing/2014/main" id="{60FFBA9E-151A-7655-B63A-D03FF6F342D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2863142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77" name="Graphic 76" descr="Chevron arrows with solid fill">
                <a:extLst>
                  <a:ext uri="{FF2B5EF4-FFF2-40B4-BE49-F238E27FC236}">
                    <a16:creationId xmlns:a16="http://schemas.microsoft.com/office/drawing/2014/main" id="{878F2BEE-1AF4-DD5A-7E9A-9EC3C08F6B4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425254" y="1549093"/>
                <a:ext cx="468599" cy="468599"/>
              </a:xfrm>
              <a:prstGeom prst="rect">
                <a:avLst/>
              </a:prstGeom>
            </p:spPr>
          </p:pic>
        </p:grpSp>
        <p:grpSp>
          <p:nvGrpSpPr>
            <p:cNvPr id="38" name="Group 37">
              <a:extLst>
                <a:ext uri="{FF2B5EF4-FFF2-40B4-BE49-F238E27FC236}">
                  <a16:creationId xmlns:a16="http://schemas.microsoft.com/office/drawing/2014/main" id="{6B6368B7-CCDB-E035-1829-239451456306}"/>
                </a:ext>
              </a:extLst>
            </p:cNvPr>
            <p:cNvGrpSpPr/>
            <p:nvPr/>
          </p:nvGrpSpPr>
          <p:grpSpPr>
            <a:xfrm>
              <a:off x="1052605" y="2720136"/>
              <a:ext cx="849495" cy="515336"/>
              <a:chOff x="1052605" y="1548561"/>
              <a:chExt cx="849495" cy="515336"/>
            </a:xfrm>
          </p:grpSpPr>
          <p:pic>
            <p:nvPicPr>
              <p:cNvPr id="59" name="Graphic 58" descr="User with solid fill">
                <a:extLst>
                  <a:ext uri="{FF2B5EF4-FFF2-40B4-BE49-F238E27FC236}">
                    <a16:creationId xmlns:a16="http://schemas.microsoft.com/office/drawing/2014/main" id="{C641E344-9836-E2C7-1349-C2C7C118F9C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1226195" y="1548561"/>
                <a:ext cx="359999" cy="360000"/>
              </a:xfrm>
              <a:prstGeom prst="rect">
                <a:avLst/>
              </a:prstGeom>
            </p:spPr>
          </p:pic>
          <p:sp>
            <p:nvSpPr>
              <p:cNvPr id="63" name="Text Placeholder 14">
                <a:extLst>
                  <a:ext uri="{FF2B5EF4-FFF2-40B4-BE49-F238E27FC236}">
                    <a16:creationId xmlns:a16="http://schemas.microsoft.com/office/drawing/2014/main" id="{1BDB0E3F-E3EE-6D0A-2AAE-4254E41C3D6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052605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Attributes</a:t>
                </a:r>
                <a:endParaRPr lang="zh-HK" altLang="en-US" sz="1200" dirty="0"/>
              </a:p>
            </p:txBody>
          </p:sp>
        </p:grpSp>
        <p:grpSp>
          <p:nvGrpSpPr>
            <p:cNvPr id="39" name="Group 38">
              <a:extLst>
                <a:ext uri="{FF2B5EF4-FFF2-40B4-BE49-F238E27FC236}">
                  <a16:creationId xmlns:a16="http://schemas.microsoft.com/office/drawing/2014/main" id="{F46B951A-26E4-9F7D-E699-F2CE698AD47A}"/>
                </a:ext>
              </a:extLst>
            </p:cNvPr>
            <p:cNvGrpSpPr/>
            <p:nvPr/>
          </p:nvGrpSpPr>
          <p:grpSpPr>
            <a:xfrm>
              <a:off x="1052604" y="3317924"/>
              <a:ext cx="849495" cy="515336"/>
              <a:chOff x="1185793" y="2536687"/>
              <a:chExt cx="849495" cy="515336"/>
            </a:xfrm>
          </p:grpSpPr>
          <p:pic>
            <p:nvPicPr>
              <p:cNvPr id="57" name="Graphic 56" descr="Calculator with solid fill">
                <a:extLst>
                  <a:ext uri="{FF2B5EF4-FFF2-40B4-BE49-F238E27FC236}">
                    <a16:creationId xmlns:a16="http://schemas.microsoft.com/office/drawing/2014/main" id="{16E01ED6-436C-EDF5-C487-9A643782559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1397483" y="2536687"/>
                <a:ext cx="359999" cy="359999"/>
              </a:xfrm>
              <a:prstGeom prst="rect">
                <a:avLst/>
              </a:prstGeom>
            </p:spPr>
          </p:pic>
          <p:sp>
            <p:nvSpPr>
              <p:cNvPr id="58" name="Text Placeholder 14">
                <a:extLst>
                  <a:ext uri="{FF2B5EF4-FFF2-40B4-BE49-F238E27FC236}">
                    <a16:creationId xmlns:a16="http://schemas.microsoft.com/office/drawing/2014/main" id="{E7DCAC20-3BBB-094C-57F8-17E74D9607E3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85793" y="2815481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Financials</a:t>
                </a:r>
                <a:endParaRPr lang="zh-HK" altLang="en-US" sz="1200" dirty="0"/>
              </a:p>
            </p:txBody>
          </p:sp>
        </p:grpSp>
        <p:grpSp>
          <p:nvGrpSpPr>
            <p:cNvPr id="40" name="Group 39">
              <a:extLst>
                <a:ext uri="{FF2B5EF4-FFF2-40B4-BE49-F238E27FC236}">
                  <a16:creationId xmlns:a16="http://schemas.microsoft.com/office/drawing/2014/main" id="{3A80A610-A5CF-FAEC-88DC-8C12806A38A6}"/>
                </a:ext>
              </a:extLst>
            </p:cNvPr>
            <p:cNvGrpSpPr/>
            <p:nvPr/>
          </p:nvGrpSpPr>
          <p:grpSpPr>
            <a:xfrm>
              <a:off x="1028981" y="3860722"/>
              <a:ext cx="943527" cy="515336"/>
              <a:chOff x="1147693" y="2536687"/>
              <a:chExt cx="943527" cy="515336"/>
            </a:xfrm>
          </p:grpSpPr>
          <p:pic>
            <p:nvPicPr>
              <p:cNvPr id="55" name="Graphic 54" descr="Cursor with solid fill">
                <a:extLst>
                  <a:ext uri="{FF2B5EF4-FFF2-40B4-BE49-F238E27FC236}">
                    <a16:creationId xmlns:a16="http://schemas.microsoft.com/office/drawing/2014/main" id="{A6C75D50-C75F-2A2E-A1F1-0AAE8A5FF50A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6">
                <a:extLst>
                  <a:ext uri="{96DAC541-7B7A-43D3-8B79-37D633B846F1}">
                    <asvg:svgBlip xmlns:asvg="http://schemas.microsoft.com/office/drawing/2016/SVG/main" r:embed="rId17"/>
                  </a:ext>
                </a:extLst>
              </a:blip>
              <a:srcRect/>
              <a:stretch/>
            </p:blipFill>
            <p:spPr>
              <a:xfrm>
                <a:off x="1397483" y="2536687"/>
                <a:ext cx="359999" cy="359999"/>
              </a:xfrm>
              <a:prstGeom prst="rect">
                <a:avLst/>
              </a:prstGeom>
            </p:spPr>
          </p:pic>
          <p:sp>
            <p:nvSpPr>
              <p:cNvPr id="56" name="Text Placeholder 14">
                <a:extLst>
                  <a:ext uri="{FF2B5EF4-FFF2-40B4-BE49-F238E27FC236}">
                    <a16:creationId xmlns:a16="http://schemas.microsoft.com/office/drawing/2014/main" id="{3B9F0B0E-A37F-D8DA-1830-50EEA1AA560E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7693" y="2815481"/>
                <a:ext cx="943527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Clickstream</a:t>
                </a:r>
                <a:endParaRPr lang="zh-HK" altLang="en-US" sz="1200" dirty="0"/>
              </a:p>
            </p:txBody>
          </p:sp>
        </p:grpSp>
        <p:grpSp>
          <p:nvGrpSpPr>
            <p:cNvPr id="41" name="Group 40">
              <a:extLst>
                <a:ext uri="{FF2B5EF4-FFF2-40B4-BE49-F238E27FC236}">
                  <a16:creationId xmlns:a16="http://schemas.microsoft.com/office/drawing/2014/main" id="{789FDE63-F705-CF19-6805-A3D8C234AE6C}"/>
                </a:ext>
              </a:extLst>
            </p:cNvPr>
            <p:cNvGrpSpPr/>
            <p:nvPr/>
          </p:nvGrpSpPr>
          <p:grpSpPr>
            <a:xfrm>
              <a:off x="1969350" y="3280367"/>
              <a:ext cx="1416500" cy="504448"/>
              <a:chOff x="1951090" y="1531169"/>
              <a:chExt cx="1416500" cy="504448"/>
            </a:xfrm>
          </p:grpSpPr>
          <p:sp>
            <p:nvSpPr>
              <p:cNvPr id="47" name="Rectangle: Rounded Corners 46">
                <a:extLst>
                  <a:ext uri="{FF2B5EF4-FFF2-40B4-BE49-F238E27FC236}">
                    <a16:creationId xmlns:a16="http://schemas.microsoft.com/office/drawing/2014/main" id="{1030A99B-56AB-1076-689E-641A91DD417F}"/>
                  </a:ext>
                </a:extLst>
              </p:cNvPr>
              <p:cNvSpPr/>
              <p:nvPr/>
            </p:nvSpPr>
            <p:spPr>
              <a:xfrm>
                <a:off x="1951090" y="1534170"/>
                <a:ext cx="1416500" cy="498446"/>
              </a:xfrm>
              <a:prstGeom prst="round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 dirty="0"/>
              </a:p>
            </p:txBody>
          </p:sp>
          <p:pic>
            <p:nvPicPr>
              <p:cNvPr id="49" name="Graphic 48" descr="Document with solid fill">
                <a:extLst>
                  <a:ext uri="{FF2B5EF4-FFF2-40B4-BE49-F238E27FC236}">
                    <a16:creationId xmlns:a16="http://schemas.microsoft.com/office/drawing/2014/main" id="{D7A73CEF-73EF-D75A-93D0-9A0FC3C2108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1960998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51" name="圖形 56" descr="Document with solid fill">
                <a:extLst>
                  <a:ext uri="{FF2B5EF4-FFF2-40B4-BE49-F238E27FC236}">
                    <a16:creationId xmlns:a16="http://schemas.microsoft.com/office/drawing/2014/main" id="{ED7B651F-B678-6D42-47A4-D278461C08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2863142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53" name="Graphic 52" descr="Chevron arrows with solid fill">
                <a:extLst>
                  <a:ext uri="{FF2B5EF4-FFF2-40B4-BE49-F238E27FC236}">
                    <a16:creationId xmlns:a16="http://schemas.microsoft.com/office/drawing/2014/main" id="{4F5E100A-06C6-1C26-F4BA-F1D6FA5264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425254" y="1549093"/>
                <a:ext cx="468599" cy="468599"/>
              </a:xfrm>
              <a:prstGeom prst="rect">
                <a:avLst/>
              </a:prstGeom>
            </p:spPr>
          </p:pic>
        </p:grpSp>
        <p:grpSp>
          <p:nvGrpSpPr>
            <p:cNvPr id="42" name="Group 41">
              <a:extLst>
                <a:ext uri="{FF2B5EF4-FFF2-40B4-BE49-F238E27FC236}">
                  <a16:creationId xmlns:a16="http://schemas.microsoft.com/office/drawing/2014/main" id="{7957C183-B61F-0EAA-D954-FFC3EF73572A}"/>
                </a:ext>
              </a:extLst>
            </p:cNvPr>
            <p:cNvGrpSpPr/>
            <p:nvPr/>
          </p:nvGrpSpPr>
          <p:grpSpPr>
            <a:xfrm>
              <a:off x="1969350" y="3857989"/>
              <a:ext cx="1416500" cy="504448"/>
              <a:chOff x="1951090" y="1531169"/>
              <a:chExt cx="1416500" cy="504448"/>
            </a:xfrm>
          </p:grpSpPr>
          <p:sp>
            <p:nvSpPr>
              <p:cNvPr id="43" name="Rectangle: Rounded Corners 42">
                <a:extLst>
                  <a:ext uri="{FF2B5EF4-FFF2-40B4-BE49-F238E27FC236}">
                    <a16:creationId xmlns:a16="http://schemas.microsoft.com/office/drawing/2014/main" id="{0C404E08-FAD2-CCE8-C6C5-D7DFAF44A1E9}"/>
                  </a:ext>
                </a:extLst>
              </p:cNvPr>
              <p:cNvSpPr/>
              <p:nvPr/>
            </p:nvSpPr>
            <p:spPr>
              <a:xfrm>
                <a:off x="1951090" y="1534170"/>
                <a:ext cx="1416500" cy="498446"/>
              </a:xfrm>
              <a:prstGeom prst="roundRect">
                <a:avLst/>
              </a:prstGeom>
              <a:solidFill>
                <a:schemeClr val="bg1">
                  <a:alpha val="20000"/>
                </a:schemeClr>
              </a:solidFill>
              <a:ln>
                <a:noFill/>
              </a:ln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HK" altLang="en-US" dirty="0"/>
              </a:p>
            </p:txBody>
          </p:sp>
          <p:pic>
            <p:nvPicPr>
              <p:cNvPr id="44" name="Graphic 43" descr="Document with solid fill">
                <a:extLst>
                  <a:ext uri="{FF2B5EF4-FFF2-40B4-BE49-F238E27FC236}">
                    <a16:creationId xmlns:a16="http://schemas.microsoft.com/office/drawing/2014/main" id="{388CCC18-9B9A-FAE5-B091-38F57353316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1960998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45" name="圖形 56" descr="Document with solid fill">
                <a:extLst>
                  <a:ext uri="{FF2B5EF4-FFF2-40B4-BE49-F238E27FC236}">
                    <a16:creationId xmlns:a16="http://schemas.microsoft.com/office/drawing/2014/main" id="{9CCE0CB4-2F9B-ED28-9888-2D5AF16CAA8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0">
                <a:extLst>
                  <a:ext uri="{96DAC541-7B7A-43D3-8B79-37D633B846F1}">
                    <asvg:svgBlip xmlns:asvg="http://schemas.microsoft.com/office/drawing/2016/SVG/main" r:embed="rId21"/>
                  </a:ext>
                </a:extLst>
              </a:blip>
              <a:srcRect/>
              <a:stretch/>
            </p:blipFill>
            <p:spPr>
              <a:xfrm>
                <a:off x="2863142" y="1531169"/>
                <a:ext cx="504448" cy="504448"/>
              </a:xfrm>
              <a:prstGeom prst="rect">
                <a:avLst/>
              </a:prstGeom>
            </p:spPr>
          </p:pic>
          <p:pic>
            <p:nvPicPr>
              <p:cNvPr id="46" name="Graphic 45" descr="Chevron arrows with solid fill">
                <a:extLst>
                  <a:ext uri="{FF2B5EF4-FFF2-40B4-BE49-F238E27FC236}">
                    <a16:creationId xmlns:a16="http://schemas.microsoft.com/office/drawing/2014/main" id="{70547903-0BA1-21AB-C35C-EC9964F4F7C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tretch>
                <a:fillRect/>
              </a:stretch>
            </p:blipFill>
            <p:spPr>
              <a:xfrm>
                <a:off x="2425254" y="1549093"/>
                <a:ext cx="468599" cy="468599"/>
              </a:xfrm>
              <a:prstGeom prst="rect">
                <a:avLst/>
              </a:prstGeom>
            </p:spPr>
          </p:pic>
        </p:grpSp>
      </p:grpSp>
      <p:sp>
        <p:nvSpPr>
          <p:cNvPr id="78" name="Text Placeholder 14">
            <a:extLst>
              <a:ext uri="{FF2B5EF4-FFF2-40B4-BE49-F238E27FC236}">
                <a16:creationId xmlns:a16="http://schemas.microsoft.com/office/drawing/2014/main" id="{8C471A34-0BD8-170A-D6AB-0B6CEF2A7AD3}"/>
              </a:ext>
            </a:extLst>
          </p:cNvPr>
          <p:cNvSpPr txBox="1">
            <a:spLocks/>
          </p:cNvSpPr>
          <p:nvPr/>
        </p:nvSpPr>
        <p:spPr>
          <a:xfrm>
            <a:off x="9210894" y="5154774"/>
            <a:ext cx="2510308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Silver Layer</a:t>
            </a:r>
            <a:endParaRPr lang="zh-HK" altLang="en-US" sz="1400" b="1" dirty="0">
              <a:latin typeface="+mj-lt"/>
            </a:endParaRPr>
          </a:p>
        </p:txBody>
      </p:sp>
      <p:sp>
        <p:nvSpPr>
          <p:cNvPr id="79" name="Content Placeholder 3">
            <a:extLst>
              <a:ext uri="{FF2B5EF4-FFF2-40B4-BE49-F238E27FC236}">
                <a16:creationId xmlns:a16="http://schemas.microsoft.com/office/drawing/2014/main" id="{2F78D47D-3C8A-6EF3-FC50-C88CE473F0C2}"/>
              </a:ext>
            </a:extLst>
          </p:cNvPr>
          <p:cNvSpPr txBox="1">
            <a:spLocks/>
          </p:cNvSpPr>
          <p:nvPr/>
        </p:nvSpPr>
        <p:spPr>
          <a:xfrm>
            <a:off x="9210894" y="5419656"/>
            <a:ext cx="2510307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“</a:t>
            </a:r>
            <a:r>
              <a:rPr lang="en-US" altLang="zh-HK" sz="1000" b="1" dirty="0"/>
              <a:t>Enterprise view</a:t>
            </a:r>
            <a:r>
              <a:rPr lang="en-US" altLang="zh-HK" sz="1000" dirty="0"/>
              <a:t>” of all business entities.</a:t>
            </a:r>
          </a:p>
          <a:p>
            <a:pPr marL="352425" indent="-171450"/>
            <a:r>
              <a:rPr lang="en-US" altLang="zh-HK" sz="1000" dirty="0"/>
              <a:t>"</a:t>
            </a:r>
            <a:r>
              <a:rPr lang="en-US" altLang="zh-HK" sz="1000" b="1" dirty="0"/>
              <a:t>just-enough</a:t>
            </a:r>
            <a:r>
              <a:rPr lang="en-US" altLang="zh-HK" sz="1000" dirty="0"/>
              <a:t>" transformations and data cleansing of the data from the Bronze layer.</a:t>
            </a:r>
          </a:p>
          <a:p>
            <a:pPr marL="352425" indent="-171450"/>
            <a:r>
              <a:rPr lang="en-US" altLang="zh-HK" sz="1000" b="1" dirty="0"/>
              <a:t>Data schema </a:t>
            </a:r>
            <a:r>
              <a:rPr lang="en-US" altLang="zh-HK" sz="1000" dirty="0"/>
              <a:t>enforcement.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E094D6F0-4F17-0081-BB0A-F7CB4D7FD033}"/>
              </a:ext>
            </a:extLst>
          </p:cNvPr>
          <p:cNvSpPr/>
          <p:nvPr/>
        </p:nvSpPr>
        <p:spPr>
          <a:xfrm>
            <a:off x="4546714" y="771302"/>
            <a:ext cx="3888957" cy="5826553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4C90132B-41C1-1728-AFFE-F526B433B95A}"/>
              </a:ext>
            </a:extLst>
          </p:cNvPr>
          <p:cNvCxnSpPr>
            <a:cxnSpLocks/>
          </p:cNvCxnSpPr>
          <p:nvPr/>
        </p:nvCxnSpPr>
        <p:spPr>
          <a:xfrm>
            <a:off x="4750391" y="4807858"/>
            <a:ext cx="3519613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B45CAA82-E82D-6286-65CB-55E6BD15A53E}"/>
              </a:ext>
            </a:extLst>
          </p:cNvPr>
          <p:cNvSpPr/>
          <p:nvPr/>
        </p:nvSpPr>
        <p:spPr>
          <a:xfrm>
            <a:off x="9102101" y="771302"/>
            <a:ext cx="2721304" cy="5826553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2BEB32C6-C485-93F1-E4AC-6AE97CB4E07E}"/>
              </a:ext>
            </a:extLst>
          </p:cNvPr>
          <p:cNvCxnSpPr>
            <a:cxnSpLocks/>
          </p:cNvCxnSpPr>
          <p:nvPr/>
        </p:nvCxnSpPr>
        <p:spPr>
          <a:xfrm>
            <a:off x="9221405" y="5154774"/>
            <a:ext cx="2499796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Content Placeholder 3">
            <a:extLst>
              <a:ext uri="{FF2B5EF4-FFF2-40B4-BE49-F238E27FC236}">
                <a16:creationId xmlns:a16="http://schemas.microsoft.com/office/drawing/2014/main" id="{4A8A1151-0EF8-EF61-77D1-CB0F7330F21C}"/>
              </a:ext>
            </a:extLst>
          </p:cNvPr>
          <p:cNvSpPr txBox="1">
            <a:spLocks/>
          </p:cNvSpPr>
          <p:nvPr/>
        </p:nvSpPr>
        <p:spPr>
          <a:xfrm>
            <a:off x="934170" y="3994982"/>
            <a:ext cx="2913930" cy="824953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Some </a:t>
            </a:r>
            <a:r>
              <a:rPr lang="en-US" altLang="zh-HK" sz="1000" b="1" dirty="0"/>
              <a:t>numerical</a:t>
            </a:r>
            <a:r>
              <a:rPr lang="en-US" altLang="zh-HK" sz="1000" dirty="0"/>
              <a:t> fields contain </a:t>
            </a:r>
            <a:r>
              <a:rPr lang="en-US" altLang="zh-HK" sz="1000" b="1" dirty="0"/>
              <a:t>invalid</a:t>
            </a:r>
            <a:r>
              <a:rPr lang="en-US" altLang="zh-HK" sz="1000" dirty="0"/>
              <a:t> </a:t>
            </a:r>
            <a:r>
              <a:rPr lang="en-US" altLang="zh-HK" sz="1000" b="1" dirty="0"/>
              <a:t>string</a:t>
            </a:r>
            <a:r>
              <a:rPr lang="en-US" altLang="zh-HK" sz="1000" dirty="0"/>
              <a:t> characters.</a:t>
            </a:r>
          </a:p>
          <a:p>
            <a:pPr marL="352425" indent="-171450"/>
            <a:r>
              <a:rPr lang="en-US" altLang="zh-HK" sz="1000" dirty="0"/>
              <a:t>Certain </a:t>
            </a:r>
            <a:r>
              <a:rPr lang="en-US" altLang="zh-HK" sz="1000" b="1" dirty="0"/>
              <a:t>numerical</a:t>
            </a:r>
            <a:r>
              <a:rPr lang="en-US" altLang="zh-HK" sz="1000" dirty="0"/>
              <a:t> values fall </a:t>
            </a:r>
            <a:r>
              <a:rPr lang="en-US" altLang="zh-HK" sz="1000" b="1" dirty="0"/>
              <a:t>outside</a:t>
            </a:r>
            <a:r>
              <a:rPr lang="en-US" altLang="zh-HK" sz="1000" dirty="0"/>
              <a:t> </a:t>
            </a:r>
            <a:r>
              <a:rPr lang="en-US" altLang="zh-HK" sz="1000" b="1" dirty="0"/>
              <a:t>reasonable</a:t>
            </a:r>
            <a:r>
              <a:rPr lang="en-US" altLang="zh-HK" sz="1000" dirty="0"/>
              <a:t> </a:t>
            </a:r>
            <a:r>
              <a:rPr lang="en-US" altLang="zh-HK" sz="1000" b="1" dirty="0"/>
              <a:t>ranges</a:t>
            </a:r>
            <a:r>
              <a:rPr lang="en-US" altLang="zh-HK" sz="1000" dirty="0"/>
              <a:t>.</a:t>
            </a:r>
          </a:p>
          <a:p>
            <a:pPr marL="352425" indent="-171450"/>
            <a:r>
              <a:rPr lang="en-US" altLang="zh-HK" sz="1000" dirty="0"/>
              <a:t>Credit </a:t>
            </a:r>
            <a:r>
              <a:rPr lang="en-US" altLang="zh-HK" sz="1000" b="1" dirty="0"/>
              <a:t>History Age </a:t>
            </a:r>
            <a:r>
              <a:rPr lang="en-US" altLang="zh-HK" sz="1000" dirty="0"/>
              <a:t>and </a:t>
            </a:r>
            <a:r>
              <a:rPr lang="en-US" altLang="zh-HK" sz="1000" b="1" dirty="0"/>
              <a:t>Payment Behavior </a:t>
            </a:r>
            <a:r>
              <a:rPr lang="en-US" altLang="zh-HK" sz="1000" dirty="0"/>
              <a:t>are stored in </a:t>
            </a:r>
            <a:r>
              <a:rPr lang="en-US" altLang="zh-HK" sz="1000" b="1" dirty="0"/>
              <a:t>natural</a:t>
            </a:r>
            <a:r>
              <a:rPr lang="en-US" altLang="zh-HK" sz="1000" dirty="0"/>
              <a:t> </a:t>
            </a:r>
            <a:r>
              <a:rPr lang="en-US" altLang="zh-HK" sz="1000" b="1" dirty="0"/>
              <a:t>language</a:t>
            </a:r>
            <a:r>
              <a:rPr lang="en-US" altLang="zh-HK" sz="1000" dirty="0"/>
              <a:t> </a:t>
            </a:r>
            <a:r>
              <a:rPr lang="en-US" altLang="zh-HK" sz="1000" b="1" dirty="0"/>
              <a:t>format</a:t>
            </a:r>
            <a:r>
              <a:rPr lang="en-US" altLang="zh-HK" sz="1000" dirty="0"/>
              <a:t>.</a:t>
            </a:r>
          </a:p>
        </p:txBody>
      </p:sp>
      <p:sp>
        <p:nvSpPr>
          <p:cNvPr id="16" name="Text Placeholder 14">
            <a:extLst>
              <a:ext uri="{FF2B5EF4-FFF2-40B4-BE49-F238E27FC236}">
                <a16:creationId xmlns:a16="http://schemas.microsoft.com/office/drawing/2014/main" id="{DCC2EA3C-C332-3DAF-80E0-5E025450E117}"/>
              </a:ext>
            </a:extLst>
          </p:cNvPr>
          <p:cNvSpPr txBox="1">
            <a:spLocks/>
          </p:cNvSpPr>
          <p:nvPr/>
        </p:nvSpPr>
        <p:spPr>
          <a:xfrm>
            <a:off x="1340748" y="3728032"/>
            <a:ext cx="2172415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Exploratory Data Analysis</a:t>
            </a:r>
            <a:endParaRPr lang="zh-HK" altLang="en-US" sz="1400" b="1" dirty="0">
              <a:latin typeface="+mj-lt"/>
            </a:endParaRPr>
          </a:p>
        </p:txBody>
      </p:sp>
      <p:sp>
        <p:nvSpPr>
          <p:cNvPr id="35" name="Text Placeholder 14">
            <a:extLst>
              <a:ext uri="{FF2B5EF4-FFF2-40B4-BE49-F238E27FC236}">
                <a16:creationId xmlns:a16="http://schemas.microsoft.com/office/drawing/2014/main" id="{3282F369-72E7-C774-A320-7217AC3806E3}"/>
              </a:ext>
            </a:extLst>
          </p:cNvPr>
          <p:cNvSpPr txBox="1">
            <a:spLocks/>
          </p:cNvSpPr>
          <p:nvPr/>
        </p:nvSpPr>
        <p:spPr>
          <a:xfrm>
            <a:off x="1343903" y="5186883"/>
            <a:ext cx="1943233" cy="305425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Key Insights for ETL</a:t>
            </a:r>
            <a:endParaRPr lang="zh-HK" altLang="en-US" sz="1400" dirty="0">
              <a:latin typeface="+mj-lt"/>
            </a:endParaRPr>
          </a:p>
        </p:txBody>
      </p:sp>
      <p:sp>
        <p:nvSpPr>
          <p:cNvPr id="50" name="Content Placeholder 3">
            <a:extLst>
              <a:ext uri="{FF2B5EF4-FFF2-40B4-BE49-F238E27FC236}">
                <a16:creationId xmlns:a16="http://schemas.microsoft.com/office/drawing/2014/main" id="{A4195650-C3A0-9C2D-C88F-54C03E641837}"/>
              </a:ext>
            </a:extLst>
          </p:cNvPr>
          <p:cNvSpPr txBox="1">
            <a:spLocks/>
          </p:cNvSpPr>
          <p:nvPr/>
        </p:nvSpPr>
        <p:spPr>
          <a:xfrm>
            <a:off x="934170" y="5428202"/>
            <a:ext cx="2913930" cy="1012677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Strip non-numeric characters from numerical fields.</a:t>
            </a:r>
          </a:p>
          <a:p>
            <a:pPr marL="352425" indent="-171450"/>
            <a:r>
              <a:rPr lang="en-US" altLang="zh-HK" sz="1000" dirty="0"/>
              <a:t>Remove values that are </a:t>
            </a:r>
            <a:r>
              <a:rPr lang="en-US" altLang="zh-HK" sz="1000" b="1" dirty="0"/>
              <a:t>logically impossible </a:t>
            </a:r>
            <a:r>
              <a:rPr lang="en-US" altLang="zh-HK" sz="1000" dirty="0"/>
              <a:t>while retaining </a:t>
            </a:r>
            <a:r>
              <a:rPr lang="en-US" altLang="zh-HK" sz="1000" b="1" dirty="0"/>
              <a:t>valid extremes</a:t>
            </a:r>
            <a:r>
              <a:rPr lang="en-US" altLang="zh-HK" sz="1000" dirty="0"/>
              <a:t>.</a:t>
            </a:r>
          </a:p>
          <a:p>
            <a:pPr marL="352425" indent="-171450"/>
            <a:r>
              <a:rPr lang="en-US" altLang="zh-HK" sz="1000" dirty="0"/>
              <a:t>Transform natural language fields into structured, </a:t>
            </a:r>
            <a:r>
              <a:rPr lang="en-US" altLang="zh-HK" sz="1000" b="1" dirty="0"/>
              <a:t>machine-readable formats</a:t>
            </a:r>
            <a:r>
              <a:rPr lang="en-US" altLang="zh-HK" sz="1000" dirty="0"/>
              <a:t>.</a:t>
            </a:r>
          </a:p>
        </p:txBody>
      </p:sp>
      <p:pic>
        <p:nvPicPr>
          <p:cNvPr id="52" name="Graphic 51" descr="Statistics with solid fill">
            <a:extLst>
              <a:ext uri="{FF2B5EF4-FFF2-40B4-BE49-F238E27FC236}">
                <a16:creationId xmlns:a16="http://schemas.microsoft.com/office/drawing/2014/main" id="{7547304A-EFCC-9BED-D816-391C00D251BB}"/>
              </a:ext>
            </a:extLst>
          </p:cNvPr>
          <p:cNvPicPr>
            <a:picLocks noChangeAspect="1"/>
          </p:cNvPicPr>
          <p:nvPr/>
        </p:nvPicPr>
        <p:blipFill>
          <a:blip r:embed="rId22">
            <a:extLst>
              <a:ext uri="{96DAC541-7B7A-43D3-8B79-37D633B846F1}">
                <asvg:svgBlip xmlns:asvg="http://schemas.microsoft.com/office/drawing/2016/SVG/main" r:embed="rId23"/>
              </a:ext>
            </a:extLst>
          </a:blip>
          <a:stretch>
            <a:fillRect/>
          </a:stretch>
        </p:blipFill>
        <p:spPr>
          <a:xfrm>
            <a:off x="1034541" y="3668892"/>
            <a:ext cx="360000" cy="360000"/>
          </a:xfrm>
          <a:prstGeom prst="rect">
            <a:avLst/>
          </a:prstGeom>
        </p:spPr>
      </p:pic>
      <p:pic>
        <p:nvPicPr>
          <p:cNvPr id="54" name="Graphic 53" descr="Magnifying glass with solid fill">
            <a:extLst>
              <a:ext uri="{FF2B5EF4-FFF2-40B4-BE49-F238E27FC236}">
                <a16:creationId xmlns:a16="http://schemas.microsoft.com/office/drawing/2014/main" id="{82BA93FF-AAF5-E201-BB8B-397183D3972D}"/>
              </a:ext>
            </a:extLst>
          </p:cNvPr>
          <p:cNvPicPr>
            <a:picLocks noChangeAspect="1"/>
          </p:cNvPicPr>
          <p:nvPr/>
        </p:nvPicPr>
        <p:blipFill>
          <a:blip r:embed="rId24">
            <a:extLst>
              <a:ext uri="{96DAC541-7B7A-43D3-8B79-37D633B846F1}">
                <asvg:svgBlip xmlns:asvg="http://schemas.microsoft.com/office/drawing/2016/SVG/main" r:embed="rId25"/>
              </a:ext>
            </a:extLst>
          </a:blip>
          <a:stretch>
            <a:fillRect/>
          </a:stretch>
        </p:blipFill>
        <p:spPr>
          <a:xfrm>
            <a:off x="1086389" y="5159061"/>
            <a:ext cx="288000" cy="288000"/>
          </a:xfrm>
          <a:prstGeom prst="rect">
            <a:avLst/>
          </a:prstGeom>
        </p:spPr>
      </p:pic>
      <p:cxnSp>
        <p:nvCxnSpPr>
          <p:cNvPr id="60" name="Straight Connector 59">
            <a:extLst>
              <a:ext uri="{FF2B5EF4-FFF2-40B4-BE49-F238E27FC236}">
                <a16:creationId xmlns:a16="http://schemas.microsoft.com/office/drawing/2014/main" id="{1BAD8739-868F-CA54-63E0-3004A91B8639}"/>
              </a:ext>
            </a:extLst>
          </p:cNvPr>
          <p:cNvCxnSpPr>
            <a:cxnSpLocks/>
          </p:cNvCxnSpPr>
          <p:nvPr/>
        </p:nvCxnSpPr>
        <p:spPr>
          <a:xfrm>
            <a:off x="1156214" y="3643367"/>
            <a:ext cx="2499797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1" name="Graphic 60" descr="Chevron arrows outline">
            <a:extLst>
              <a:ext uri="{FF2B5EF4-FFF2-40B4-BE49-F238E27FC236}">
                <a16:creationId xmlns:a16="http://schemas.microsoft.com/office/drawing/2014/main" id="{7DAEE75E-20F5-B798-6CD3-F3EC89CADDAD}"/>
              </a:ext>
            </a:extLst>
          </p:cNvPr>
          <p:cNvPicPr>
            <a:picLocks noChangeAspect="1"/>
          </p:cNvPicPr>
          <p:nvPr/>
        </p:nvPicPr>
        <p:blipFill>
          <a:blip r:embed="rId26">
            <a:extLst>
              <a:ext uri="{96DAC541-7B7A-43D3-8B79-37D633B846F1}">
                <asvg:svgBlip xmlns:asvg="http://schemas.microsoft.com/office/drawing/2016/SVG/main" r:embed="rId27"/>
              </a:ext>
            </a:extLst>
          </a:blip>
          <a:stretch>
            <a:fillRect/>
          </a:stretch>
        </p:blipFill>
        <p:spPr>
          <a:xfrm rot="16200000">
            <a:off x="2128137" y="3504997"/>
            <a:ext cx="287113" cy="287113"/>
          </a:xfrm>
          <a:prstGeom prst="rect">
            <a:avLst/>
          </a:prstGeom>
        </p:spPr>
      </p:pic>
      <p:sp>
        <p:nvSpPr>
          <p:cNvPr id="62" name="Rectangle: Rounded Corners 61">
            <a:extLst>
              <a:ext uri="{FF2B5EF4-FFF2-40B4-BE49-F238E27FC236}">
                <a16:creationId xmlns:a16="http://schemas.microsoft.com/office/drawing/2014/main" id="{586A9173-C671-D232-E260-AC96701D3392}"/>
              </a:ext>
            </a:extLst>
          </p:cNvPr>
          <p:cNvSpPr/>
          <p:nvPr/>
        </p:nvSpPr>
        <p:spPr>
          <a:xfrm>
            <a:off x="876559" y="771302"/>
            <a:ext cx="3017139" cy="5826553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65" name="Graphic 64" descr="Idea with solid fill">
            <a:extLst>
              <a:ext uri="{FF2B5EF4-FFF2-40B4-BE49-F238E27FC236}">
                <a16:creationId xmlns:a16="http://schemas.microsoft.com/office/drawing/2014/main" id="{828FE827-103A-F638-6060-16F1066D7627}"/>
              </a:ext>
            </a:extLst>
          </p:cNvPr>
          <p:cNvPicPr>
            <a:picLocks noChangeAspect="1"/>
          </p:cNvPicPr>
          <p:nvPr/>
        </p:nvPicPr>
        <p:blipFill>
          <a:blip r:embed="rId28">
            <a:extLst>
              <a:ext uri="{96DAC541-7B7A-43D3-8B79-37D633B846F1}">
                <asvg:svgBlip xmlns:asvg="http://schemas.microsoft.com/office/drawing/2016/SVG/main" r:embed="rId29"/>
              </a:ext>
            </a:extLst>
          </a:blip>
          <a:stretch>
            <a:fillRect/>
          </a:stretch>
        </p:blipFill>
        <p:spPr>
          <a:xfrm>
            <a:off x="4646253" y="4835125"/>
            <a:ext cx="346189" cy="34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925925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0" name="Group 179">
            <a:extLst>
              <a:ext uri="{FF2B5EF4-FFF2-40B4-BE49-F238E27FC236}">
                <a16:creationId xmlns:a16="http://schemas.microsoft.com/office/drawing/2014/main" id="{C7231713-4968-C2BE-E970-5DAF842158C8}"/>
              </a:ext>
            </a:extLst>
          </p:cNvPr>
          <p:cNvGrpSpPr/>
          <p:nvPr/>
        </p:nvGrpSpPr>
        <p:grpSpPr>
          <a:xfrm>
            <a:off x="850392" y="1032147"/>
            <a:ext cx="2594085" cy="1437309"/>
            <a:chOff x="947249" y="2219522"/>
            <a:chExt cx="2594085" cy="1437309"/>
          </a:xfrm>
        </p:grpSpPr>
        <p:sp>
          <p:nvSpPr>
            <p:cNvPr id="136" name="Rectangle: Rounded Corners 135">
              <a:extLst>
                <a:ext uri="{FF2B5EF4-FFF2-40B4-BE49-F238E27FC236}">
                  <a16:creationId xmlns:a16="http://schemas.microsoft.com/office/drawing/2014/main" id="{F6D25B93-6D67-70F9-6ECF-88E96DFB049E}"/>
                </a:ext>
              </a:extLst>
            </p:cNvPr>
            <p:cNvSpPr>
              <a:spLocks/>
            </p:cNvSpPr>
            <p:nvPr/>
          </p:nvSpPr>
          <p:spPr>
            <a:xfrm>
              <a:off x="1031027" y="2219522"/>
              <a:ext cx="2510307" cy="1437309"/>
            </a:xfrm>
            <a:prstGeom prst="roundRect">
              <a:avLst>
                <a:gd name="adj" fmla="val 4948"/>
              </a:avLst>
            </a:prstGeom>
            <a:solidFill>
              <a:srgbClr val="D0B74C">
                <a:alpha val="20000"/>
              </a:srgb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37" name="Content Placeholder 3">
              <a:extLst>
                <a:ext uri="{FF2B5EF4-FFF2-40B4-BE49-F238E27FC236}">
                  <a16:creationId xmlns:a16="http://schemas.microsoft.com/office/drawing/2014/main" id="{CD1E0F5F-ADA9-D8F2-A0A4-6FAA13567585}"/>
                </a:ext>
              </a:extLst>
            </p:cNvPr>
            <p:cNvSpPr txBox="1">
              <a:spLocks/>
            </p:cNvSpPr>
            <p:nvPr/>
          </p:nvSpPr>
          <p:spPr>
            <a:xfrm>
              <a:off x="947249" y="2366679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rgbClr val="D0B74C"/>
                  </a:solidFill>
                  <a:latin typeface="+mj-lt"/>
                  <a:ea typeface="+mj-ea"/>
                </a:rPr>
                <a:t>Bronze</a:t>
              </a:r>
            </a:p>
          </p:txBody>
        </p:sp>
        <p:sp>
          <p:nvSpPr>
            <p:cNvPr id="138" name="Text Placeholder 14">
              <a:extLst>
                <a:ext uri="{FF2B5EF4-FFF2-40B4-BE49-F238E27FC236}">
                  <a16:creationId xmlns:a16="http://schemas.microsoft.com/office/drawing/2014/main" id="{4DFBED35-E672-F130-1502-8EF5AF41BD82}"/>
                </a:ext>
              </a:extLst>
            </p:cNvPr>
            <p:cNvSpPr txBox="1">
              <a:spLocks/>
            </p:cNvSpPr>
            <p:nvPr/>
          </p:nvSpPr>
          <p:spPr>
            <a:xfrm>
              <a:off x="2047446" y="2741094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139" name="Graphic 138" descr="Key with solid fill">
              <a:extLst>
                <a:ext uri="{FF2B5EF4-FFF2-40B4-BE49-F238E27FC236}">
                  <a16:creationId xmlns:a16="http://schemas.microsoft.com/office/drawing/2014/main" id="{46A05EBC-72D7-1FA6-1FC1-F32B1E46C4D2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3035081" y="2341506"/>
              <a:ext cx="360000" cy="360000"/>
            </a:xfrm>
            <a:prstGeom prst="rect">
              <a:avLst/>
            </a:prstGeom>
          </p:spPr>
        </p:pic>
        <p:pic>
          <p:nvPicPr>
            <p:cNvPr id="140" name="Graphic 139" descr="Database with solid fill">
              <a:extLst>
                <a:ext uri="{FF2B5EF4-FFF2-40B4-BE49-F238E27FC236}">
                  <a16:creationId xmlns:a16="http://schemas.microsoft.com/office/drawing/2014/main" id="{749DA696-8C77-26B2-6897-444B41215769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1108613" y="2314465"/>
              <a:ext cx="432000" cy="432000"/>
            </a:xfrm>
            <a:prstGeom prst="rect">
              <a:avLst/>
            </a:prstGeom>
          </p:spPr>
        </p:pic>
        <p:sp>
          <p:nvSpPr>
            <p:cNvPr id="161" name="Rectangle: Rounded Corners 160">
              <a:extLst>
                <a:ext uri="{FF2B5EF4-FFF2-40B4-BE49-F238E27FC236}">
                  <a16:creationId xmlns:a16="http://schemas.microsoft.com/office/drawing/2014/main" id="{CEEA1D28-FF40-43C9-FE95-11B0D61BB6C5}"/>
                </a:ext>
              </a:extLst>
            </p:cNvPr>
            <p:cNvSpPr/>
            <p:nvPr/>
          </p:nvSpPr>
          <p:spPr>
            <a:xfrm>
              <a:off x="1981906" y="2997404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pic>
          <p:nvPicPr>
            <p:cNvPr id="162" name="Graphic 161" descr="Document outline">
              <a:extLst>
                <a:ext uri="{FF2B5EF4-FFF2-40B4-BE49-F238E27FC236}">
                  <a16:creationId xmlns:a16="http://schemas.microsoft.com/office/drawing/2014/main" id="{215C1E2E-3635-70C3-CF83-727293D6FF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991814" y="2994403"/>
              <a:ext cx="504448" cy="504448"/>
            </a:xfrm>
            <a:prstGeom prst="rect">
              <a:avLst/>
            </a:prstGeom>
          </p:spPr>
        </p:pic>
        <p:pic>
          <p:nvPicPr>
            <p:cNvPr id="163" name="圖形 56" descr="Document outline">
              <a:extLst>
                <a:ext uri="{FF2B5EF4-FFF2-40B4-BE49-F238E27FC236}">
                  <a16:creationId xmlns:a16="http://schemas.microsoft.com/office/drawing/2014/main" id="{8D486780-F295-AB87-D959-77EC102592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893958" y="2994403"/>
              <a:ext cx="504448" cy="504448"/>
            </a:xfrm>
            <a:prstGeom prst="rect">
              <a:avLst/>
            </a:prstGeom>
          </p:spPr>
        </p:pic>
        <p:pic>
          <p:nvPicPr>
            <p:cNvPr id="164" name="Graphic 163" descr="Chevron arrows with solid fill">
              <a:extLst>
                <a:ext uri="{FF2B5EF4-FFF2-40B4-BE49-F238E27FC236}">
                  <a16:creationId xmlns:a16="http://schemas.microsoft.com/office/drawing/2014/main" id="{8471F244-9086-96FA-40DB-605D8B746CB5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456070" y="3012327"/>
              <a:ext cx="468599" cy="468599"/>
            </a:xfrm>
            <a:prstGeom prst="rect">
              <a:avLst/>
            </a:prstGeom>
          </p:spPr>
        </p:pic>
        <p:grpSp>
          <p:nvGrpSpPr>
            <p:cNvPr id="142" name="Group 141">
              <a:extLst>
                <a:ext uri="{FF2B5EF4-FFF2-40B4-BE49-F238E27FC236}">
                  <a16:creationId xmlns:a16="http://schemas.microsoft.com/office/drawing/2014/main" id="{736E2EEA-E464-BC23-38C4-50ACB3A1F2DD}"/>
                </a:ext>
              </a:extLst>
            </p:cNvPr>
            <p:cNvGrpSpPr/>
            <p:nvPr/>
          </p:nvGrpSpPr>
          <p:grpSpPr>
            <a:xfrm>
              <a:off x="1150224" y="3011795"/>
              <a:ext cx="849495" cy="515336"/>
              <a:chOff x="1137668" y="1548561"/>
              <a:chExt cx="849495" cy="515336"/>
            </a:xfrm>
          </p:grpSpPr>
          <p:pic>
            <p:nvPicPr>
              <p:cNvPr id="159" name="Graphic 158" descr="Loan with solid fill">
                <a:extLst>
                  <a:ext uri="{FF2B5EF4-FFF2-40B4-BE49-F238E27FC236}">
                    <a16:creationId xmlns:a16="http://schemas.microsoft.com/office/drawing/2014/main" id="{172A6454-3852-F33C-CA9B-82C4FA15DF7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1226195" y="1548561"/>
                <a:ext cx="359999" cy="359999"/>
              </a:xfrm>
              <a:prstGeom prst="rect">
                <a:avLst/>
              </a:prstGeom>
            </p:spPr>
          </p:pic>
          <p:sp>
            <p:nvSpPr>
              <p:cNvPr id="160" name="Text Placeholder 14">
                <a:extLst>
                  <a:ext uri="{FF2B5EF4-FFF2-40B4-BE49-F238E27FC236}">
                    <a16:creationId xmlns:a16="http://schemas.microsoft.com/office/drawing/2014/main" id="{32423191-63CE-F5D7-C62E-26A68021BB3F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37668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Loans</a:t>
                </a:r>
                <a:endParaRPr lang="zh-HK" altLang="en-US" sz="1200" dirty="0"/>
              </a:p>
            </p:txBody>
          </p:sp>
        </p:grpSp>
      </p:grp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CD3BC2E3-CEDC-51DA-768F-1CE9B2B247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6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9DF4B79-AC64-F326-7FBE-13DC706F69D7}"/>
              </a:ext>
            </a:extLst>
          </p:cNvPr>
          <p:cNvSpPr txBox="1">
            <a:spLocks/>
          </p:cNvSpPr>
          <p:nvPr/>
        </p:nvSpPr>
        <p:spPr>
          <a:xfrm>
            <a:off x="840919" y="280274"/>
            <a:ext cx="8921786" cy="679610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HK" dirty="0">
                <a:solidFill>
                  <a:srgbClr val="D0B74C"/>
                </a:solidFill>
              </a:rPr>
              <a:t>Bronze</a:t>
            </a:r>
            <a:r>
              <a:rPr lang="en-US" altLang="zh-HK" dirty="0"/>
              <a:t> TO </a:t>
            </a:r>
            <a:r>
              <a:rPr lang="en-US" altLang="zh-HK" dirty="0">
                <a:solidFill>
                  <a:srgbClr val="A6A6A6"/>
                </a:solidFill>
              </a:rPr>
              <a:t>Silver</a:t>
            </a:r>
            <a:r>
              <a:rPr lang="en-US" altLang="zh-HK" dirty="0"/>
              <a:t>(LOANs)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CAB4B706-BD3B-83CA-517C-103B5D0BAE1C}"/>
              </a:ext>
            </a:extLst>
          </p:cNvPr>
          <p:cNvSpPr>
            <a:spLocks/>
          </p:cNvSpPr>
          <p:nvPr/>
        </p:nvSpPr>
        <p:spPr>
          <a:xfrm>
            <a:off x="4399169" y="1043136"/>
            <a:ext cx="3807383" cy="2831376"/>
          </a:xfrm>
          <a:prstGeom prst="roundRect">
            <a:avLst>
              <a:gd name="adj" fmla="val 4948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07C5C1A9-1295-D8C6-D952-085E23980777}"/>
              </a:ext>
            </a:extLst>
          </p:cNvPr>
          <p:cNvSpPr txBox="1">
            <a:spLocks/>
          </p:cNvSpPr>
          <p:nvPr/>
        </p:nvSpPr>
        <p:spPr>
          <a:xfrm>
            <a:off x="4395844" y="1112236"/>
            <a:ext cx="3791387" cy="2744142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47675" indent="0">
              <a:buNone/>
            </a:pPr>
            <a:r>
              <a:rPr lang="en-US" altLang="zh-HK" b="1" dirty="0">
                <a:latin typeface="+mj-lt"/>
                <a:ea typeface="+mj-ea"/>
              </a:rPr>
              <a:t>ETL</a:t>
            </a:r>
          </a:p>
          <a:p>
            <a:r>
              <a:rPr lang="en-US" altLang="zh-HK" sz="1200" b="1" dirty="0">
                <a:solidFill>
                  <a:schemeClr val="accent1"/>
                </a:solidFill>
              </a:rPr>
              <a:t>Extract: </a:t>
            </a:r>
            <a:r>
              <a:rPr lang="en-US" altLang="zh-HK" sz="1200" dirty="0"/>
              <a:t>Load </a:t>
            </a:r>
            <a:r>
              <a:rPr lang="en-US" altLang="zh-HK" sz="1200" b="1" dirty="0"/>
              <a:t>Bronze</a:t>
            </a:r>
            <a:r>
              <a:rPr lang="en-US" altLang="zh-HK" sz="1200" dirty="0"/>
              <a:t> </a:t>
            </a:r>
            <a:r>
              <a:rPr lang="en-US" altLang="zh-HK" sz="1200" b="1" dirty="0"/>
              <a:t>loans</a:t>
            </a:r>
            <a:r>
              <a:rPr lang="en-US" altLang="zh-HK" sz="1200" dirty="0"/>
              <a:t> data.</a:t>
            </a:r>
          </a:p>
          <a:p>
            <a:r>
              <a:rPr lang="en-US" altLang="zh-HK" sz="1200" b="1" dirty="0">
                <a:solidFill>
                  <a:schemeClr val="accent1"/>
                </a:solidFill>
              </a:rPr>
              <a:t>Transform:</a:t>
            </a:r>
          </a:p>
          <a:p>
            <a:pPr lvl="1"/>
            <a:r>
              <a:rPr lang="en-US" altLang="zh-HK" sz="1200" b="1" dirty="0"/>
              <a:t>Enforce schema </a:t>
            </a:r>
            <a:r>
              <a:rPr lang="en-US" altLang="zh-HK" sz="1200" dirty="0"/>
              <a:t>on all loans features.</a:t>
            </a:r>
          </a:p>
          <a:p>
            <a:pPr lvl="1"/>
            <a:r>
              <a:rPr lang="en-US" altLang="zh-HK" sz="1200" dirty="0"/>
              <a:t>Add derived fields:</a:t>
            </a:r>
          </a:p>
          <a:p>
            <a:pPr lvl="2"/>
            <a:r>
              <a:rPr lang="en-US" altLang="zh-HK" sz="1000" b="1" dirty="0"/>
              <a:t>MOB</a:t>
            </a:r>
            <a:r>
              <a:rPr lang="en-US" altLang="zh-HK" sz="1000" dirty="0"/>
              <a:t> = Month on Book.</a:t>
            </a:r>
          </a:p>
          <a:p>
            <a:pPr lvl="2"/>
            <a:r>
              <a:rPr lang="en-US" altLang="zh-HK" sz="1000" b="1" dirty="0"/>
              <a:t>DPD </a:t>
            </a:r>
            <a:r>
              <a:rPr lang="en-US" altLang="zh-HK" sz="1000" dirty="0"/>
              <a:t>= Days Past Due (30 days).</a:t>
            </a:r>
          </a:p>
          <a:p>
            <a:pPr lvl="2"/>
            <a:r>
              <a:rPr lang="en-US" altLang="zh-HK" sz="1000" dirty="0"/>
              <a:t>Installments Missed (Derive DPD)</a:t>
            </a:r>
          </a:p>
          <a:p>
            <a:pPr lvl="2"/>
            <a:r>
              <a:rPr lang="en-US" altLang="zh-HK" sz="1000" dirty="0"/>
              <a:t>First Missed Day (Derive DPD)</a:t>
            </a:r>
          </a:p>
          <a:p>
            <a:r>
              <a:rPr lang="en-US" altLang="zh-HK" sz="1200" b="1" dirty="0">
                <a:solidFill>
                  <a:schemeClr val="accent1"/>
                </a:solidFill>
              </a:rPr>
              <a:t>Load: </a:t>
            </a:r>
            <a:r>
              <a:rPr lang="en-US" altLang="zh-HK" sz="1200" dirty="0"/>
              <a:t>Stored as </a:t>
            </a:r>
            <a:r>
              <a:rPr lang="en-US" altLang="zh-HK" sz="1200" b="1" dirty="0"/>
              <a:t>cleaned</a:t>
            </a:r>
            <a:r>
              <a:rPr lang="en-US" altLang="zh-HK" sz="1200" dirty="0"/>
              <a:t>, </a:t>
            </a:r>
            <a:r>
              <a:rPr lang="en-US" altLang="zh-HK" sz="1200" b="1" dirty="0"/>
              <a:t>standardized</a:t>
            </a:r>
            <a:r>
              <a:rPr lang="en-US" altLang="zh-HK" sz="1200" dirty="0"/>
              <a:t> and </a:t>
            </a:r>
            <a:r>
              <a:rPr lang="en-US" altLang="zh-HK" sz="1200" b="1" dirty="0"/>
              <a:t>partitioned</a:t>
            </a:r>
            <a:r>
              <a:rPr lang="en-US" altLang="zh-HK" sz="1200" dirty="0"/>
              <a:t> </a:t>
            </a:r>
            <a:r>
              <a:rPr lang="en-US" altLang="zh-HK" sz="1200" b="1" dirty="0"/>
              <a:t>Parquet</a:t>
            </a:r>
            <a:r>
              <a:rPr lang="en-US" altLang="zh-HK" sz="1200" dirty="0"/>
              <a:t> files by snapshot dates.</a:t>
            </a:r>
          </a:p>
        </p:txBody>
      </p:sp>
      <p:pic>
        <p:nvPicPr>
          <p:cNvPr id="14" name="Graphic 13" descr="Circles with arrows with solid fill">
            <a:extLst>
              <a:ext uri="{FF2B5EF4-FFF2-40B4-BE49-F238E27FC236}">
                <a16:creationId xmlns:a16="http://schemas.microsoft.com/office/drawing/2014/main" id="{37A14868-9A68-D6C8-B336-ECC951A13BAD}"/>
              </a:ext>
            </a:extLst>
          </p:cNvPr>
          <p:cNvPicPr>
            <a:picLocks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4425337" y="1087428"/>
            <a:ext cx="432000" cy="432000"/>
          </a:xfrm>
          <a:prstGeom prst="rect">
            <a:avLst/>
          </a:prstGeom>
        </p:spPr>
      </p:pic>
      <p:sp>
        <p:nvSpPr>
          <p:cNvPr id="82" name="Text Placeholder 14">
            <a:extLst>
              <a:ext uri="{FF2B5EF4-FFF2-40B4-BE49-F238E27FC236}">
                <a16:creationId xmlns:a16="http://schemas.microsoft.com/office/drawing/2014/main" id="{D9E80F08-3DEA-FE8A-804F-460B58C87EEF}"/>
              </a:ext>
            </a:extLst>
          </p:cNvPr>
          <p:cNvSpPr txBox="1">
            <a:spLocks/>
          </p:cNvSpPr>
          <p:nvPr/>
        </p:nvSpPr>
        <p:spPr>
          <a:xfrm>
            <a:off x="4638675" y="4553818"/>
            <a:ext cx="3407686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2000" b="1" dirty="0">
                <a:latin typeface="+mj-lt"/>
              </a:rPr>
              <a:t>Design Decisions</a:t>
            </a:r>
            <a:endParaRPr lang="zh-HK" altLang="en-US" sz="2000" b="1" dirty="0">
              <a:latin typeface="+mj-lt"/>
            </a:endParaRPr>
          </a:p>
        </p:txBody>
      </p:sp>
      <p:sp>
        <p:nvSpPr>
          <p:cNvPr id="118" name="Content Placeholder 3">
            <a:extLst>
              <a:ext uri="{FF2B5EF4-FFF2-40B4-BE49-F238E27FC236}">
                <a16:creationId xmlns:a16="http://schemas.microsoft.com/office/drawing/2014/main" id="{F0B019EE-5137-4EA8-493E-9D1C5A710DE0}"/>
              </a:ext>
            </a:extLst>
          </p:cNvPr>
          <p:cNvSpPr txBox="1">
            <a:spLocks/>
          </p:cNvSpPr>
          <p:nvPr/>
        </p:nvSpPr>
        <p:spPr>
          <a:xfrm>
            <a:off x="4413486" y="4866066"/>
            <a:ext cx="3781215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200" b="1" dirty="0"/>
              <a:t>Schema</a:t>
            </a:r>
            <a:r>
              <a:rPr lang="en-US" altLang="zh-HK" sz="1200" dirty="0"/>
              <a:t> </a:t>
            </a:r>
            <a:r>
              <a:rPr lang="en-US" altLang="zh-HK" sz="1200" b="1" dirty="0"/>
              <a:t>enforcement</a:t>
            </a:r>
            <a:r>
              <a:rPr lang="en-US" altLang="zh-HK" sz="1200" dirty="0"/>
              <a:t> prevents dirty data from propagating.</a:t>
            </a:r>
          </a:p>
          <a:p>
            <a:pPr marL="352425" indent="-171450"/>
            <a:r>
              <a:rPr lang="en-US" altLang="zh-HK" sz="1200" b="1" dirty="0"/>
              <a:t>Derive additional fields </a:t>
            </a:r>
            <a:r>
              <a:rPr lang="en-US" altLang="zh-HK" sz="1200" dirty="0"/>
              <a:t>for next stage exploratory data analysis to determinate the target label in Gold layer.</a:t>
            </a:r>
          </a:p>
          <a:p>
            <a:pPr marL="352425" indent="-171450"/>
            <a:r>
              <a:rPr lang="en-US" altLang="zh-HK" sz="1200" b="1" dirty="0"/>
              <a:t>Partition</a:t>
            </a:r>
            <a:r>
              <a:rPr lang="en-US" altLang="zh-HK" sz="1200" dirty="0"/>
              <a:t> by snapshot month for </a:t>
            </a:r>
            <a:r>
              <a:rPr lang="en-US" altLang="zh-HK" sz="1200" b="1" dirty="0"/>
              <a:t>reproducibility</a:t>
            </a:r>
            <a:r>
              <a:rPr lang="en-US" altLang="zh-HK" sz="1200" dirty="0"/>
              <a:t> </a:t>
            </a:r>
            <a:r>
              <a:rPr lang="en-US" altLang="zh-HK" sz="1200" b="1" dirty="0"/>
              <a:t>auditability</a:t>
            </a:r>
            <a:r>
              <a:rPr lang="en-US" altLang="zh-HK" sz="1200" dirty="0"/>
              <a:t>.</a:t>
            </a: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B048C291-C6A6-9CFC-0941-687906CE8034}"/>
              </a:ext>
            </a:extLst>
          </p:cNvPr>
          <p:cNvGrpSpPr/>
          <p:nvPr/>
        </p:nvGrpSpPr>
        <p:grpSpPr>
          <a:xfrm>
            <a:off x="9155167" y="1032147"/>
            <a:ext cx="2594085" cy="1437309"/>
            <a:chOff x="9298042" y="2165039"/>
            <a:chExt cx="2594085" cy="1437309"/>
          </a:xfrm>
        </p:grpSpPr>
        <p:sp>
          <p:nvSpPr>
            <p:cNvPr id="173" name="Rectangle: Rounded Corners 172">
              <a:extLst>
                <a:ext uri="{FF2B5EF4-FFF2-40B4-BE49-F238E27FC236}">
                  <a16:creationId xmlns:a16="http://schemas.microsoft.com/office/drawing/2014/main" id="{1F8437E0-F23E-7D04-2220-88F658C0DAFB}"/>
                </a:ext>
              </a:extLst>
            </p:cNvPr>
            <p:cNvSpPr/>
            <p:nvPr/>
          </p:nvSpPr>
          <p:spPr>
            <a:xfrm>
              <a:off x="10332699" y="2942921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68" name="Rectangle: Rounded Corners 167">
              <a:extLst>
                <a:ext uri="{FF2B5EF4-FFF2-40B4-BE49-F238E27FC236}">
                  <a16:creationId xmlns:a16="http://schemas.microsoft.com/office/drawing/2014/main" id="{71257F59-0184-7B48-A310-C24FDBB6BD94}"/>
                </a:ext>
              </a:extLst>
            </p:cNvPr>
            <p:cNvSpPr>
              <a:spLocks/>
            </p:cNvSpPr>
            <p:nvPr/>
          </p:nvSpPr>
          <p:spPr>
            <a:xfrm>
              <a:off x="9381820" y="2165039"/>
              <a:ext cx="2510307" cy="1437309"/>
            </a:xfrm>
            <a:prstGeom prst="roundRect">
              <a:avLst>
                <a:gd name="adj" fmla="val 4948"/>
              </a:avLst>
            </a:prstGeom>
            <a:solidFill>
              <a:schemeClr val="bg1">
                <a:lumMod val="6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69" name="Content Placeholder 3">
              <a:extLst>
                <a:ext uri="{FF2B5EF4-FFF2-40B4-BE49-F238E27FC236}">
                  <a16:creationId xmlns:a16="http://schemas.microsoft.com/office/drawing/2014/main" id="{C624439D-E527-B53C-AE60-B274D22BCFEF}"/>
                </a:ext>
              </a:extLst>
            </p:cNvPr>
            <p:cNvSpPr txBox="1">
              <a:spLocks/>
            </p:cNvSpPr>
            <p:nvPr/>
          </p:nvSpPr>
          <p:spPr>
            <a:xfrm>
              <a:off x="9298042" y="2312196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chemeClr val="bg1">
                      <a:lumMod val="65000"/>
                    </a:schemeClr>
                  </a:solidFill>
                  <a:latin typeface="+mj-lt"/>
                  <a:ea typeface="+mj-ea"/>
                </a:rPr>
                <a:t>Silver</a:t>
              </a:r>
            </a:p>
          </p:txBody>
        </p:sp>
        <p:sp>
          <p:nvSpPr>
            <p:cNvPr id="170" name="Text Placeholder 14">
              <a:extLst>
                <a:ext uri="{FF2B5EF4-FFF2-40B4-BE49-F238E27FC236}">
                  <a16:creationId xmlns:a16="http://schemas.microsoft.com/office/drawing/2014/main" id="{E804C78D-0987-D50E-2DB9-7E8B1AB1E114}"/>
                </a:ext>
              </a:extLst>
            </p:cNvPr>
            <p:cNvSpPr txBox="1">
              <a:spLocks/>
            </p:cNvSpPr>
            <p:nvPr/>
          </p:nvSpPr>
          <p:spPr>
            <a:xfrm>
              <a:off x="10398239" y="2686611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172" name="Graphic 171" descr="Database with solid fill">
              <a:extLst>
                <a:ext uri="{FF2B5EF4-FFF2-40B4-BE49-F238E27FC236}">
                  <a16:creationId xmlns:a16="http://schemas.microsoft.com/office/drawing/2014/main" id="{4CB215D0-7057-7DF7-8279-EB01A5DF597E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9459406" y="2259982"/>
              <a:ext cx="432000" cy="432000"/>
            </a:xfrm>
            <a:prstGeom prst="rect">
              <a:avLst/>
            </a:prstGeom>
          </p:spPr>
        </p:pic>
        <p:pic>
          <p:nvPicPr>
            <p:cNvPr id="174" name="Graphic 173" descr="Document with solid fill">
              <a:extLst>
                <a:ext uri="{FF2B5EF4-FFF2-40B4-BE49-F238E27FC236}">
                  <a16:creationId xmlns:a16="http://schemas.microsoft.com/office/drawing/2014/main" id="{EDE1E494-CC6D-4A69-B5A6-8BFBAAB0AA5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10342607" y="2939920"/>
              <a:ext cx="504448" cy="504448"/>
            </a:xfrm>
            <a:prstGeom prst="rect">
              <a:avLst/>
            </a:prstGeom>
          </p:spPr>
        </p:pic>
        <p:pic>
          <p:nvPicPr>
            <p:cNvPr id="175" name="圖形 56" descr="Document with solid fill">
              <a:extLst>
                <a:ext uri="{FF2B5EF4-FFF2-40B4-BE49-F238E27FC236}">
                  <a16:creationId xmlns:a16="http://schemas.microsoft.com/office/drawing/2014/main" id="{8BD2A9FE-FEA1-D39E-50B2-4881574BA6E5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11244751" y="2939920"/>
              <a:ext cx="504448" cy="504448"/>
            </a:xfrm>
            <a:prstGeom prst="rect">
              <a:avLst/>
            </a:prstGeom>
          </p:spPr>
        </p:pic>
        <p:pic>
          <p:nvPicPr>
            <p:cNvPr id="176" name="Graphic 175" descr="Chevron arrows with solid fill">
              <a:extLst>
                <a:ext uri="{FF2B5EF4-FFF2-40B4-BE49-F238E27FC236}">
                  <a16:creationId xmlns:a16="http://schemas.microsoft.com/office/drawing/2014/main" id="{3EB321DE-2A48-67FE-D904-463830F2387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806863" y="2957844"/>
              <a:ext cx="468599" cy="468599"/>
            </a:xfrm>
            <a:prstGeom prst="rect">
              <a:avLst/>
            </a:prstGeom>
          </p:spPr>
        </p:pic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08ED8D0B-BB67-29D4-F983-57E5E9222EA2}"/>
                </a:ext>
              </a:extLst>
            </p:cNvPr>
            <p:cNvGrpSpPr/>
            <p:nvPr/>
          </p:nvGrpSpPr>
          <p:grpSpPr>
            <a:xfrm>
              <a:off x="9511651" y="2957312"/>
              <a:ext cx="849495" cy="515336"/>
              <a:chOff x="1148302" y="1548561"/>
              <a:chExt cx="849495" cy="515336"/>
            </a:xfrm>
          </p:grpSpPr>
          <p:pic>
            <p:nvPicPr>
              <p:cNvPr id="178" name="Graphic 177" descr="Loan with solid fill">
                <a:extLst>
                  <a:ext uri="{FF2B5EF4-FFF2-40B4-BE49-F238E27FC236}">
                    <a16:creationId xmlns:a16="http://schemas.microsoft.com/office/drawing/2014/main" id="{2B679A34-2F05-3176-4B08-057A910AD5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1226195" y="1548561"/>
                <a:ext cx="359999" cy="359999"/>
              </a:xfrm>
              <a:prstGeom prst="rect">
                <a:avLst/>
              </a:prstGeom>
            </p:spPr>
          </p:pic>
          <p:sp>
            <p:nvSpPr>
              <p:cNvPr id="179" name="Text Placeholder 14">
                <a:extLst>
                  <a:ext uri="{FF2B5EF4-FFF2-40B4-BE49-F238E27FC236}">
                    <a16:creationId xmlns:a16="http://schemas.microsoft.com/office/drawing/2014/main" id="{D160F1E3-0116-9F51-1112-264A2A95B77B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8302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Loans</a:t>
                </a:r>
                <a:endParaRPr lang="zh-HK" altLang="en-US" sz="1200" dirty="0"/>
              </a:p>
            </p:txBody>
          </p:sp>
        </p:grpSp>
      </p:grpSp>
      <p:sp>
        <p:nvSpPr>
          <p:cNvPr id="182" name="Text Placeholder 14">
            <a:extLst>
              <a:ext uri="{FF2B5EF4-FFF2-40B4-BE49-F238E27FC236}">
                <a16:creationId xmlns:a16="http://schemas.microsoft.com/office/drawing/2014/main" id="{4E945B4E-FB9F-5924-BC4C-8973DE62EE0B}"/>
              </a:ext>
            </a:extLst>
          </p:cNvPr>
          <p:cNvSpPr txBox="1">
            <a:spLocks/>
          </p:cNvSpPr>
          <p:nvPr/>
        </p:nvSpPr>
        <p:spPr>
          <a:xfrm>
            <a:off x="9248470" y="4685173"/>
            <a:ext cx="2510308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2000" b="1" dirty="0">
                <a:latin typeface="+mj-lt"/>
              </a:rPr>
              <a:t>Silver Layer</a:t>
            </a:r>
            <a:endParaRPr lang="zh-HK" altLang="en-US" sz="2000" b="1" dirty="0">
              <a:latin typeface="+mj-lt"/>
            </a:endParaRPr>
          </a:p>
        </p:txBody>
      </p:sp>
      <p:sp>
        <p:nvSpPr>
          <p:cNvPr id="183" name="Content Placeholder 3">
            <a:extLst>
              <a:ext uri="{FF2B5EF4-FFF2-40B4-BE49-F238E27FC236}">
                <a16:creationId xmlns:a16="http://schemas.microsoft.com/office/drawing/2014/main" id="{730A064F-E3C6-D76A-29FC-DDCE738EA121}"/>
              </a:ext>
            </a:extLst>
          </p:cNvPr>
          <p:cNvSpPr txBox="1">
            <a:spLocks/>
          </p:cNvSpPr>
          <p:nvPr/>
        </p:nvSpPr>
        <p:spPr>
          <a:xfrm>
            <a:off x="9248470" y="5016730"/>
            <a:ext cx="2510307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200" dirty="0"/>
              <a:t>“</a:t>
            </a:r>
            <a:r>
              <a:rPr lang="en-US" altLang="zh-HK" sz="1200" b="1" dirty="0"/>
              <a:t>Enterprise</a:t>
            </a:r>
            <a:r>
              <a:rPr lang="en-US" altLang="zh-HK" sz="1200" dirty="0"/>
              <a:t> </a:t>
            </a:r>
            <a:r>
              <a:rPr lang="en-US" altLang="zh-HK" sz="1200" b="1" dirty="0"/>
              <a:t>view</a:t>
            </a:r>
            <a:r>
              <a:rPr lang="en-US" altLang="zh-HK" sz="1200" dirty="0"/>
              <a:t>” of all business entities.</a:t>
            </a:r>
          </a:p>
          <a:p>
            <a:pPr marL="352425" indent="-171450"/>
            <a:r>
              <a:rPr lang="en-US" altLang="zh-HK" sz="1200" dirty="0"/>
              <a:t>"</a:t>
            </a:r>
            <a:r>
              <a:rPr lang="en-US" altLang="zh-HK" sz="1200" b="1" dirty="0"/>
              <a:t>just-enough</a:t>
            </a:r>
            <a:r>
              <a:rPr lang="en-US" altLang="zh-HK" sz="1200" dirty="0"/>
              <a:t>" transformations and data cleansing of the data from the Bronze layer.</a:t>
            </a:r>
          </a:p>
          <a:p>
            <a:pPr marL="352425" indent="-171450"/>
            <a:r>
              <a:rPr lang="en-US" altLang="zh-HK" sz="1200" b="1" dirty="0"/>
              <a:t>Data</a:t>
            </a:r>
            <a:r>
              <a:rPr lang="en-US" altLang="zh-HK" sz="1200" dirty="0"/>
              <a:t> </a:t>
            </a:r>
            <a:r>
              <a:rPr lang="en-US" altLang="zh-HK" sz="1200" b="1" dirty="0"/>
              <a:t>schema</a:t>
            </a:r>
            <a:r>
              <a:rPr lang="en-US" altLang="zh-HK" sz="1200" dirty="0"/>
              <a:t> enforcement.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B6BA067A-8554-6AB4-EAAA-81A8EF73F571}"/>
              </a:ext>
            </a:extLst>
          </p:cNvPr>
          <p:cNvCxnSpPr>
            <a:cxnSpLocks/>
          </p:cNvCxnSpPr>
          <p:nvPr/>
        </p:nvCxnSpPr>
        <p:spPr>
          <a:xfrm>
            <a:off x="9258981" y="4684411"/>
            <a:ext cx="2499796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0EABA142-CA83-2F7D-6C38-82CE4E173EE7}"/>
              </a:ext>
            </a:extLst>
          </p:cNvPr>
          <p:cNvSpPr/>
          <p:nvPr/>
        </p:nvSpPr>
        <p:spPr>
          <a:xfrm>
            <a:off x="9128240" y="914401"/>
            <a:ext cx="2721304" cy="5562600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186" name="Rectangle: Rounded Corners 185">
            <a:extLst>
              <a:ext uri="{FF2B5EF4-FFF2-40B4-BE49-F238E27FC236}">
                <a16:creationId xmlns:a16="http://schemas.microsoft.com/office/drawing/2014/main" id="{50F8C1E6-B98A-BA8C-8636-BDEE869046AE}"/>
              </a:ext>
            </a:extLst>
          </p:cNvPr>
          <p:cNvSpPr/>
          <p:nvPr/>
        </p:nvSpPr>
        <p:spPr>
          <a:xfrm>
            <a:off x="4275433" y="914401"/>
            <a:ext cx="4035209" cy="5562599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189" name="Straight Connector 188">
            <a:extLst>
              <a:ext uri="{FF2B5EF4-FFF2-40B4-BE49-F238E27FC236}">
                <a16:creationId xmlns:a16="http://schemas.microsoft.com/office/drawing/2014/main" id="{0B7D7BE0-6088-9B45-F84C-929607C32281}"/>
              </a:ext>
            </a:extLst>
          </p:cNvPr>
          <p:cNvCxnSpPr>
            <a:cxnSpLocks/>
          </p:cNvCxnSpPr>
          <p:nvPr/>
        </p:nvCxnSpPr>
        <p:spPr>
          <a:xfrm>
            <a:off x="4425337" y="4535087"/>
            <a:ext cx="3723290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1" name="Arrow: Right 190">
            <a:extLst>
              <a:ext uri="{FF2B5EF4-FFF2-40B4-BE49-F238E27FC236}">
                <a16:creationId xmlns:a16="http://schemas.microsoft.com/office/drawing/2014/main" id="{6DEA1635-A913-A1E3-5E37-6906A979CCF3}"/>
              </a:ext>
            </a:extLst>
          </p:cNvPr>
          <p:cNvSpPr/>
          <p:nvPr/>
        </p:nvSpPr>
        <p:spPr>
          <a:xfrm>
            <a:off x="3577900" y="1346500"/>
            <a:ext cx="573585" cy="52207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192" name="Arrow: Right 191">
            <a:extLst>
              <a:ext uri="{FF2B5EF4-FFF2-40B4-BE49-F238E27FC236}">
                <a16:creationId xmlns:a16="http://schemas.microsoft.com/office/drawing/2014/main" id="{4D9FD9EC-5C14-FC23-44A5-A7E575858EE1}"/>
              </a:ext>
            </a:extLst>
          </p:cNvPr>
          <p:cNvSpPr/>
          <p:nvPr/>
        </p:nvSpPr>
        <p:spPr>
          <a:xfrm>
            <a:off x="8464319" y="1346500"/>
            <a:ext cx="573585" cy="52207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16" name="Graphic 15" descr="Idea with solid fill">
            <a:extLst>
              <a:ext uri="{FF2B5EF4-FFF2-40B4-BE49-F238E27FC236}">
                <a16:creationId xmlns:a16="http://schemas.microsoft.com/office/drawing/2014/main" id="{A519359E-DC6B-32BD-961F-F93E62D8822A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96DAC541-7B7A-43D3-8B79-37D633B846F1}">
                <asvg:svgBlip xmlns:asvg="http://schemas.microsoft.com/office/drawing/2016/SVG/main" r:embed="rId19"/>
              </a:ext>
            </a:extLst>
          </a:blip>
          <a:stretch>
            <a:fillRect/>
          </a:stretch>
        </p:blipFill>
        <p:spPr>
          <a:xfrm>
            <a:off x="4366910" y="4582393"/>
            <a:ext cx="346189" cy="34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3787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71BFDD-A656-B020-F9AF-0047C6A717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7BE30E1D-2490-A2B7-5DC7-04F9635CA6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7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4C662DE-DB1C-C879-8336-08184BB4CAE3}"/>
              </a:ext>
            </a:extLst>
          </p:cNvPr>
          <p:cNvSpPr txBox="1">
            <a:spLocks/>
          </p:cNvSpPr>
          <p:nvPr/>
        </p:nvSpPr>
        <p:spPr>
          <a:xfrm>
            <a:off x="983256" y="66773"/>
            <a:ext cx="8878824" cy="1069848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HK" dirty="0">
                <a:solidFill>
                  <a:schemeClr val="bg1">
                    <a:lumMod val="65000"/>
                  </a:schemeClr>
                </a:solidFill>
              </a:rPr>
              <a:t>Silver</a:t>
            </a:r>
            <a:r>
              <a:rPr lang="en-US" altLang="zh-HK" dirty="0"/>
              <a:t> TO </a:t>
            </a:r>
            <a:r>
              <a:rPr lang="en-US" altLang="zh-HK" dirty="0">
                <a:solidFill>
                  <a:schemeClr val="accent2"/>
                </a:solidFill>
              </a:rPr>
              <a:t>Gold</a:t>
            </a:r>
            <a:r>
              <a:rPr lang="en-US" altLang="zh-HK" dirty="0"/>
              <a:t>(Features)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865F673B-DB9F-AF8A-2AE2-6B46AA5B9925}"/>
              </a:ext>
            </a:extLst>
          </p:cNvPr>
          <p:cNvSpPr>
            <a:spLocks/>
          </p:cNvSpPr>
          <p:nvPr/>
        </p:nvSpPr>
        <p:spPr>
          <a:xfrm>
            <a:off x="4467048" y="807174"/>
            <a:ext cx="3807383" cy="3823974"/>
          </a:xfrm>
          <a:prstGeom prst="roundRect">
            <a:avLst>
              <a:gd name="adj" fmla="val 4948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CEB235B2-DF76-781C-2B0A-AF838924BDF3}"/>
              </a:ext>
            </a:extLst>
          </p:cNvPr>
          <p:cNvSpPr txBox="1">
            <a:spLocks/>
          </p:cNvSpPr>
          <p:nvPr/>
        </p:nvSpPr>
        <p:spPr>
          <a:xfrm>
            <a:off x="4447727" y="876274"/>
            <a:ext cx="3765127" cy="219405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33400" indent="0">
              <a:buNone/>
            </a:pPr>
            <a:r>
              <a:rPr lang="en-US" altLang="zh-HK" b="1" dirty="0">
                <a:latin typeface="+mj-lt"/>
                <a:ea typeface="+mj-ea"/>
              </a:rPr>
              <a:t>ETL</a:t>
            </a:r>
          </a:p>
          <a:p>
            <a:r>
              <a:rPr lang="en-US" altLang="zh-HK" sz="1000" b="1" dirty="0">
                <a:solidFill>
                  <a:schemeClr val="accent1"/>
                </a:solidFill>
              </a:rPr>
              <a:t>Extract: </a:t>
            </a:r>
            <a:r>
              <a:rPr lang="en-US" altLang="zh-HK" sz="1000" b="1" dirty="0"/>
              <a:t>Silver</a:t>
            </a:r>
            <a:r>
              <a:rPr lang="en-US" altLang="zh-HK" sz="1000" dirty="0"/>
              <a:t> </a:t>
            </a:r>
            <a:r>
              <a:rPr lang="en-US" altLang="zh-HK" sz="1000" b="1" dirty="0"/>
              <a:t>clickstream</a:t>
            </a:r>
            <a:r>
              <a:rPr lang="en-US" altLang="zh-HK" sz="1000" dirty="0"/>
              <a:t>, </a:t>
            </a:r>
            <a:r>
              <a:rPr lang="en-US" altLang="zh-HK" sz="1000" b="1" dirty="0"/>
              <a:t>attributes</a:t>
            </a:r>
            <a:r>
              <a:rPr lang="en-US" altLang="zh-HK" sz="1000" dirty="0"/>
              <a:t>, </a:t>
            </a:r>
            <a:r>
              <a:rPr lang="en-US" altLang="zh-HK" sz="1000" b="1" dirty="0"/>
              <a:t>financials</a:t>
            </a:r>
            <a:r>
              <a:rPr lang="en-US" altLang="zh-HK" sz="1000" dirty="0"/>
              <a:t> and </a:t>
            </a:r>
            <a:r>
              <a:rPr lang="en-US" altLang="zh-HK" sz="1000" b="1" dirty="0"/>
              <a:t>loans</a:t>
            </a:r>
            <a:r>
              <a:rPr lang="en-US" altLang="zh-HK" sz="1000" dirty="0"/>
              <a:t> data.</a:t>
            </a:r>
          </a:p>
          <a:p>
            <a:r>
              <a:rPr lang="en-US" altLang="zh-HK" sz="1000" b="1" dirty="0">
                <a:solidFill>
                  <a:schemeClr val="accent1"/>
                </a:solidFill>
              </a:rPr>
              <a:t>Transform:</a:t>
            </a:r>
          </a:p>
          <a:p>
            <a:pPr lvl="1"/>
            <a:r>
              <a:rPr lang="en-US" altLang="zh-HK" sz="1000" dirty="0"/>
              <a:t>For each loan, include only clickstream, attributes, and financial records up to </a:t>
            </a:r>
            <a:r>
              <a:rPr lang="en-US" altLang="zh-HK" sz="1000" b="1" dirty="0"/>
              <a:t>5 months </a:t>
            </a:r>
            <a:r>
              <a:rPr lang="en-US" altLang="zh-HK" sz="1000" dirty="0"/>
              <a:t>before the </a:t>
            </a:r>
            <a:r>
              <a:rPr lang="en-US" altLang="zh-HK" sz="1000" b="1" dirty="0"/>
              <a:t>6-month observation point </a:t>
            </a:r>
            <a:r>
              <a:rPr lang="en-US" altLang="zh-HK" sz="1000" dirty="0"/>
              <a:t>(MOB=6).</a:t>
            </a:r>
          </a:p>
          <a:p>
            <a:pPr lvl="1"/>
            <a:r>
              <a:rPr lang="en-US" altLang="zh-HK" sz="1000" b="1" dirty="0"/>
              <a:t>Attributes: </a:t>
            </a:r>
            <a:r>
              <a:rPr lang="en-US" altLang="zh-HK" sz="1000" dirty="0"/>
              <a:t>Retain Age bin and Occupation only.</a:t>
            </a:r>
          </a:p>
          <a:p>
            <a:pPr lvl="1"/>
            <a:r>
              <a:rPr lang="en-US" altLang="zh-HK" sz="1000" b="1" dirty="0"/>
              <a:t>Clickstream: </a:t>
            </a:r>
            <a:r>
              <a:rPr lang="en-US" altLang="zh-HK" sz="1000" dirty="0"/>
              <a:t>Aggregate means of all behavioral features.</a:t>
            </a:r>
          </a:p>
          <a:p>
            <a:pPr lvl="1"/>
            <a:r>
              <a:rPr lang="en-US" altLang="zh-HK" sz="1000" b="1" dirty="0"/>
              <a:t>Financials: </a:t>
            </a:r>
            <a:r>
              <a:rPr lang="en-US" altLang="zh-HK" sz="1000" dirty="0"/>
              <a:t>Retain all standardized features from the Silver layer.</a:t>
            </a:r>
          </a:p>
          <a:p>
            <a:pPr lvl="1"/>
            <a:r>
              <a:rPr lang="en-US" altLang="zh-HK" sz="1000" b="1" dirty="0"/>
              <a:t>Feature Engineering:</a:t>
            </a:r>
          </a:p>
          <a:p>
            <a:pPr lvl="2"/>
            <a:r>
              <a:rPr lang="en-US" altLang="zh-HK" sz="1000" dirty="0"/>
              <a:t>Create </a:t>
            </a:r>
            <a:r>
              <a:rPr lang="en-US" altLang="zh-HK" sz="1000" b="1" dirty="0"/>
              <a:t>ratios</a:t>
            </a:r>
            <a:r>
              <a:rPr lang="en-US" altLang="zh-HK" sz="1000" dirty="0"/>
              <a:t> (e.g., EMI-to-income ratio). </a:t>
            </a:r>
          </a:p>
          <a:p>
            <a:pPr lvl="2"/>
            <a:r>
              <a:rPr lang="en-US" altLang="zh-HK" sz="1000" dirty="0"/>
              <a:t>Generate </a:t>
            </a:r>
            <a:r>
              <a:rPr lang="en-US" altLang="zh-HK" sz="1000" b="1" dirty="0"/>
              <a:t>risk</a:t>
            </a:r>
            <a:r>
              <a:rPr lang="en-US" altLang="zh-HK" sz="1000" dirty="0"/>
              <a:t> </a:t>
            </a:r>
            <a:r>
              <a:rPr lang="en-US" altLang="zh-HK" sz="1000" b="1" dirty="0"/>
              <a:t>flags</a:t>
            </a:r>
            <a:r>
              <a:rPr lang="en-US" altLang="zh-HK" sz="1000" dirty="0"/>
              <a:t>, etc.</a:t>
            </a:r>
          </a:p>
          <a:p>
            <a:pPr lvl="2"/>
            <a:r>
              <a:rPr lang="en-US" altLang="zh-HK" sz="1000" b="1" dirty="0"/>
              <a:t>Encodings</a:t>
            </a:r>
            <a:r>
              <a:rPr lang="en-US" altLang="zh-HK" sz="1000" dirty="0"/>
              <a:t> </a:t>
            </a:r>
            <a:r>
              <a:rPr lang="en-US" altLang="zh-HK" sz="1000" b="1" dirty="0"/>
              <a:t>categorical</a:t>
            </a:r>
            <a:r>
              <a:rPr lang="en-US" altLang="zh-HK" sz="1000" dirty="0"/>
              <a:t> </a:t>
            </a:r>
            <a:r>
              <a:rPr lang="en-US" altLang="zh-HK" sz="1000" b="1" dirty="0"/>
              <a:t>features</a:t>
            </a:r>
            <a:r>
              <a:rPr lang="en-US" altLang="zh-HK" sz="1000" dirty="0"/>
              <a:t>.</a:t>
            </a:r>
          </a:p>
          <a:p>
            <a:pPr lvl="1"/>
            <a:r>
              <a:rPr lang="en-US" altLang="zh-HK" sz="1000" b="1" dirty="0"/>
              <a:t>Merge</a:t>
            </a:r>
            <a:r>
              <a:rPr lang="en-US" altLang="zh-HK" sz="1000" dirty="0"/>
              <a:t> clickstream, attributes, and financials into a </a:t>
            </a:r>
            <a:r>
              <a:rPr lang="en-US" altLang="zh-HK" sz="1000" b="1" dirty="0"/>
              <a:t>consolidated</a:t>
            </a:r>
            <a:r>
              <a:rPr lang="en-US" altLang="zh-HK" sz="1000" dirty="0"/>
              <a:t> </a:t>
            </a:r>
            <a:r>
              <a:rPr lang="en-US" altLang="zh-HK" sz="1000" b="1" dirty="0"/>
              <a:t>feature</a:t>
            </a:r>
            <a:r>
              <a:rPr lang="en-US" altLang="zh-HK" sz="1000" dirty="0"/>
              <a:t> </a:t>
            </a:r>
            <a:r>
              <a:rPr lang="en-US" altLang="zh-HK" sz="1000" b="1" dirty="0"/>
              <a:t>table</a:t>
            </a:r>
            <a:r>
              <a:rPr lang="en-US" altLang="zh-HK" sz="1000" dirty="0"/>
              <a:t>.</a:t>
            </a:r>
          </a:p>
          <a:p>
            <a:r>
              <a:rPr lang="en-US" altLang="zh-HK" sz="1000" b="1" dirty="0">
                <a:solidFill>
                  <a:schemeClr val="accent1"/>
                </a:solidFill>
              </a:rPr>
              <a:t>Load: </a:t>
            </a:r>
            <a:r>
              <a:rPr lang="en-US" altLang="zh-HK" sz="1000" dirty="0"/>
              <a:t>Stored as partitioned </a:t>
            </a:r>
            <a:r>
              <a:rPr lang="en-US" altLang="zh-HK" sz="1000" b="1" dirty="0"/>
              <a:t>Parquet</a:t>
            </a:r>
            <a:r>
              <a:rPr lang="en-US" altLang="zh-HK" sz="1000" dirty="0"/>
              <a:t> files by label snapshot dates in </a:t>
            </a:r>
            <a:r>
              <a:rPr lang="en-US" altLang="zh-HK" sz="1000" b="1" dirty="0"/>
              <a:t>Gold feature store</a:t>
            </a:r>
            <a:r>
              <a:rPr lang="en-US" altLang="zh-HK" sz="1000" dirty="0"/>
              <a:t>.</a:t>
            </a:r>
          </a:p>
        </p:txBody>
      </p:sp>
      <p:pic>
        <p:nvPicPr>
          <p:cNvPr id="14" name="Graphic 13" descr="Circles with arrows with solid fill">
            <a:extLst>
              <a:ext uri="{FF2B5EF4-FFF2-40B4-BE49-F238E27FC236}">
                <a16:creationId xmlns:a16="http://schemas.microsoft.com/office/drawing/2014/main" id="{62CFF56A-80FF-1908-76DD-5ECB47F42D02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216" y="851466"/>
            <a:ext cx="432000" cy="432000"/>
          </a:xfrm>
          <a:prstGeom prst="rect">
            <a:avLst/>
          </a:prstGeom>
        </p:spPr>
      </p:pic>
      <p:sp>
        <p:nvSpPr>
          <p:cNvPr id="82" name="Text Placeholder 14">
            <a:extLst>
              <a:ext uri="{FF2B5EF4-FFF2-40B4-BE49-F238E27FC236}">
                <a16:creationId xmlns:a16="http://schemas.microsoft.com/office/drawing/2014/main" id="{590EA18D-BA5C-8FE9-2939-917DC09B0632}"/>
              </a:ext>
            </a:extLst>
          </p:cNvPr>
          <p:cNvSpPr txBox="1">
            <a:spLocks/>
          </p:cNvSpPr>
          <p:nvPr/>
        </p:nvSpPr>
        <p:spPr>
          <a:xfrm>
            <a:off x="4762323" y="4659723"/>
            <a:ext cx="1714677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600" b="1" dirty="0">
                <a:latin typeface="+mj-lt"/>
              </a:rPr>
              <a:t>Design Decisions</a:t>
            </a:r>
            <a:endParaRPr lang="zh-HK" altLang="en-US" sz="1600" b="1" dirty="0">
              <a:latin typeface="+mj-lt"/>
            </a:endParaRPr>
          </a:p>
        </p:txBody>
      </p:sp>
      <p:sp>
        <p:nvSpPr>
          <p:cNvPr id="118" name="Content Placeholder 3">
            <a:extLst>
              <a:ext uri="{FF2B5EF4-FFF2-40B4-BE49-F238E27FC236}">
                <a16:creationId xmlns:a16="http://schemas.microsoft.com/office/drawing/2014/main" id="{9A3C6896-56FA-B43F-C2F2-D370BC58373E}"/>
              </a:ext>
            </a:extLst>
          </p:cNvPr>
          <p:cNvSpPr txBox="1">
            <a:spLocks/>
          </p:cNvSpPr>
          <p:nvPr/>
        </p:nvSpPr>
        <p:spPr>
          <a:xfrm>
            <a:off x="4467048" y="4921793"/>
            <a:ext cx="3807383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PII is not essential for the ML training. In addition, Customer ID is sufficient as an identifier.</a:t>
            </a:r>
          </a:p>
          <a:p>
            <a:pPr marL="352425" indent="-171450"/>
            <a:r>
              <a:rPr lang="en-US" altLang="zh-HK" sz="1000" b="1" dirty="0"/>
              <a:t>Generalize</a:t>
            </a:r>
            <a:r>
              <a:rPr lang="en-US" altLang="zh-HK" sz="1000" dirty="0"/>
              <a:t> the user clickstream behavioral patterns by aggregating the mean of historical interactions.</a:t>
            </a:r>
          </a:p>
          <a:p>
            <a:pPr marL="352425" indent="-171450"/>
            <a:r>
              <a:rPr lang="en-US" altLang="zh-HK" sz="1000" b="1" dirty="0"/>
              <a:t>Prevent the peeking into the future </a:t>
            </a:r>
            <a:r>
              <a:rPr lang="en-US" altLang="zh-HK" sz="1000" dirty="0"/>
              <a:t>by filtering out any predictor features before the observation window used to compute the label.</a:t>
            </a:r>
          </a:p>
          <a:p>
            <a:pPr marL="352425" indent="-171450"/>
            <a:r>
              <a:rPr lang="en-US" altLang="zh-HK" sz="1000" b="1" dirty="0"/>
              <a:t>Aggregate</a:t>
            </a:r>
            <a:r>
              <a:rPr lang="en-US" altLang="zh-HK" sz="1000" dirty="0"/>
              <a:t> all crucial user profile, financials and behavioral features into a new feature table ready for the ML training.</a:t>
            </a:r>
          </a:p>
        </p:txBody>
      </p: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5F98D07B-8668-2E90-AD85-37F89086B179}"/>
              </a:ext>
            </a:extLst>
          </p:cNvPr>
          <p:cNvSpPr/>
          <p:nvPr/>
        </p:nvSpPr>
        <p:spPr>
          <a:xfrm>
            <a:off x="3714133" y="2780875"/>
            <a:ext cx="573585" cy="52207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29" name="Arrow: Right 28">
            <a:extLst>
              <a:ext uri="{FF2B5EF4-FFF2-40B4-BE49-F238E27FC236}">
                <a16:creationId xmlns:a16="http://schemas.microsoft.com/office/drawing/2014/main" id="{DBBEC742-96A0-D16F-1A02-C33925ADA9F9}"/>
              </a:ext>
            </a:extLst>
          </p:cNvPr>
          <p:cNvSpPr/>
          <p:nvPr/>
        </p:nvSpPr>
        <p:spPr>
          <a:xfrm>
            <a:off x="8475351" y="2780875"/>
            <a:ext cx="573585" cy="522078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78" name="Text Placeholder 14">
            <a:extLst>
              <a:ext uri="{FF2B5EF4-FFF2-40B4-BE49-F238E27FC236}">
                <a16:creationId xmlns:a16="http://schemas.microsoft.com/office/drawing/2014/main" id="{616D25D4-BA93-7090-2956-84B57FAEF94A}"/>
              </a:ext>
            </a:extLst>
          </p:cNvPr>
          <p:cNvSpPr txBox="1">
            <a:spLocks/>
          </p:cNvSpPr>
          <p:nvPr/>
        </p:nvSpPr>
        <p:spPr>
          <a:xfrm>
            <a:off x="9210894" y="5614385"/>
            <a:ext cx="2510308" cy="369513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600" b="1" dirty="0">
                <a:latin typeface="+mj-lt"/>
              </a:rPr>
              <a:t>Gold Layer</a:t>
            </a:r>
            <a:endParaRPr lang="zh-HK" altLang="en-US" sz="1600" b="1" dirty="0">
              <a:latin typeface="+mj-lt"/>
            </a:endParaRPr>
          </a:p>
        </p:txBody>
      </p:sp>
      <p:sp>
        <p:nvSpPr>
          <p:cNvPr id="79" name="Content Placeholder 3">
            <a:extLst>
              <a:ext uri="{FF2B5EF4-FFF2-40B4-BE49-F238E27FC236}">
                <a16:creationId xmlns:a16="http://schemas.microsoft.com/office/drawing/2014/main" id="{CDE50E9A-D3CC-87E8-4E22-0578A5915422}"/>
              </a:ext>
            </a:extLst>
          </p:cNvPr>
          <p:cNvSpPr txBox="1">
            <a:spLocks/>
          </p:cNvSpPr>
          <p:nvPr/>
        </p:nvSpPr>
        <p:spPr>
          <a:xfrm>
            <a:off x="9210894" y="5882144"/>
            <a:ext cx="2510307" cy="78535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b="1" dirty="0"/>
              <a:t>Model-ready</a:t>
            </a:r>
            <a:r>
              <a:rPr lang="en-US" altLang="zh-HK" sz="1000" dirty="0"/>
              <a:t> </a:t>
            </a:r>
            <a:r>
              <a:rPr lang="en-US" altLang="zh-HK" sz="1000" b="1" dirty="0"/>
              <a:t>features</a:t>
            </a:r>
            <a:r>
              <a:rPr lang="en-US" altLang="zh-HK" sz="1000" dirty="0"/>
              <a:t> for building up the loan Risk ML model.</a:t>
            </a:r>
          </a:p>
          <a:p>
            <a:pPr marL="352425" indent="-171450"/>
            <a:r>
              <a:rPr lang="en-US" altLang="zh-HK" sz="1000" dirty="0"/>
              <a:t>Curated </a:t>
            </a:r>
            <a:r>
              <a:rPr lang="en-US" altLang="zh-HK" sz="1000" b="1" dirty="0"/>
              <a:t>business-levels</a:t>
            </a:r>
            <a:r>
              <a:rPr lang="en-US" altLang="zh-HK" sz="1000" dirty="0"/>
              <a:t> data with highest data quality.</a:t>
            </a:r>
          </a:p>
        </p:txBody>
      </p:sp>
      <p:sp>
        <p:nvSpPr>
          <p:cNvPr id="80" name="Rectangle: Rounded Corners 79">
            <a:extLst>
              <a:ext uri="{FF2B5EF4-FFF2-40B4-BE49-F238E27FC236}">
                <a16:creationId xmlns:a16="http://schemas.microsoft.com/office/drawing/2014/main" id="{0DC9084C-F2E1-C654-5C54-ACEF471D8BE8}"/>
              </a:ext>
            </a:extLst>
          </p:cNvPr>
          <p:cNvSpPr/>
          <p:nvPr/>
        </p:nvSpPr>
        <p:spPr>
          <a:xfrm>
            <a:off x="4343312" y="695102"/>
            <a:ext cx="4035209" cy="5962775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83" name="Straight Connector 82">
            <a:extLst>
              <a:ext uri="{FF2B5EF4-FFF2-40B4-BE49-F238E27FC236}">
                <a16:creationId xmlns:a16="http://schemas.microsoft.com/office/drawing/2014/main" id="{26DE4949-9619-A091-743E-7C91C4E096E7}"/>
              </a:ext>
            </a:extLst>
          </p:cNvPr>
          <p:cNvCxnSpPr>
            <a:cxnSpLocks/>
          </p:cNvCxnSpPr>
          <p:nvPr/>
        </p:nvCxnSpPr>
        <p:spPr>
          <a:xfrm>
            <a:off x="4499271" y="4677633"/>
            <a:ext cx="3723290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6" name="Rectangle: Rounded Corners 85">
            <a:extLst>
              <a:ext uri="{FF2B5EF4-FFF2-40B4-BE49-F238E27FC236}">
                <a16:creationId xmlns:a16="http://schemas.microsoft.com/office/drawing/2014/main" id="{29CAC6A8-419B-0B6F-EBCB-692F53636523}"/>
              </a:ext>
            </a:extLst>
          </p:cNvPr>
          <p:cNvSpPr/>
          <p:nvPr/>
        </p:nvSpPr>
        <p:spPr>
          <a:xfrm>
            <a:off x="9102101" y="695102"/>
            <a:ext cx="2721304" cy="5962775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88" name="Straight Connector 87">
            <a:extLst>
              <a:ext uri="{FF2B5EF4-FFF2-40B4-BE49-F238E27FC236}">
                <a16:creationId xmlns:a16="http://schemas.microsoft.com/office/drawing/2014/main" id="{92FC1058-8D29-ACA4-2A7B-A5C0D8BD89E6}"/>
              </a:ext>
            </a:extLst>
          </p:cNvPr>
          <p:cNvCxnSpPr>
            <a:cxnSpLocks/>
          </p:cNvCxnSpPr>
          <p:nvPr/>
        </p:nvCxnSpPr>
        <p:spPr>
          <a:xfrm>
            <a:off x="9221405" y="5625018"/>
            <a:ext cx="2499796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Rectangle: Rounded Corners 15">
            <a:extLst>
              <a:ext uri="{FF2B5EF4-FFF2-40B4-BE49-F238E27FC236}">
                <a16:creationId xmlns:a16="http://schemas.microsoft.com/office/drawing/2014/main" id="{2DC96FD7-E07C-E489-DE0B-F1F61F7BB589}"/>
              </a:ext>
            </a:extLst>
          </p:cNvPr>
          <p:cNvSpPr>
            <a:spLocks/>
          </p:cNvSpPr>
          <p:nvPr/>
        </p:nvSpPr>
        <p:spPr>
          <a:xfrm>
            <a:off x="979887" y="818927"/>
            <a:ext cx="2510307" cy="3059520"/>
          </a:xfrm>
          <a:prstGeom prst="roundRect">
            <a:avLst>
              <a:gd name="adj" fmla="val 4948"/>
            </a:avLst>
          </a:prstGeom>
          <a:solidFill>
            <a:schemeClr val="bg1">
              <a:lumMod val="65000"/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35" name="Content Placeholder 3">
            <a:extLst>
              <a:ext uri="{FF2B5EF4-FFF2-40B4-BE49-F238E27FC236}">
                <a16:creationId xmlns:a16="http://schemas.microsoft.com/office/drawing/2014/main" id="{E7F79EE7-24CA-2874-5C01-395DC1D2EF3F}"/>
              </a:ext>
            </a:extLst>
          </p:cNvPr>
          <p:cNvSpPr txBox="1">
            <a:spLocks/>
          </p:cNvSpPr>
          <p:nvPr/>
        </p:nvSpPr>
        <p:spPr>
          <a:xfrm>
            <a:off x="896109" y="966084"/>
            <a:ext cx="1740967" cy="565450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33400" indent="0">
              <a:buNone/>
            </a:pPr>
            <a:r>
              <a:rPr lang="en-US" altLang="zh-HK" b="1" dirty="0">
                <a:solidFill>
                  <a:schemeClr val="bg1">
                    <a:lumMod val="65000"/>
                  </a:schemeClr>
                </a:solidFill>
                <a:latin typeface="+mj-lt"/>
                <a:ea typeface="+mj-ea"/>
              </a:rPr>
              <a:t>Silver</a:t>
            </a:r>
          </a:p>
        </p:txBody>
      </p:sp>
      <p:sp>
        <p:nvSpPr>
          <p:cNvPr id="50" name="Text Placeholder 14">
            <a:extLst>
              <a:ext uri="{FF2B5EF4-FFF2-40B4-BE49-F238E27FC236}">
                <a16:creationId xmlns:a16="http://schemas.microsoft.com/office/drawing/2014/main" id="{6888A91E-D056-68D1-050B-276B4209E1B6}"/>
              </a:ext>
            </a:extLst>
          </p:cNvPr>
          <p:cNvSpPr txBox="1">
            <a:spLocks/>
          </p:cNvSpPr>
          <p:nvPr/>
        </p:nvSpPr>
        <p:spPr>
          <a:xfrm>
            <a:off x="1996306" y="1298935"/>
            <a:ext cx="1347635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200" dirty="0"/>
              <a:t>Jan                Dec</a:t>
            </a:r>
            <a:endParaRPr lang="zh-HK" altLang="en-US" sz="1200" dirty="0"/>
          </a:p>
        </p:txBody>
      </p:sp>
      <p:pic>
        <p:nvPicPr>
          <p:cNvPr id="52" name="Graphic 51" descr="Database with solid fill">
            <a:extLst>
              <a:ext uri="{FF2B5EF4-FFF2-40B4-BE49-F238E27FC236}">
                <a16:creationId xmlns:a16="http://schemas.microsoft.com/office/drawing/2014/main" id="{9342A5C4-DDBD-B775-AA1C-0739648E45A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1057473" y="913870"/>
            <a:ext cx="432000" cy="432000"/>
          </a:xfrm>
          <a:prstGeom prst="rect">
            <a:avLst/>
          </a:prstGeom>
        </p:spPr>
      </p:pic>
      <p:grpSp>
        <p:nvGrpSpPr>
          <p:cNvPr id="54" name="Group 53">
            <a:extLst>
              <a:ext uri="{FF2B5EF4-FFF2-40B4-BE49-F238E27FC236}">
                <a16:creationId xmlns:a16="http://schemas.microsoft.com/office/drawing/2014/main" id="{981D2658-E4C1-B5D5-45B0-442D31F48C30}"/>
              </a:ext>
            </a:extLst>
          </p:cNvPr>
          <p:cNvGrpSpPr/>
          <p:nvPr/>
        </p:nvGrpSpPr>
        <p:grpSpPr>
          <a:xfrm>
            <a:off x="1930766" y="1552244"/>
            <a:ext cx="1416500" cy="504448"/>
            <a:chOff x="1951090" y="1531169"/>
            <a:chExt cx="1416500" cy="504448"/>
          </a:xfrm>
        </p:grpSpPr>
        <p:sp>
          <p:nvSpPr>
            <p:cNvPr id="93" name="Rectangle: Rounded Corners 92">
              <a:extLst>
                <a:ext uri="{FF2B5EF4-FFF2-40B4-BE49-F238E27FC236}">
                  <a16:creationId xmlns:a16="http://schemas.microsoft.com/office/drawing/2014/main" id="{F00BA091-642B-8F3F-9D74-185F2220300C}"/>
                </a:ext>
              </a:extLst>
            </p:cNvPr>
            <p:cNvSpPr/>
            <p:nvPr/>
          </p:nvSpPr>
          <p:spPr>
            <a:xfrm>
              <a:off x="1951090" y="1534170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pic>
          <p:nvPicPr>
            <p:cNvPr id="97" name="Graphic 96" descr="Document with solid fill">
              <a:extLst>
                <a:ext uri="{FF2B5EF4-FFF2-40B4-BE49-F238E27FC236}">
                  <a16:creationId xmlns:a16="http://schemas.microsoft.com/office/drawing/2014/main" id="{A8034EFF-A9BC-5010-82D8-EF5DB225890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960998" y="1531169"/>
              <a:ext cx="504448" cy="504448"/>
            </a:xfrm>
            <a:prstGeom prst="rect">
              <a:avLst/>
            </a:prstGeom>
          </p:spPr>
        </p:pic>
        <p:pic>
          <p:nvPicPr>
            <p:cNvPr id="98" name="圖形 56" descr="Document with solid fill">
              <a:extLst>
                <a:ext uri="{FF2B5EF4-FFF2-40B4-BE49-F238E27FC236}">
                  <a16:creationId xmlns:a16="http://schemas.microsoft.com/office/drawing/2014/main" id="{AE41CCD6-ACC1-C9A1-65FF-2413ACE1E74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863142" y="1531169"/>
              <a:ext cx="504448" cy="504448"/>
            </a:xfrm>
            <a:prstGeom prst="rect">
              <a:avLst/>
            </a:prstGeom>
          </p:spPr>
        </p:pic>
        <p:pic>
          <p:nvPicPr>
            <p:cNvPr id="101" name="Graphic 100" descr="Chevron arrows with solid fill">
              <a:extLst>
                <a:ext uri="{FF2B5EF4-FFF2-40B4-BE49-F238E27FC236}">
                  <a16:creationId xmlns:a16="http://schemas.microsoft.com/office/drawing/2014/main" id="{F98CF54D-985D-A18E-5963-819B0ED49FF8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425254" y="1549093"/>
              <a:ext cx="468599" cy="468599"/>
            </a:xfrm>
            <a:prstGeom prst="rect">
              <a:avLst/>
            </a:prstGeom>
          </p:spPr>
        </p:pic>
      </p:grpSp>
      <p:grpSp>
        <p:nvGrpSpPr>
          <p:cNvPr id="60" name="Group 59">
            <a:extLst>
              <a:ext uri="{FF2B5EF4-FFF2-40B4-BE49-F238E27FC236}">
                <a16:creationId xmlns:a16="http://schemas.microsoft.com/office/drawing/2014/main" id="{D80CD857-0656-25A5-D579-6DA4D8B4C3F6}"/>
              </a:ext>
            </a:extLst>
          </p:cNvPr>
          <p:cNvGrpSpPr/>
          <p:nvPr/>
        </p:nvGrpSpPr>
        <p:grpSpPr>
          <a:xfrm>
            <a:off x="1014021" y="1569636"/>
            <a:ext cx="849495" cy="515336"/>
            <a:chOff x="1052605" y="1548561"/>
            <a:chExt cx="849495" cy="515336"/>
          </a:xfrm>
        </p:grpSpPr>
        <p:pic>
          <p:nvPicPr>
            <p:cNvPr id="91" name="Graphic 90" descr="User with solid fill">
              <a:extLst>
                <a:ext uri="{FF2B5EF4-FFF2-40B4-BE49-F238E27FC236}">
                  <a16:creationId xmlns:a16="http://schemas.microsoft.com/office/drawing/2014/main" id="{BE0E4261-4E64-CD10-3287-015936E6097C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tretch>
              <a:fillRect/>
            </a:stretch>
          </p:blipFill>
          <p:spPr>
            <a:xfrm>
              <a:off x="1226195" y="1548561"/>
              <a:ext cx="359999" cy="360000"/>
            </a:xfrm>
            <a:prstGeom prst="rect">
              <a:avLst/>
            </a:prstGeom>
          </p:spPr>
        </p:pic>
        <p:sp>
          <p:nvSpPr>
            <p:cNvPr id="92" name="Text Placeholder 14">
              <a:extLst>
                <a:ext uri="{FF2B5EF4-FFF2-40B4-BE49-F238E27FC236}">
                  <a16:creationId xmlns:a16="http://schemas.microsoft.com/office/drawing/2014/main" id="{7362173A-7D43-5CB5-5A8B-711EC4FEA4FA}"/>
                </a:ext>
              </a:extLst>
            </p:cNvPr>
            <p:cNvSpPr txBox="1">
              <a:spLocks/>
            </p:cNvSpPr>
            <p:nvPr/>
          </p:nvSpPr>
          <p:spPr>
            <a:xfrm>
              <a:off x="1052605" y="1827355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Attributes</a:t>
              </a:r>
              <a:endParaRPr lang="zh-HK" altLang="en-US" sz="1200" dirty="0"/>
            </a:p>
          </p:txBody>
        </p:sp>
      </p:grpSp>
      <p:grpSp>
        <p:nvGrpSpPr>
          <p:cNvPr id="61" name="Group 60">
            <a:extLst>
              <a:ext uri="{FF2B5EF4-FFF2-40B4-BE49-F238E27FC236}">
                <a16:creationId xmlns:a16="http://schemas.microsoft.com/office/drawing/2014/main" id="{5D86B557-E91C-1018-977F-112610620767}"/>
              </a:ext>
            </a:extLst>
          </p:cNvPr>
          <p:cNvGrpSpPr/>
          <p:nvPr/>
        </p:nvGrpSpPr>
        <p:grpSpPr>
          <a:xfrm>
            <a:off x="1014020" y="2167424"/>
            <a:ext cx="849495" cy="515336"/>
            <a:chOff x="1185793" y="2536687"/>
            <a:chExt cx="849495" cy="515336"/>
          </a:xfrm>
        </p:grpSpPr>
        <p:pic>
          <p:nvPicPr>
            <p:cNvPr id="85" name="Graphic 84" descr="Calculator with solid fill">
              <a:extLst>
                <a:ext uri="{FF2B5EF4-FFF2-40B4-BE49-F238E27FC236}">
                  <a16:creationId xmlns:a16="http://schemas.microsoft.com/office/drawing/2014/main" id="{686B78BA-81EA-9518-C615-FD66482C4C74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rcRect/>
            <a:stretch/>
          </p:blipFill>
          <p:spPr>
            <a:xfrm>
              <a:off x="1397483" y="2536687"/>
              <a:ext cx="359999" cy="359999"/>
            </a:xfrm>
            <a:prstGeom prst="rect">
              <a:avLst/>
            </a:prstGeom>
          </p:spPr>
        </p:pic>
        <p:sp>
          <p:nvSpPr>
            <p:cNvPr id="89" name="Text Placeholder 14">
              <a:extLst>
                <a:ext uri="{FF2B5EF4-FFF2-40B4-BE49-F238E27FC236}">
                  <a16:creationId xmlns:a16="http://schemas.microsoft.com/office/drawing/2014/main" id="{1F8D8380-0017-59C1-95B1-9576FF65E026}"/>
                </a:ext>
              </a:extLst>
            </p:cNvPr>
            <p:cNvSpPr txBox="1">
              <a:spLocks/>
            </p:cNvSpPr>
            <p:nvPr/>
          </p:nvSpPr>
          <p:spPr>
            <a:xfrm>
              <a:off x="1185793" y="2815481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Financials</a:t>
              </a:r>
              <a:endParaRPr lang="zh-HK" altLang="en-US" sz="1200" dirty="0"/>
            </a:p>
          </p:txBody>
        </p:sp>
      </p:grpSp>
      <p:grpSp>
        <p:nvGrpSpPr>
          <p:cNvPr id="62" name="Group 61">
            <a:extLst>
              <a:ext uri="{FF2B5EF4-FFF2-40B4-BE49-F238E27FC236}">
                <a16:creationId xmlns:a16="http://schemas.microsoft.com/office/drawing/2014/main" id="{3A28CE12-EAD4-75E3-491C-4D9663762179}"/>
              </a:ext>
            </a:extLst>
          </p:cNvPr>
          <p:cNvGrpSpPr/>
          <p:nvPr/>
        </p:nvGrpSpPr>
        <p:grpSpPr>
          <a:xfrm>
            <a:off x="990397" y="2710222"/>
            <a:ext cx="943527" cy="515336"/>
            <a:chOff x="1147693" y="2536687"/>
            <a:chExt cx="943527" cy="515336"/>
          </a:xfrm>
        </p:grpSpPr>
        <p:pic>
          <p:nvPicPr>
            <p:cNvPr id="81" name="Graphic 80" descr="Cursor with solid fill">
              <a:extLst>
                <a:ext uri="{FF2B5EF4-FFF2-40B4-BE49-F238E27FC236}">
                  <a16:creationId xmlns:a16="http://schemas.microsoft.com/office/drawing/2014/main" id="{08A70F97-7045-BDB6-4479-3E1869831DB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rcRect/>
            <a:stretch/>
          </p:blipFill>
          <p:spPr>
            <a:xfrm>
              <a:off x="1397483" y="2536687"/>
              <a:ext cx="359999" cy="359999"/>
            </a:xfrm>
            <a:prstGeom prst="rect">
              <a:avLst/>
            </a:prstGeom>
          </p:spPr>
        </p:pic>
        <p:sp>
          <p:nvSpPr>
            <p:cNvPr id="84" name="Text Placeholder 14">
              <a:extLst>
                <a:ext uri="{FF2B5EF4-FFF2-40B4-BE49-F238E27FC236}">
                  <a16:creationId xmlns:a16="http://schemas.microsoft.com/office/drawing/2014/main" id="{E401C172-3BD7-8F3D-6304-0D048209507A}"/>
                </a:ext>
              </a:extLst>
            </p:cNvPr>
            <p:cNvSpPr txBox="1">
              <a:spLocks/>
            </p:cNvSpPr>
            <p:nvPr/>
          </p:nvSpPr>
          <p:spPr>
            <a:xfrm>
              <a:off x="1147693" y="2815481"/>
              <a:ext cx="943527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Clickstream</a:t>
              </a:r>
              <a:endParaRPr lang="zh-HK" altLang="en-US" sz="1200" dirty="0"/>
            </a:p>
          </p:txBody>
        </p:sp>
      </p:grpSp>
      <p:grpSp>
        <p:nvGrpSpPr>
          <p:cNvPr id="64" name="Group 63">
            <a:extLst>
              <a:ext uri="{FF2B5EF4-FFF2-40B4-BE49-F238E27FC236}">
                <a16:creationId xmlns:a16="http://schemas.microsoft.com/office/drawing/2014/main" id="{E086B1E9-6331-1E03-FC4E-CB156A39F687}"/>
              </a:ext>
            </a:extLst>
          </p:cNvPr>
          <p:cNvGrpSpPr/>
          <p:nvPr/>
        </p:nvGrpSpPr>
        <p:grpSpPr>
          <a:xfrm>
            <a:off x="1930766" y="2126487"/>
            <a:ext cx="1416500" cy="504448"/>
            <a:chOff x="1951090" y="1531169"/>
            <a:chExt cx="1416500" cy="504448"/>
          </a:xfrm>
        </p:grpSpPr>
        <p:sp>
          <p:nvSpPr>
            <p:cNvPr id="70" name="Rectangle: Rounded Corners 69">
              <a:extLst>
                <a:ext uri="{FF2B5EF4-FFF2-40B4-BE49-F238E27FC236}">
                  <a16:creationId xmlns:a16="http://schemas.microsoft.com/office/drawing/2014/main" id="{951D8C51-B327-42C0-CE87-2DDAA04369B6}"/>
                </a:ext>
              </a:extLst>
            </p:cNvPr>
            <p:cNvSpPr/>
            <p:nvPr/>
          </p:nvSpPr>
          <p:spPr>
            <a:xfrm>
              <a:off x="1951090" y="1534170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pic>
          <p:nvPicPr>
            <p:cNvPr id="71" name="Graphic 70" descr="Document with solid fill">
              <a:extLst>
                <a:ext uri="{FF2B5EF4-FFF2-40B4-BE49-F238E27FC236}">
                  <a16:creationId xmlns:a16="http://schemas.microsoft.com/office/drawing/2014/main" id="{4FC02715-5C1D-FF36-0BCF-1A3EF751C21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960998" y="1531169"/>
              <a:ext cx="504448" cy="504448"/>
            </a:xfrm>
            <a:prstGeom prst="rect">
              <a:avLst/>
            </a:prstGeom>
          </p:spPr>
        </p:pic>
        <p:pic>
          <p:nvPicPr>
            <p:cNvPr id="72" name="圖形 56" descr="Document with solid fill">
              <a:extLst>
                <a:ext uri="{FF2B5EF4-FFF2-40B4-BE49-F238E27FC236}">
                  <a16:creationId xmlns:a16="http://schemas.microsoft.com/office/drawing/2014/main" id="{BDB328FF-6A24-8B49-F1E8-C389F7ED8BD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863142" y="1531169"/>
              <a:ext cx="504448" cy="504448"/>
            </a:xfrm>
            <a:prstGeom prst="rect">
              <a:avLst/>
            </a:prstGeom>
          </p:spPr>
        </p:pic>
        <p:pic>
          <p:nvPicPr>
            <p:cNvPr id="73" name="Graphic 72" descr="Chevron arrows with solid fill">
              <a:extLst>
                <a:ext uri="{FF2B5EF4-FFF2-40B4-BE49-F238E27FC236}">
                  <a16:creationId xmlns:a16="http://schemas.microsoft.com/office/drawing/2014/main" id="{355D6967-2A58-1781-56DA-38B251C3E3BA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425254" y="1549093"/>
              <a:ext cx="468599" cy="468599"/>
            </a:xfrm>
            <a:prstGeom prst="rect">
              <a:avLst/>
            </a:prstGeom>
          </p:spPr>
        </p:pic>
      </p:grpSp>
      <p:grpSp>
        <p:nvGrpSpPr>
          <p:cNvPr id="65" name="Group 64">
            <a:extLst>
              <a:ext uri="{FF2B5EF4-FFF2-40B4-BE49-F238E27FC236}">
                <a16:creationId xmlns:a16="http://schemas.microsoft.com/office/drawing/2014/main" id="{A5ADB613-F053-1186-A5C9-D87530D55942}"/>
              </a:ext>
            </a:extLst>
          </p:cNvPr>
          <p:cNvGrpSpPr/>
          <p:nvPr/>
        </p:nvGrpSpPr>
        <p:grpSpPr>
          <a:xfrm>
            <a:off x="1930766" y="2700730"/>
            <a:ext cx="1416500" cy="504448"/>
            <a:chOff x="1951090" y="1531169"/>
            <a:chExt cx="1416500" cy="504448"/>
          </a:xfrm>
        </p:grpSpPr>
        <p:sp>
          <p:nvSpPr>
            <p:cNvPr id="66" name="Rectangle: Rounded Corners 65">
              <a:extLst>
                <a:ext uri="{FF2B5EF4-FFF2-40B4-BE49-F238E27FC236}">
                  <a16:creationId xmlns:a16="http://schemas.microsoft.com/office/drawing/2014/main" id="{178FE05C-0F98-3C2D-52FE-0B87E8D86A8F}"/>
                </a:ext>
              </a:extLst>
            </p:cNvPr>
            <p:cNvSpPr/>
            <p:nvPr/>
          </p:nvSpPr>
          <p:spPr>
            <a:xfrm>
              <a:off x="1951090" y="1534170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pic>
          <p:nvPicPr>
            <p:cNvPr id="67" name="Graphic 66" descr="Document with solid fill">
              <a:extLst>
                <a:ext uri="{FF2B5EF4-FFF2-40B4-BE49-F238E27FC236}">
                  <a16:creationId xmlns:a16="http://schemas.microsoft.com/office/drawing/2014/main" id="{12DFB77B-AFA4-C6D2-036E-3CD175CF01F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960998" y="1531169"/>
              <a:ext cx="504448" cy="504448"/>
            </a:xfrm>
            <a:prstGeom prst="rect">
              <a:avLst/>
            </a:prstGeom>
          </p:spPr>
        </p:pic>
        <p:pic>
          <p:nvPicPr>
            <p:cNvPr id="68" name="圖形 56" descr="Document with solid fill">
              <a:extLst>
                <a:ext uri="{FF2B5EF4-FFF2-40B4-BE49-F238E27FC236}">
                  <a16:creationId xmlns:a16="http://schemas.microsoft.com/office/drawing/2014/main" id="{7BF2488C-0195-5838-3BE4-DA87101809BC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863142" y="1531169"/>
              <a:ext cx="504448" cy="504448"/>
            </a:xfrm>
            <a:prstGeom prst="rect">
              <a:avLst/>
            </a:prstGeom>
          </p:spPr>
        </p:pic>
        <p:pic>
          <p:nvPicPr>
            <p:cNvPr id="69" name="Graphic 68" descr="Chevron arrows with solid fill">
              <a:extLst>
                <a:ext uri="{FF2B5EF4-FFF2-40B4-BE49-F238E27FC236}">
                  <a16:creationId xmlns:a16="http://schemas.microsoft.com/office/drawing/2014/main" id="{C7A61B6C-75C1-8CC2-443D-E7B34FF6962E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2425254" y="1549093"/>
              <a:ext cx="468599" cy="468599"/>
            </a:xfrm>
            <a:prstGeom prst="rect">
              <a:avLst/>
            </a:prstGeom>
          </p:spPr>
        </p:pic>
      </p:grpSp>
      <p:grpSp>
        <p:nvGrpSpPr>
          <p:cNvPr id="102" name="Group 101">
            <a:extLst>
              <a:ext uri="{FF2B5EF4-FFF2-40B4-BE49-F238E27FC236}">
                <a16:creationId xmlns:a16="http://schemas.microsoft.com/office/drawing/2014/main" id="{D5EC90C4-0465-E7EC-CA69-832AD1CBDBA7}"/>
              </a:ext>
            </a:extLst>
          </p:cNvPr>
          <p:cNvGrpSpPr/>
          <p:nvPr/>
        </p:nvGrpSpPr>
        <p:grpSpPr>
          <a:xfrm>
            <a:off x="9136148" y="805810"/>
            <a:ext cx="2594085" cy="1437309"/>
            <a:chOff x="9298042" y="2165039"/>
            <a:chExt cx="2594085" cy="1437309"/>
          </a:xfrm>
        </p:grpSpPr>
        <p:sp>
          <p:nvSpPr>
            <p:cNvPr id="103" name="Rectangle: Rounded Corners 102">
              <a:extLst>
                <a:ext uri="{FF2B5EF4-FFF2-40B4-BE49-F238E27FC236}">
                  <a16:creationId xmlns:a16="http://schemas.microsoft.com/office/drawing/2014/main" id="{F5E9EAE5-38EE-6708-5090-AE12ED534252}"/>
                </a:ext>
              </a:extLst>
            </p:cNvPr>
            <p:cNvSpPr/>
            <p:nvPr/>
          </p:nvSpPr>
          <p:spPr>
            <a:xfrm>
              <a:off x="10332699" y="2942921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04" name="Rectangle: Rounded Corners 103">
              <a:extLst>
                <a:ext uri="{FF2B5EF4-FFF2-40B4-BE49-F238E27FC236}">
                  <a16:creationId xmlns:a16="http://schemas.microsoft.com/office/drawing/2014/main" id="{0462E756-1644-8894-B0D5-F389C2615F79}"/>
                </a:ext>
              </a:extLst>
            </p:cNvPr>
            <p:cNvSpPr>
              <a:spLocks/>
            </p:cNvSpPr>
            <p:nvPr/>
          </p:nvSpPr>
          <p:spPr>
            <a:xfrm>
              <a:off x="9381820" y="2165039"/>
              <a:ext cx="2510307" cy="1437309"/>
            </a:xfrm>
            <a:prstGeom prst="roundRect">
              <a:avLst>
                <a:gd name="adj" fmla="val 4948"/>
              </a:avLst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05" name="Content Placeholder 3">
              <a:extLst>
                <a:ext uri="{FF2B5EF4-FFF2-40B4-BE49-F238E27FC236}">
                  <a16:creationId xmlns:a16="http://schemas.microsoft.com/office/drawing/2014/main" id="{E14BD359-4282-FD52-9078-9227D35E262A}"/>
                </a:ext>
              </a:extLst>
            </p:cNvPr>
            <p:cNvSpPr txBox="1">
              <a:spLocks/>
            </p:cNvSpPr>
            <p:nvPr/>
          </p:nvSpPr>
          <p:spPr>
            <a:xfrm>
              <a:off x="9298042" y="2312196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rgbClr val="ECC830"/>
                  </a:solidFill>
                  <a:latin typeface="+mj-lt"/>
                  <a:ea typeface="+mj-ea"/>
                </a:rPr>
                <a:t>Gold</a:t>
              </a:r>
            </a:p>
          </p:txBody>
        </p:sp>
        <p:sp>
          <p:nvSpPr>
            <p:cNvPr id="106" name="Text Placeholder 14">
              <a:extLst>
                <a:ext uri="{FF2B5EF4-FFF2-40B4-BE49-F238E27FC236}">
                  <a16:creationId xmlns:a16="http://schemas.microsoft.com/office/drawing/2014/main" id="{D94826DC-4EDC-AB36-CCDE-09AC9407E7AC}"/>
                </a:ext>
              </a:extLst>
            </p:cNvPr>
            <p:cNvSpPr txBox="1">
              <a:spLocks/>
            </p:cNvSpPr>
            <p:nvPr/>
          </p:nvSpPr>
          <p:spPr>
            <a:xfrm>
              <a:off x="10398239" y="2686611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107" name="Graphic 106" descr="Database with solid fill">
              <a:extLst>
                <a:ext uri="{FF2B5EF4-FFF2-40B4-BE49-F238E27FC236}">
                  <a16:creationId xmlns:a16="http://schemas.microsoft.com/office/drawing/2014/main" id="{4078EE58-3D2A-E89A-7180-450A4777118A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tretch>
              <a:fillRect/>
            </a:stretch>
          </p:blipFill>
          <p:spPr>
            <a:xfrm>
              <a:off x="9459406" y="2259982"/>
              <a:ext cx="432000" cy="432000"/>
            </a:xfrm>
            <a:prstGeom prst="rect">
              <a:avLst/>
            </a:prstGeom>
          </p:spPr>
        </p:pic>
        <p:pic>
          <p:nvPicPr>
            <p:cNvPr id="108" name="Graphic 107" descr="Document with solid fill">
              <a:extLst>
                <a:ext uri="{FF2B5EF4-FFF2-40B4-BE49-F238E27FC236}">
                  <a16:creationId xmlns:a16="http://schemas.microsoft.com/office/drawing/2014/main" id="{8C5E1CA6-D9E7-9FE8-F547-EA50A0ADC3F6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10342607" y="2939920"/>
              <a:ext cx="504448" cy="504448"/>
            </a:xfrm>
            <a:prstGeom prst="rect">
              <a:avLst/>
            </a:prstGeom>
          </p:spPr>
        </p:pic>
        <p:pic>
          <p:nvPicPr>
            <p:cNvPr id="109" name="圖形 56" descr="Document with solid fill">
              <a:extLst>
                <a:ext uri="{FF2B5EF4-FFF2-40B4-BE49-F238E27FC236}">
                  <a16:creationId xmlns:a16="http://schemas.microsoft.com/office/drawing/2014/main" id="{7CCBCEA1-DB6C-1D2E-3824-E16576BD75C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11244751" y="2939920"/>
              <a:ext cx="504448" cy="504448"/>
            </a:xfrm>
            <a:prstGeom prst="rect">
              <a:avLst/>
            </a:prstGeom>
          </p:spPr>
        </p:pic>
        <p:pic>
          <p:nvPicPr>
            <p:cNvPr id="110" name="Graphic 109" descr="Chevron arrows with solid fill">
              <a:extLst>
                <a:ext uri="{FF2B5EF4-FFF2-40B4-BE49-F238E27FC236}">
                  <a16:creationId xmlns:a16="http://schemas.microsoft.com/office/drawing/2014/main" id="{B7CA5279-7E70-9689-9B77-2653DA775DB7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806863" y="2957844"/>
              <a:ext cx="468599" cy="468599"/>
            </a:xfrm>
            <a:prstGeom prst="rect">
              <a:avLst/>
            </a:prstGeom>
          </p:spPr>
        </p:pic>
        <p:grpSp>
          <p:nvGrpSpPr>
            <p:cNvPr id="111" name="Group 110">
              <a:extLst>
                <a:ext uri="{FF2B5EF4-FFF2-40B4-BE49-F238E27FC236}">
                  <a16:creationId xmlns:a16="http://schemas.microsoft.com/office/drawing/2014/main" id="{153B8262-B0E7-A71C-434D-C841DE4C14D0}"/>
                </a:ext>
              </a:extLst>
            </p:cNvPr>
            <p:cNvGrpSpPr/>
            <p:nvPr/>
          </p:nvGrpSpPr>
          <p:grpSpPr>
            <a:xfrm>
              <a:off x="9511651" y="2925413"/>
              <a:ext cx="849495" cy="547235"/>
              <a:chOff x="1148302" y="1516662"/>
              <a:chExt cx="849495" cy="547235"/>
            </a:xfrm>
          </p:grpSpPr>
          <p:pic>
            <p:nvPicPr>
              <p:cNvPr id="112" name="Graphic 111" descr="Venn diagram with solid fill">
                <a:extLst>
                  <a:ext uri="{FF2B5EF4-FFF2-40B4-BE49-F238E27FC236}">
                    <a16:creationId xmlns:a16="http://schemas.microsoft.com/office/drawing/2014/main" id="{30C5DB83-3A58-1C10-55F9-7D081A362BE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9">
                <a:extLst>
                  <a:ext uri="{96DAC541-7B7A-43D3-8B79-37D633B846F1}">
                    <asvg:svgBlip xmlns:asvg="http://schemas.microsoft.com/office/drawing/2016/SVG/main" r:embed="rId20"/>
                  </a:ext>
                </a:extLst>
              </a:blip>
              <a:srcRect/>
              <a:stretch/>
            </p:blipFill>
            <p:spPr>
              <a:xfrm>
                <a:off x="1300626" y="1516662"/>
                <a:ext cx="359999" cy="359999"/>
              </a:xfrm>
              <a:prstGeom prst="rect">
                <a:avLst/>
              </a:prstGeom>
            </p:spPr>
          </p:pic>
          <p:sp>
            <p:nvSpPr>
              <p:cNvPr id="113" name="Text Placeholder 14">
                <a:extLst>
                  <a:ext uri="{FF2B5EF4-FFF2-40B4-BE49-F238E27FC236}">
                    <a16:creationId xmlns:a16="http://schemas.microsoft.com/office/drawing/2014/main" id="{3AD6055A-D1AB-1D07-51D0-C60768234C2C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8302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Features</a:t>
                </a:r>
                <a:endParaRPr lang="zh-HK" altLang="en-US" sz="1200" dirty="0"/>
              </a:p>
            </p:txBody>
          </p:sp>
        </p:grpSp>
      </p:grpSp>
      <p:pic>
        <p:nvPicPr>
          <p:cNvPr id="6" name="Graphic 5" descr="Bullseye outline">
            <a:extLst>
              <a:ext uri="{FF2B5EF4-FFF2-40B4-BE49-F238E27FC236}">
                <a16:creationId xmlns:a16="http://schemas.microsoft.com/office/drawing/2014/main" id="{334AC401-A68B-4AC3-C2A1-B83AA2EEF33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9798942" y="3121522"/>
            <a:ext cx="1344722" cy="1344722"/>
          </a:xfrm>
          <a:prstGeom prst="rect">
            <a:avLst/>
          </a:prstGeom>
        </p:spPr>
      </p:pic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F67C68E7-8563-96B6-C8D4-8C8F40557A29}"/>
              </a:ext>
            </a:extLst>
          </p:cNvPr>
          <p:cNvSpPr txBox="1">
            <a:spLocks/>
          </p:cNvSpPr>
          <p:nvPr/>
        </p:nvSpPr>
        <p:spPr>
          <a:xfrm>
            <a:off x="979887" y="4314728"/>
            <a:ext cx="2503960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Some </a:t>
            </a:r>
            <a:r>
              <a:rPr lang="en-US" altLang="zh-HK" sz="1000" b="1" dirty="0"/>
              <a:t>clickstream</a:t>
            </a:r>
            <a:r>
              <a:rPr lang="en-US" altLang="zh-HK" sz="1000" dirty="0"/>
              <a:t> </a:t>
            </a:r>
            <a:r>
              <a:rPr lang="en-US" altLang="zh-HK" sz="1000" b="1" dirty="0"/>
              <a:t>snapshot</a:t>
            </a:r>
            <a:r>
              <a:rPr lang="en-US" altLang="zh-HK" sz="1000" dirty="0"/>
              <a:t> </a:t>
            </a:r>
            <a:r>
              <a:rPr lang="en-US" altLang="zh-HK" sz="1000" b="1" dirty="0"/>
              <a:t>dates</a:t>
            </a:r>
            <a:r>
              <a:rPr lang="en-US" altLang="zh-HK" sz="1000" dirty="0"/>
              <a:t> fall within the </a:t>
            </a:r>
            <a:r>
              <a:rPr lang="en-US" altLang="zh-HK" sz="1000" b="1" dirty="0"/>
              <a:t>6-month</a:t>
            </a:r>
            <a:r>
              <a:rPr lang="en-US" altLang="zh-HK" sz="1000" dirty="0"/>
              <a:t> </a:t>
            </a:r>
            <a:r>
              <a:rPr lang="en-US" altLang="zh-HK" sz="1000" b="1" dirty="0"/>
              <a:t>observation</a:t>
            </a:r>
            <a:r>
              <a:rPr lang="en-US" altLang="zh-HK" sz="1000" dirty="0"/>
              <a:t> </a:t>
            </a:r>
            <a:r>
              <a:rPr lang="en-US" altLang="zh-HK" sz="1000" b="1" dirty="0"/>
              <a:t>window</a:t>
            </a:r>
            <a:r>
              <a:rPr lang="en-US" altLang="zh-HK" sz="1000" dirty="0"/>
              <a:t>.</a:t>
            </a:r>
          </a:p>
          <a:p>
            <a:pPr marL="352425" indent="-171450"/>
            <a:r>
              <a:rPr lang="en-US" altLang="zh-HK" sz="1000" dirty="0"/>
              <a:t>A </a:t>
            </a:r>
            <a:r>
              <a:rPr lang="en-US" altLang="zh-HK" sz="1000" b="1" dirty="0"/>
              <a:t>single</a:t>
            </a:r>
            <a:r>
              <a:rPr lang="en-US" altLang="zh-HK" sz="1000" dirty="0"/>
              <a:t> </a:t>
            </a:r>
            <a:r>
              <a:rPr lang="en-US" altLang="zh-HK" sz="1000" b="1" dirty="0"/>
              <a:t>user</a:t>
            </a:r>
            <a:r>
              <a:rPr lang="en-US" altLang="zh-HK" sz="1000" dirty="0"/>
              <a:t> may have </a:t>
            </a:r>
            <a:r>
              <a:rPr lang="en-US" altLang="zh-HK" sz="1000" b="1" dirty="0"/>
              <a:t>multiple</a:t>
            </a:r>
            <a:r>
              <a:rPr lang="en-US" altLang="zh-HK" sz="1000" dirty="0"/>
              <a:t> </a:t>
            </a:r>
            <a:r>
              <a:rPr lang="en-US" altLang="zh-HK" sz="1000" b="1" dirty="0"/>
              <a:t>clickstream</a:t>
            </a:r>
            <a:r>
              <a:rPr lang="en-US" altLang="zh-HK" sz="1000" dirty="0"/>
              <a:t> records with different snapshot dates.</a:t>
            </a:r>
          </a:p>
        </p:txBody>
      </p:sp>
      <p:sp>
        <p:nvSpPr>
          <p:cNvPr id="32" name="Text Placeholder 14">
            <a:extLst>
              <a:ext uri="{FF2B5EF4-FFF2-40B4-BE49-F238E27FC236}">
                <a16:creationId xmlns:a16="http://schemas.microsoft.com/office/drawing/2014/main" id="{27D8DC4B-2BE0-30A4-3E0E-6B08510F2E05}"/>
              </a:ext>
            </a:extLst>
          </p:cNvPr>
          <p:cNvSpPr txBox="1">
            <a:spLocks/>
          </p:cNvSpPr>
          <p:nvPr/>
        </p:nvSpPr>
        <p:spPr>
          <a:xfrm>
            <a:off x="1225710" y="4047777"/>
            <a:ext cx="2247627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Exploratory Data Analysis</a:t>
            </a:r>
            <a:endParaRPr lang="zh-HK" altLang="en-US" sz="1400" b="1" dirty="0">
              <a:latin typeface="+mj-lt"/>
            </a:endParaRPr>
          </a:p>
        </p:txBody>
      </p:sp>
      <p:sp>
        <p:nvSpPr>
          <p:cNvPr id="33" name="Text Placeholder 14">
            <a:extLst>
              <a:ext uri="{FF2B5EF4-FFF2-40B4-BE49-F238E27FC236}">
                <a16:creationId xmlns:a16="http://schemas.microsoft.com/office/drawing/2014/main" id="{EB7B56E0-7A3A-7109-3C41-D8DFD218E7E4}"/>
              </a:ext>
            </a:extLst>
          </p:cNvPr>
          <p:cNvSpPr txBox="1">
            <a:spLocks/>
          </p:cNvSpPr>
          <p:nvPr/>
        </p:nvSpPr>
        <p:spPr>
          <a:xfrm>
            <a:off x="1240187" y="5468889"/>
            <a:ext cx="2040529" cy="305425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Key Insights for ETL</a:t>
            </a:r>
            <a:endParaRPr lang="zh-HK" altLang="en-US" sz="1400" dirty="0">
              <a:latin typeface="+mj-lt"/>
            </a:endParaRPr>
          </a:p>
        </p:txBody>
      </p:sp>
      <p:sp>
        <p:nvSpPr>
          <p:cNvPr id="34" name="Content Placeholder 3">
            <a:extLst>
              <a:ext uri="{FF2B5EF4-FFF2-40B4-BE49-F238E27FC236}">
                <a16:creationId xmlns:a16="http://schemas.microsoft.com/office/drawing/2014/main" id="{8D3E27D4-4072-3607-2893-89F2F784E2E2}"/>
              </a:ext>
            </a:extLst>
          </p:cNvPr>
          <p:cNvSpPr txBox="1">
            <a:spLocks/>
          </p:cNvSpPr>
          <p:nvPr/>
        </p:nvSpPr>
        <p:spPr>
          <a:xfrm>
            <a:off x="979887" y="5747082"/>
            <a:ext cx="2493449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b="1" dirty="0"/>
              <a:t>Records</a:t>
            </a:r>
            <a:r>
              <a:rPr lang="en-US" altLang="zh-HK" sz="1000" dirty="0"/>
              <a:t> within the </a:t>
            </a:r>
            <a:r>
              <a:rPr lang="en-US" altLang="zh-HK" sz="1000" b="1" dirty="0"/>
              <a:t>6-month</a:t>
            </a:r>
            <a:r>
              <a:rPr lang="en-US" altLang="zh-HK" sz="1000" dirty="0"/>
              <a:t> observation window must be </a:t>
            </a:r>
            <a:r>
              <a:rPr lang="en-US" altLang="zh-HK" sz="1000" b="1" dirty="0"/>
              <a:t>excluded</a:t>
            </a:r>
            <a:r>
              <a:rPr lang="en-US" altLang="zh-HK" sz="1000" dirty="0"/>
              <a:t> to avoid data leakage.</a:t>
            </a:r>
          </a:p>
          <a:p>
            <a:pPr marL="352425" indent="-171450"/>
            <a:r>
              <a:rPr lang="en-US" altLang="zh-HK" sz="1000" b="1" dirty="0"/>
              <a:t>Clickstream</a:t>
            </a:r>
            <a:r>
              <a:rPr lang="en-US" altLang="zh-HK" sz="1000" dirty="0"/>
              <a:t> </a:t>
            </a:r>
            <a:r>
              <a:rPr lang="en-US" altLang="zh-HK" sz="1000" b="1" dirty="0"/>
              <a:t>records</a:t>
            </a:r>
            <a:r>
              <a:rPr lang="en-US" altLang="zh-HK" sz="1000" dirty="0"/>
              <a:t> should be </a:t>
            </a:r>
            <a:r>
              <a:rPr lang="en-US" altLang="zh-HK" sz="1000" b="1" dirty="0"/>
              <a:t>aggregated</a:t>
            </a:r>
            <a:r>
              <a:rPr lang="en-US" altLang="zh-HK" sz="1000" dirty="0"/>
              <a:t> at the </a:t>
            </a:r>
            <a:r>
              <a:rPr lang="en-US" altLang="zh-HK" sz="1000" b="1" dirty="0"/>
              <a:t>user-level</a:t>
            </a:r>
            <a:r>
              <a:rPr lang="en-US" altLang="zh-HK" sz="1000" dirty="0"/>
              <a:t>.</a:t>
            </a:r>
          </a:p>
        </p:txBody>
      </p:sp>
      <p:pic>
        <p:nvPicPr>
          <p:cNvPr id="36" name="Graphic 35" descr="Statistics with solid fill">
            <a:extLst>
              <a:ext uri="{FF2B5EF4-FFF2-40B4-BE49-F238E27FC236}">
                <a16:creationId xmlns:a16="http://schemas.microsoft.com/office/drawing/2014/main" id="{BF60B977-8D4F-FD87-7C57-EE9F5D86C2F8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47089" y="3988637"/>
            <a:ext cx="360000" cy="360000"/>
          </a:xfrm>
          <a:prstGeom prst="rect">
            <a:avLst/>
          </a:prstGeom>
        </p:spPr>
      </p:pic>
      <p:pic>
        <p:nvPicPr>
          <p:cNvPr id="37" name="Graphic 36" descr="Magnifying glass with solid fill">
            <a:extLst>
              <a:ext uri="{FF2B5EF4-FFF2-40B4-BE49-F238E27FC236}">
                <a16:creationId xmlns:a16="http://schemas.microsoft.com/office/drawing/2014/main" id="{7B89E505-BB53-4D5E-0087-ED9A7137D418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989412" y="5458890"/>
            <a:ext cx="288000" cy="288000"/>
          </a:xfrm>
          <a:prstGeom prst="rect">
            <a:avLst/>
          </a:prstGeom>
        </p:spPr>
      </p:pic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911866B4-A9B3-F699-4D62-122B83FBC966}"/>
              </a:ext>
            </a:extLst>
          </p:cNvPr>
          <p:cNvCxnSpPr>
            <a:cxnSpLocks/>
          </p:cNvCxnSpPr>
          <p:nvPr/>
        </p:nvCxnSpPr>
        <p:spPr>
          <a:xfrm>
            <a:off x="1014020" y="3921548"/>
            <a:ext cx="2469827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9" name="Graphic 38" descr="Chevron arrows outline">
            <a:extLst>
              <a:ext uri="{FF2B5EF4-FFF2-40B4-BE49-F238E27FC236}">
                <a16:creationId xmlns:a16="http://schemas.microsoft.com/office/drawing/2014/main" id="{7FF01F73-D4EA-F215-F085-6B7EE8250CA7}"/>
              </a:ext>
            </a:extLst>
          </p:cNvPr>
          <p:cNvPicPr>
            <a:picLocks noChangeAspect="1"/>
          </p:cNvPicPr>
          <p:nvPr/>
        </p:nvPicPr>
        <p:blipFill>
          <a:blip r:embed="rId27">
            <a:extLst>
              <a:ext uri="{96DAC541-7B7A-43D3-8B79-37D633B846F1}">
                <asvg:svgBlip xmlns:asvg="http://schemas.microsoft.com/office/drawing/2016/SVG/main" r:embed="rId28"/>
              </a:ext>
            </a:extLst>
          </a:blip>
          <a:stretch>
            <a:fillRect/>
          </a:stretch>
        </p:blipFill>
        <p:spPr>
          <a:xfrm rot="16200000">
            <a:off x="2088310" y="3783178"/>
            <a:ext cx="287113" cy="287113"/>
          </a:xfrm>
          <a:prstGeom prst="rect">
            <a:avLst/>
          </a:prstGeom>
        </p:spPr>
      </p:pic>
      <p:sp>
        <p:nvSpPr>
          <p:cNvPr id="42" name="Rectangle: Rounded Corners 41">
            <a:extLst>
              <a:ext uri="{FF2B5EF4-FFF2-40B4-BE49-F238E27FC236}">
                <a16:creationId xmlns:a16="http://schemas.microsoft.com/office/drawing/2014/main" id="{E14633AE-A362-4F6F-3EE5-B17718A1D126}"/>
              </a:ext>
            </a:extLst>
          </p:cNvPr>
          <p:cNvSpPr/>
          <p:nvPr/>
        </p:nvSpPr>
        <p:spPr>
          <a:xfrm>
            <a:off x="837004" y="695102"/>
            <a:ext cx="2776340" cy="5962775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43" name="Graphic 42" descr="Idea with solid fill">
            <a:extLst>
              <a:ext uri="{FF2B5EF4-FFF2-40B4-BE49-F238E27FC236}">
                <a16:creationId xmlns:a16="http://schemas.microsoft.com/office/drawing/2014/main" id="{A72CAE02-EA5B-AB5A-7C48-84D88D6EEE76}"/>
              </a:ext>
            </a:extLst>
          </p:cNvPr>
          <p:cNvPicPr>
            <a:picLocks noChangeAspect="1"/>
          </p:cNvPicPr>
          <p:nvPr/>
        </p:nvPicPr>
        <p:blipFill>
          <a:blip r:embed="rId29">
            <a:extLst>
              <a:ext uri="{96DAC541-7B7A-43D3-8B79-37D633B846F1}">
                <asvg:svgBlip xmlns:asvg="http://schemas.microsoft.com/office/drawing/2016/SVG/main" r:embed="rId30"/>
              </a:ext>
            </a:extLst>
          </a:blip>
          <a:stretch>
            <a:fillRect/>
          </a:stretch>
        </p:blipFill>
        <p:spPr>
          <a:xfrm>
            <a:off x="4484703" y="4675440"/>
            <a:ext cx="346189" cy="346189"/>
          </a:xfrm>
          <a:prstGeom prst="rect">
            <a:avLst/>
          </a:prstGeom>
        </p:spPr>
      </p:pic>
      <p:grpSp>
        <p:nvGrpSpPr>
          <p:cNvPr id="53" name="Group 52">
            <a:extLst>
              <a:ext uri="{FF2B5EF4-FFF2-40B4-BE49-F238E27FC236}">
                <a16:creationId xmlns:a16="http://schemas.microsoft.com/office/drawing/2014/main" id="{8030694B-1343-6ABE-431C-1EF59233F98B}"/>
              </a:ext>
            </a:extLst>
          </p:cNvPr>
          <p:cNvGrpSpPr/>
          <p:nvPr/>
        </p:nvGrpSpPr>
        <p:grpSpPr>
          <a:xfrm>
            <a:off x="1165047" y="3263137"/>
            <a:ext cx="849495" cy="515336"/>
            <a:chOff x="44448" y="2017029"/>
            <a:chExt cx="849495" cy="515336"/>
          </a:xfrm>
        </p:grpSpPr>
        <p:pic>
          <p:nvPicPr>
            <p:cNvPr id="44" name="Graphic 43" descr="Loan with solid fill">
              <a:extLst>
                <a:ext uri="{FF2B5EF4-FFF2-40B4-BE49-F238E27FC236}">
                  <a16:creationId xmlns:a16="http://schemas.microsoft.com/office/drawing/2014/main" id="{2450E886-D4F1-69A9-DE88-9595FB85BBBD}"/>
                </a:ext>
              </a:extLst>
            </p:cNvPr>
            <p:cNvPicPr>
              <a:picLocks noChangeAspect="1"/>
            </p:cNvPicPr>
            <p:nvPr/>
          </p:nvPicPr>
          <p:blipFill>
            <a:blip r:embed="rId31">
              <a:extLst>
                <a:ext uri="{96DAC541-7B7A-43D3-8B79-37D633B846F1}">
                  <asvg:svgBlip xmlns:asvg="http://schemas.microsoft.com/office/drawing/2016/SVG/main" r:embed="rId32"/>
                </a:ext>
              </a:extLst>
            </a:blip>
            <a:srcRect/>
            <a:stretch/>
          </p:blipFill>
          <p:spPr>
            <a:xfrm>
              <a:off x="122341" y="2017029"/>
              <a:ext cx="359999" cy="359999"/>
            </a:xfrm>
            <a:prstGeom prst="rect">
              <a:avLst/>
            </a:prstGeom>
          </p:spPr>
        </p:pic>
        <p:sp>
          <p:nvSpPr>
            <p:cNvPr id="45" name="Text Placeholder 14">
              <a:extLst>
                <a:ext uri="{FF2B5EF4-FFF2-40B4-BE49-F238E27FC236}">
                  <a16:creationId xmlns:a16="http://schemas.microsoft.com/office/drawing/2014/main" id="{917401D1-CE31-AFA4-247A-DB094E824D3F}"/>
                </a:ext>
              </a:extLst>
            </p:cNvPr>
            <p:cNvSpPr txBox="1">
              <a:spLocks/>
            </p:cNvSpPr>
            <p:nvPr/>
          </p:nvSpPr>
          <p:spPr>
            <a:xfrm>
              <a:off x="44448" y="2295823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Loans</a:t>
              </a:r>
              <a:endParaRPr lang="zh-HK" altLang="en-US" sz="1200" dirty="0"/>
            </a:p>
          </p:txBody>
        </p:sp>
      </p:grpSp>
      <p:grpSp>
        <p:nvGrpSpPr>
          <p:cNvPr id="46" name="Group 45">
            <a:extLst>
              <a:ext uri="{FF2B5EF4-FFF2-40B4-BE49-F238E27FC236}">
                <a16:creationId xmlns:a16="http://schemas.microsoft.com/office/drawing/2014/main" id="{B72B476B-FCF3-F39C-1299-A63041A9B6D2}"/>
              </a:ext>
            </a:extLst>
          </p:cNvPr>
          <p:cNvGrpSpPr/>
          <p:nvPr/>
        </p:nvGrpSpPr>
        <p:grpSpPr>
          <a:xfrm>
            <a:off x="1930766" y="3274973"/>
            <a:ext cx="1416500" cy="504448"/>
            <a:chOff x="1951090" y="1531169"/>
            <a:chExt cx="1416500" cy="504448"/>
          </a:xfrm>
        </p:grpSpPr>
        <p:sp>
          <p:nvSpPr>
            <p:cNvPr id="47" name="Rectangle: Rounded Corners 46">
              <a:extLst>
                <a:ext uri="{FF2B5EF4-FFF2-40B4-BE49-F238E27FC236}">
                  <a16:creationId xmlns:a16="http://schemas.microsoft.com/office/drawing/2014/main" id="{A08BB50E-D4D5-6669-6FEE-2D1675B7EEAC}"/>
                </a:ext>
              </a:extLst>
            </p:cNvPr>
            <p:cNvSpPr/>
            <p:nvPr/>
          </p:nvSpPr>
          <p:spPr>
            <a:xfrm>
              <a:off x="1951090" y="1534170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pic>
          <p:nvPicPr>
            <p:cNvPr id="48" name="Graphic 47" descr="Document with solid fill">
              <a:extLst>
                <a:ext uri="{FF2B5EF4-FFF2-40B4-BE49-F238E27FC236}">
                  <a16:creationId xmlns:a16="http://schemas.microsoft.com/office/drawing/2014/main" id="{37CC446E-B526-7042-9EF2-441463A61F4D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rcRect/>
            <a:stretch/>
          </p:blipFill>
          <p:spPr>
            <a:xfrm>
              <a:off x="1960998" y="1531169"/>
              <a:ext cx="504448" cy="504448"/>
            </a:xfrm>
            <a:prstGeom prst="rect">
              <a:avLst/>
            </a:prstGeom>
          </p:spPr>
        </p:pic>
        <p:pic>
          <p:nvPicPr>
            <p:cNvPr id="49" name="圖形 56" descr="Document with solid fill">
              <a:extLst>
                <a:ext uri="{FF2B5EF4-FFF2-40B4-BE49-F238E27FC236}">
                  <a16:creationId xmlns:a16="http://schemas.microsoft.com/office/drawing/2014/main" id="{3461B0D0-1E7E-A337-CAD6-D210C0013A63}"/>
                </a:ext>
              </a:extLst>
            </p:cNvPr>
            <p:cNvPicPr>
              <a:picLocks noChangeAspect="1"/>
            </p:cNvPicPr>
            <p:nvPr/>
          </p:nvPicPr>
          <p:blipFill>
            <a:blip r:embed="rId33">
              <a:extLst>
                <a:ext uri="{96DAC541-7B7A-43D3-8B79-37D633B846F1}">
                  <asvg:svgBlip xmlns:asvg="http://schemas.microsoft.com/office/drawing/2016/SVG/main" r:embed="rId34"/>
                </a:ext>
              </a:extLst>
            </a:blip>
            <a:srcRect/>
            <a:stretch/>
          </p:blipFill>
          <p:spPr>
            <a:xfrm>
              <a:off x="2863142" y="1531169"/>
              <a:ext cx="504448" cy="504448"/>
            </a:xfrm>
            <a:prstGeom prst="rect">
              <a:avLst/>
            </a:prstGeom>
          </p:spPr>
        </p:pic>
        <p:pic>
          <p:nvPicPr>
            <p:cNvPr id="51" name="Graphic 50" descr="Chevron arrows with solid fill">
              <a:extLst>
                <a:ext uri="{FF2B5EF4-FFF2-40B4-BE49-F238E27FC236}">
                  <a16:creationId xmlns:a16="http://schemas.microsoft.com/office/drawing/2014/main" id="{EF07BD93-75BA-41BF-9DE8-54303F1FBA11}"/>
                </a:ext>
              </a:extLst>
            </p:cNvPr>
            <p:cNvPicPr>
              <a:picLocks noChangeAspect="1"/>
            </p:cNvPicPr>
            <p:nvPr/>
          </p:nvPicPr>
          <p:blipFill>
            <a:blip r:embed="rId35">
              <a:extLst>
                <a:ext uri="{96DAC541-7B7A-43D3-8B79-37D633B846F1}">
                  <asvg:svgBlip xmlns:asvg="http://schemas.microsoft.com/office/drawing/2016/SVG/main" r:embed="rId36"/>
                </a:ext>
              </a:extLst>
            </a:blip>
            <a:stretch>
              <a:fillRect/>
            </a:stretch>
          </p:blipFill>
          <p:spPr>
            <a:xfrm>
              <a:off x="2425254" y="1549093"/>
              <a:ext cx="468599" cy="468599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198871218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77FFAAC-2843-E2B5-A615-5A422670CD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Content Placeholder 3">
            <a:extLst>
              <a:ext uri="{FF2B5EF4-FFF2-40B4-BE49-F238E27FC236}">
                <a16:creationId xmlns:a16="http://schemas.microsoft.com/office/drawing/2014/main" id="{7F13BD4C-DD79-3463-FF41-70559A149CFF}"/>
              </a:ext>
            </a:extLst>
          </p:cNvPr>
          <p:cNvSpPr txBox="1">
            <a:spLocks/>
          </p:cNvSpPr>
          <p:nvPr/>
        </p:nvSpPr>
        <p:spPr>
          <a:xfrm>
            <a:off x="1096089" y="3080061"/>
            <a:ext cx="2469827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The </a:t>
            </a:r>
            <a:r>
              <a:rPr lang="en-US" altLang="zh-HK" sz="1000" b="1" dirty="0"/>
              <a:t>bad</a:t>
            </a:r>
            <a:r>
              <a:rPr lang="en-US" altLang="zh-HK" sz="1000" dirty="0"/>
              <a:t> </a:t>
            </a:r>
            <a:r>
              <a:rPr lang="en-US" altLang="zh-HK" sz="1000" b="1" dirty="0"/>
              <a:t>rate</a:t>
            </a:r>
            <a:r>
              <a:rPr lang="en-US" altLang="zh-HK" sz="1000" dirty="0"/>
              <a:t> trend by </a:t>
            </a:r>
            <a:r>
              <a:rPr lang="en-US" altLang="zh-HK" sz="1000" b="1" dirty="0"/>
              <a:t>MOB</a:t>
            </a:r>
            <a:r>
              <a:rPr lang="en-US" altLang="zh-HK" sz="1000" dirty="0"/>
              <a:t> are plotted:</a:t>
            </a:r>
          </a:p>
          <a:p>
            <a:pPr marL="352425" indent="-171450"/>
            <a:endParaRPr lang="en-US" altLang="zh-HK" sz="1000" dirty="0"/>
          </a:p>
          <a:p>
            <a:pPr marL="352425" indent="-171450"/>
            <a:endParaRPr lang="en-US" altLang="zh-HK" sz="1000" dirty="0"/>
          </a:p>
          <a:p>
            <a:pPr marL="352425" indent="-171450"/>
            <a:endParaRPr lang="en-US" altLang="zh-HK" sz="1000" dirty="0"/>
          </a:p>
          <a:p>
            <a:pPr marL="352425" indent="-171450"/>
            <a:endParaRPr lang="en-US" altLang="zh-HK" sz="1000" dirty="0"/>
          </a:p>
          <a:p>
            <a:pPr marL="352425" indent="-171450"/>
            <a:endParaRPr lang="en-US" altLang="zh-HK" sz="1000" dirty="0"/>
          </a:p>
          <a:p>
            <a:pPr marL="352425" indent="-171450"/>
            <a:endParaRPr lang="en-US" altLang="zh-HK" sz="1000" dirty="0"/>
          </a:p>
          <a:p>
            <a:pPr marL="352425" indent="-171450"/>
            <a:r>
              <a:rPr lang="en-US" altLang="zh-HK" sz="1000" b="1" dirty="0"/>
              <a:t>Bad</a:t>
            </a:r>
            <a:r>
              <a:rPr lang="en-US" altLang="zh-HK" sz="1000" dirty="0"/>
              <a:t> </a:t>
            </a:r>
            <a:r>
              <a:rPr lang="en-US" altLang="zh-HK" sz="1000" b="1" dirty="0"/>
              <a:t>rate</a:t>
            </a:r>
            <a:r>
              <a:rPr lang="en-US" altLang="zh-HK" sz="1000" dirty="0"/>
              <a:t> rise </a:t>
            </a:r>
            <a:r>
              <a:rPr lang="en-US" altLang="zh-HK" sz="1000" b="1" dirty="0"/>
              <a:t>steeply</a:t>
            </a:r>
            <a:r>
              <a:rPr lang="en-US" altLang="zh-HK" sz="1000" dirty="0"/>
              <a:t> from </a:t>
            </a:r>
            <a:r>
              <a:rPr lang="en-US" altLang="zh-HK" sz="1000" b="1" dirty="0"/>
              <a:t>MOB</a:t>
            </a:r>
            <a:r>
              <a:rPr lang="en-US" altLang="zh-HK" sz="1000" dirty="0"/>
              <a:t> </a:t>
            </a:r>
            <a:r>
              <a:rPr lang="en-US" altLang="zh-HK" sz="1000" b="1" dirty="0"/>
              <a:t>0-6</a:t>
            </a:r>
            <a:r>
              <a:rPr lang="en-US" altLang="zh-HK" sz="1000" dirty="0"/>
              <a:t> and </a:t>
            </a:r>
            <a:r>
              <a:rPr lang="en-US" altLang="zh-HK" sz="1000" b="1" dirty="0"/>
              <a:t>stabilizes</a:t>
            </a:r>
            <a:r>
              <a:rPr lang="en-US" altLang="zh-HK" sz="1000" dirty="0"/>
              <a:t> at </a:t>
            </a:r>
            <a:r>
              <a:rPr lang="en-US" altLang="zh-HK" sz="1000" b="1" dirty="0"/>
              <a:t>6</a:t>
            </a:r>
            <a:r>
              <a:rPr lang="en-US" altLang="zh-HK" sz="1000" dirty="0"/>
              <a:t>.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B8F563-6989-26AD-16A3-1E25C2C2F7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8</a:t>
            </a:fld>
            <a:endParaRPr lang="en-US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84E368C-947B-95DB-02ED-498F2459E7E0}"/>
              </a:ext>
            </a:extLst>
          </p:cNvPr>
          <p:cNvSpPr txBox="1">
            <a:spLocks/>
          </p:cNvSpPr>
          <p:nvPr/>
        </p:nvSpPr>
        <p:spPr>
          <a:xfrm>
            <a:off x="970020" y="287402"/>
            <a:ext cx="8878824" cy="661240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altLang="zh-HK" dirty="0">
                <a:solidFill>
                  <a:schemeClr val="accent4">
                    <a:lumMod val="75000"/>
                  </a:schemeClr>
                </a:solidFill>
              </a:rPr>
              <a:t>Silver</a:t>
            </a:r>
            <a:r>
              <a:rPr lang="en-US" altLang="zh-HK" dirty="0"/>
              <a:t> To </a:t>
            </a:r>
            <a:r>
              <a:rPr lang="en-US" altLang="zh-HK" dirty="0">
                <a:solidFill>
                  <a:schemeClr val="accent2"/>
                </a:solidFill>
              </a:rPr>
              <a:t>Gold</a:t>
            </a:r>
            <a:r>
              <a:rPr lang="en-US" altLang="zh-HK" dirty="0"/>
              <a:t>(Label)</a:t>
            </a:r>
            <a:endParaRPr lang="en-US" dirty="0"/>
          </a:p>
        </p:txBody>
      </p:sp>
      <p:sp>
        <p:nvSpPr>
          <p:cNvPr id="12" name="Rectangle: Rounded Corners 11">
            <a:extLst>
              <a:ext uri="{FF2B5EF4-FFF2-40B4-BE49-F238E27FC236}">
                <a16:creationId xmlns:a16="http://schemas.microsoft.com/office/drawing/2014/main" id="{EF25288E-8379-13F1-7B4F-F5C5045E9169}"/>
              </a:ext>
            </a:extLst>
          </p:cNvPr>
          <p:cNvSpPr>
            <a:spLocks/>
          </p:cNvSpPr>
          <p:nvPr/>
        </p:nvSpPr>
        <p:spPr>
          <a:xfrm>
            <a:off x="4467048" y="1136010"/>
            <a:ext cx="3807383" cy="3031953"/>
          </a:xfrm>
          <a:prstGeom prst="roundRect">
            <a:avLst>
              <a:gd name="adj" fmla="val 4948"/>
            </a:avLst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13" name="Content Placeholder 3">
            <a:extLst>
              <a:ext uri="{FF2B5EF4-FFF2-40B4-BE49-F238E27FC236}">
                <a16:creationId xmlns:a16="http://schemas.microsoft.com/office/drawing/2014/main" id="{E077A251-9ACD-FF2C-4793-9496AA69A859}"/>
              </a:ext>
            </a:extLst>
          </p:cNvPr>
          <p:cNvSpPr txBox="1">
            <a:spLocks noGrp="1" noRot="1" noMove="1" noResize="1" noEditPoints="1" noAdjustHandles="1" noChangeArrowheads="1" noChangeShapeType="1"/>
          </p:cNvSpPr>
          <p:nvPr/>
        </p:nvSpPr>
        <p:spPr>
          <a:xfrm>
            <a:off x="4447727" y="1169102"/>
            <a:ext cx="3765127" cy="4838726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447675" indent="0">
              <a:buNone/>
            </a:pPr>
            <a:r>
              <a:rPr lang="en-US" altLang="zh-HK" b="1" dirty="0">
                <a:latin typeface="+mj-lt"/>
                <a:ea typeface="+mj-ea"/>
              </a:rPr>
              <a:t>ETL</a:t>
            </a:r>
          </a:p>
          <a:p>
            <a:r>
              <a:rPr lang="en-US" altLang="zh-HK" sz="1200" b="1" dirty="0">
                <a:solidFill>
                  <a:schemeClr val="accent1"/>
                </a:solidFill>
              </a:rPr>
              <a:t>Extract: </a:t>
            </a:r>
            <a:r>
              <a:rPr lang="en-US" altLang="zh-HK" sz="1200" dirty="0"/>
              <a:t>Load </a:t>
            </a:r>
            <a:r>
              <a:rPr lang="en-US" altLang="zh-HK" sz="1200" b="1" dirty="0"/>
              <a:t>Silver</a:t>
            </a:r>
            <a:r>
              <a:rPr lang="en-US" altLang="zh-HK" sz="1200" dirty="0"/>
              <a:t> </a:t>
            </a:r>
            <a:r>
              <a:rPr lang="en-US" altLang="zh-HK" sz="1200" b="1" dirty="0"/>
              <a:t>loans</a:t>
            </a:r>
            <a:r>
              <a:rPr lang="en-US" altLang="zh-HK" sz="1200" dirty="0"/>
              <a:t> (cleaned loan daily data).</a:t>
            </a:r>
          </a:p>
          <a:p>
            <a:r>
              <a:rPr lang="en-US" altLang="zh-HK" sz="1200" b="1" dirty="0">
                <a:solidFill>
                  <a:schemeClr val="accent1"/>
                </a:solidFill>
              </a:rPr>
              <a:t>Transform:</a:t>
            </a:r>
          </a:p>
          <a:p>
            <a:pPr lvl="1"/>
            <a:r>
              <a:rPr lang="en-US" altLang="zh-HK" sz="1200" b="1" dirty="0"/>
              <a:t>Define label </a:t>
            </a:r>
            <a:r>
              <a:rPr lang="en-US" altLang="zh-HK" sz="1200" dirty="0"/>
              <a:t>= 1 if loan is ≥ 30 days (DPD) past due at 6 months (determined from EDA) on book.</a:t>
            </a:r>
          </a:p>
          <a:p>
            <a:pPr lvl="1"/>
            <a:r>
              <a:rPr lang="en-US" altLang="zh-HK" sz="1200" dirty="0"/>
              <a:t>Create a </a:t>
            </a:r>
            <a:r>
              <a:rPr lang="en-US" altLang="zh-HK" sz="1200" b="1" dirty="0"/>
              <a:t>single label definition </a:t>
            </a:r>
            <a:r>
              <a:rPr lang="en-US" altLang="zh-HK" sz="1200" dirty="0"/>
              <a:t>(30 DPD with 6 MOB).</a:t>
            </a:r>
          </a:p>
          <a:p>
            <a:pPr lvl="1"/>
            <a:r>
              <a:rPr lang="en-US" altLang="zh-HK" sz="1200" b="1" dirty="0"/>
              <a:t>Keep identifiers </a:t>
            </a:r>
            <a:r>
              <a:rPr lang="en-US" altLang="zh-HK" sz="1200" dirty="0"/>
              <a:t>(Loan ID, Customer ID and Loans Snapshot Date).</a:t>
            </a:r>
          </a:p>
          <a:p>
            <a:r>
              <a:rPr lang="en-US" altLang="zh-HK" sz="1200" b="1" dirty="0">
                <a:solidFill>
                  <a:schemeClr val="accent1"/>
                </a:solidFill>
              </a:rPr>
              <a:t>Load: </a:t>
            </a:r>
          </a:p>
          <a:p>
            <a:pPr lvl="1"/>
            <a:r>
              <a:rPr lang="en-US" altLang="zh-HK" sz="1200" dirty="0"/>
              <a:t>Stored as partitioned </a:t>
            </a:r>
            <a:r>
              <a:rPr lang="en-US" altLang="zh-HK" sz="1200" b="1" dirty="0"/>
              <a:t>Parquet</a:t>
            </a:r>
            <a:r>
              <a:rPr lang="en-US" altLang="zh-HK" sz="1200" dirty="0"/>
              <a:t> files by label snapshot dates in </a:t>
            </a:r>
            <a:r>
              <a:rPr lang="en-US" altLang="zh-HK" sz="1200" b="1" dirty="0"/>
              <a:t>Gold</a:t>
            </a:r>
            <a:r>
              <a:rPr lang="en-US" altLang="zh-HK" sz="1200" dirty="0"/>
              <a:t> </a:t>
            </a:r>
            <a:r>
              <a:rPr lang="en-US" altLang="zh-HK" sz="1200" b="1" dirty="0"/>
              <a:t>label</a:t>
            </a:r>
            <a:r>
              <a:rPr lang="en-US" altLang="zh-HK" sz="1200" dirty="0"/>
              <a:t> </a:t>
            </a:r>
            <a:r>
              <a:rPr lang="en-US" altLang="zh-HK" sz="1200" b="1" dirty="0"/>
              <a:t>store</a:t>
            </a:r>
            <a:r>
              <a:rPr lang="en-US" altLang="zh-HK" sz="1200" dirty="0"/>
              <a:t>.</a:t>
            </a:r>
          </a:p>
        </p:txBody>
      </p:sp>
      <p:pic>
        <p:nvPicPr>
          <p:cNvPr id="14" name="Graphic 13" descr="Circles with arrows with solid fill">
            <a:extLst>
              <a:ext uri="{FF2B5EF4-FFF2-40B4-BE49-F238E27FC236}">
                <a16:creationId xmlns:a16="http://schemas.microsoft.com/office/drawing/2014/main" id="{A6DBB9BB-F201-9348-2CA2-09B2C834FB4D}"/>
              </a:ext>
            </a:extLst>
          </p:cNvPr>
          <p:cNvPicPr>
            <a:picLocks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493216" y="1144294"/>
            <a:ext cx="432000" cy="432000"/>
          </a:xfrm>
          <a:prstGeom prst="rect">
            <a:avLst/>
          </a:prstGeom>
        </p:spPr>
      </p:pic>
      <p:sp>
        <p:nvSpPr>
          <p:cNvPr id="82" name="Text Placeholder 14">
            <a:extLst>
              <a:ext uri="{FF2B5EF4-FFF2-40B4-BE49-F238E27FC236}">
                <a16:creationId xmlns:a16="http://schemas.microsoft.com/office/drawing/2014/main" id="{819417B8-150D-017A-0BBD-180615660804}"/>
              </a:ext>
            </a:extLst>
          </p:cNvPr>
          <p:cNvSpPr txBox="1">
            <a:spLocks/>
          </p:cNvSpPr>
          <p:nvPr/>
        </p:nvSpPr>
        <p:spPr>
          <a:xfrm>
            <a:off x="4747680" y="4374883"/>
            <a:ext cx="3359441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2000" b="1" dirty="0">
                <a:latin typeface="+mj-lt"/>
              </a:rPr>
              <a:t>Design Decisions</a:t>
            </a:r>
            <a:endParaRPr lang="zh-HK" altLang="en-US" sz="2000" b="1" dirty="0">
              <a:latin typeface="+mj-lt"/>
            </a:endParaRPr>
          </a:p>
        </p:txBody>
      </p:sp>
      <p:sp>
        <p:nvSpPr>
          <p:cNvPr id="118" name="Content Placeholder 3">
            <a:extLst>
              <a:ext uri="{FF2B5EF4-FFF2-40B4-BE49-F238E27FC236}">
                <a16:creationId xmlns:a16="http://schemas.microsoft.com/office/drawing/2014/main" id="{36E4D021-D0DE-60A4-2EDB-183E1A4369D9}"/>
              </a:ext>
            </a:extLst>
          </p:cNvPr>
          <p:cNvSpPr txBox="1">
            <a:spLocks/>
          </p:cNvSpPr>
          <p:nvPr/>
        </p:nvSpPr>
        <p:spPr>
          <a:xfrm>
            <a:off x="4493216" y="4732570"/>
            <a:ext cx="3781215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200" dirty="0"/>
              <a:t>Derive the</a:t>
            </a:r>
            <a:r>
              <a:rPr lang="en-US" altLang="zh-HK" sz="1200" b="1" dirty="0"/>
              <a:t> target decision label</a:t>
            </a:r>
            <a:r>
              <a:rPr lang="en-US" altLang="zh-HK" sz="1200" dirty="0"/>
              <a:t> for the next stage ML model training. </a:t>
            </a:r>
          </a:p>
          <a:p>
            <a:pPr marL="352425" indent="-171450"/>
            <a:r>
              <a:rPr lang="en-US" altLang="zh-HK" sz="1200" dirty="0"/>
              <a:t>A </a:t>
            </a:r>
            <a:r>
              <a:rPr lang="en-US" altLang="zh-HK" sz="1200" b="1" dirty="0"/>
              <a:t>single label definition </a:t>
            </a:r>
            <a:r>
              <a:rPr lang="en-US" altLang="zh-HK" sz="1200" dirty="0"/>
              <a:t>ensures all ML models use the same ‘default’ criteria.</a:t>
            </a:r>
          </a:p>
          <a:p>
            <a:pPr marL="352425" indent="-171450"/>
            <a:r>
              <a:rPr lang="en-US" altLang="zh-HK" sz="1200" b="1" dirty="0"/>
              <a:t>Identifiers</a:t>
            </a:r>
            <a:r>
              <a:rPr lang="en-US" altLang="zh-HK" sz="1200" dirty="0"/>
              <a:t> are retained for </a:t>
            </a:r>
            <a:r>
              <a:rPr lang="en-US" altLang="zh-HK" sz="1200" b="1" dirty="0"/>
              <a:t>indexing</a:t>
            </a:r>
            <a:r>
              <a:rPr lang="en-US" altLang="zh-HK" sz="1200" dirty="0"/>
              <a:t>, </a:t>
            </a:r>
            <a:r>
              <a:rPr lang="en-US" altLang="zh-HK" sz="1200" b="1" dirty="0"/>
              <a:t>traceability</a:t>
            </a:r>
            <a:r>
              <a:rPr lang="en-US" altLang="zh-HK" sz="1200" dirty="0"/>
              <a:t>, </a:t>
            </a:r>
            <a:r>
              <a:rPr lang="en-US" altLang="zh-HK" sz="1200" b="1" dirty="0"/>
              <a:t>auditability</a:t>
            </a:r>
            <a:r>
              <a:rPr lang="en-US" altLang="zh-HK" sz="1200" dirty="0"/>
              <a:t>.</a:t>
            </a:r>
          </a:p>
          <a:p>
            <a:pPr marL="352425" indent="-171450"/>
            <a:r>
              <a:rPr lang="en-US" altLang="zh-HK" sz="1200" b="1" dirty="0"/>
              <a:t>Partition</a:t>
            </a:r>
            <a:r>
              <a:rPr lang="en-US" altLang="zh-HK" sz="1200" dirty="0"/>
              <a:t> by snapshot month for </a:t>
            </a:r>
            <a:r>
              <a:rPr lang="en-US" altLang="zh-HK" sz="1200" b="1" dirty="0"/>
              <a:t>reproducibility</a:t>
            </a:r>
            <a:r>
              <a:rPr lang="en-US" altLang="zh-HK" sz="1200" dirty="0"/>
              <a:t> </a:t>
            </a:r>
            <a:r>
              <a:rPr lang="en-US" altLang="zh-HK" sz="1200" b="1" dirty="0"/>
              <a:t>auditability</a:t>
            </a:r>
            <a:r>
              <a:rPr lang="en-US" altLang="zh-HK" sz="1200" dirty="0"/>
              <a:t>.</a:t>
            </a:r>
          </a:p>
        </p:txBody>
      </p:sp>
      <p:grpSp>
        <p:nvGrpSpPr>
          <p:cNvPr id="181" name="Group 180">
            <a:extLst>
              <a:ext uri="{FF2B5EF4-FFF2-40B4-BE49-F238E27FC236}">
                <a16:creationId xmlns:a16="http://schemas.microsoft.com/office/drawing/2014/main" id="{3C0C8557-DC92-B19E-DB95-2FA51D6C83C6}"/>
              </a:ext>
            </a:extLst>
          </p:cNvPr>
          <p:cNvGrpSpPr/>
          <p:nvPr/>
        </p:nvGrpSpPr>
        <p:grpSpPr>
          <a:xfrm>
            <a:off x="9097669" y="1129963"/>
            <a:ext cx="2594085" cy="1437309"/>
            <a:chOff x="9298042" y="2165039"/>
            <a:chExt cx="2594085" cy="1437309"/>
          </a:xfrm>
        </p:grpSpPr>
        <p:sp>
          <p:nvSpPr>
            <p:cNvPr id="173" name="Rectangle: Rounded Corners 172">
              <a:extLst>
                <a:ext uri="{FF2B5EF4-FFF2-40B4-BE49-F238E27FC236}">
                  <a16:creationId xmlns:a16="http://schemas.microsoft.com/office/drawing/2014/main" id="{2CB76478-5016-E4E9-6071-7D9B6B712007}"/>
                </a:ext>
              </a:extLst>
            </p:cNvPr>
            <p:cNvSpPr/>
            <p:nvPr/>
          </p:nvSpPr>
          <p:spPr>
            <a:xfrm>
              <a:off x="10332699" y="2942921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68" name="Rectangle: Rounded Corners 167">
              <a:extLst>
                <a:ext uri="{FF2B5EF4-FFF2-40B4-BE49-F238E27FC236}">
                  <a16:creationId xmlns:a16="http://schemas.microsoft.com/office/drawing/2014/main" id="{05D6E619-978E-ECAA-B8B4-CF0CF3A184AA}"/>
                </a:ext>
              </a:extLst>
            </p:cNvPr>
            <p:cNvSpPr>
              <a:spLocks/>
            </p:cNvSpPr>
            <p:nvPr/>
          </p:nvSpPr>
          <p:spPr>
            <a:xfrm>
              <a:off x="9381820" y="2165039"/>
              <a:ext cx="2510307" cy="1437309"/>
            </a:xfrm>
            <a:prstGeom prst="roundRect">
              <a:avLst>
                <a:gd name="adj" fmla="val 4948"/>
              </a:avLst>
            </a:prstGeom>
            <a:solidFill>
              <a:schemeClr val="accent2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69" name="Content Placeholder 3">
              <a:extLst>
                <a:ext uri="{FF2B5EF4-FFF2-40B4-BE49-F238E27FC236}">
                  <a16:creationId xmlns:a16="http://schemas.microsoft.com/office/drawing/2014/main" id="{9237DCB9-822E-4631-6BE8-6C14A23BE5C5}"/>
                </a:ext>
              </a:extLst>
            </p:cNvPr>
            <p:cNvSpPr txBox="1">
              <a:spLocks/>
            </p:cNvSpPr>
            <p:nvPr/>
          </p:nvSpPr>
          <p:spPr>
            <a:xfrm>
              <a:off x="9298042" y="2312196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rgbClr val="ECC830"/>
                  </a:solidFill>
                  <a:latin typeface="+mj-lt"/>
                  <a:ea typeface="+mj-ea"/>
                </a:rPr>
                <a:t>Gold</a:t>
              </a:r>
            </a:p>
          </p:txBody>
        </p:sp>
        <p:sp>
          <p:nvSpPr>
            <p:cNvPr id="170" name="Text Placeholder 14">
              <a:extLst>
                <a:ext uri="{FF2B5EF4-FFF2-40B4-BE49-F238E27FC236}">
                  <a16:creationId xmlns:a16="http://schemas.microsoft.com/office/drawing/2014/main" id="{36C02BDC-3308-0C71-17AF-CD320723612D}"/>
                </a:ext>
              </a:extLst>
            </p:cNvPr>
            <p:cNvSpPr txBox="1">
              <a:spLocks/>
            </p:cNvSpPr>
            <p:nvPr/>
          </p:nvSpPr>
          <p:spPr>
            <a:xfrm>
              <a:off x="10398239" y="2686611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172" name="Graphic 171" descr="Database with solid fill">
              <a:extLst>
                <a:ext uri="{FF2B5EF4-FFF2-40B4-BE49-F238E27FC236}">
                  <a16:creationId xmlns:a16="http://schemas.microsoft.com/office/drawing/2014/main" id="{A5233A3D-2632-7F1F-21C0-92CD6C06FDB6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tretch>
              <a:fillRect/>
            </a:stretch>
          </p:blipFill>
          <p:spPr>
            <a:xfrm>
              <a:off x="9459406" y="2259982"/>
              <a:ext cx="432000" cy="432000"/>
            </a:xfrm>
            <a:prstGeom prst="rect">
              <a:avLst/>
            </a:prstGeom>
          </p:spPr>
        </p:pic>
        <p:pic>
          <p:nvPicPr>
            <p:cNvPr id="174" name="Graphic 173" descr="Document with solid fill">
              <a:extLst>
                <a:ext uri="{FF2B5EF4-FFF2-40B4-BE49-F238E27FC236}">
                  <a16:creationId xmlns:a16="http://schemas.microsoft.com/office/drawing/2014/main" id="{92AA0B25-6E2E-3A16-A9ED-911B6BFA6C47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342607" y="2939920"/>
              <a:ext cx="504448" cy="504448"/>
            </a:xfrm>
            <a:prstGeom prst="rect">
              <a:avLst/>
            </a:prstGeom>
          </p:spPr>
        </p:pic>
        <p:pic>
          <p:nvPicPr>
            <p:cNvPr id="175" name="圖形 56" descr="Document with solid fill">
              <a:extLst>
                <a:ext uri="{FF2B5EF4-FFF2-40B4-BE49-F238E27FC236}">
                  <a16:creationId xmlns:a16="http://schemas.microsoft.com/office/drawing/2014/main" id="{F0D202D0-1E4D-6999-6CD6-12F44B740F08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1244751" y="2939920"/>
              <a:ext cx="504448" cy="504448"/>
            </a:xfrm>
            <a:prstGeom prst="rect">
              <a:avLst/>
            </a:prstGeom>
          </p:spPr>
        </p:pic>
        <p:pic>
          <p:nvPicPr>
            <p:cNvPr id="176" name="Graphic 175" descr="Chevron arrows with solid fill">
              <a:extLst>
                <a:ext uri="{FF2B5EF4-FFF2-40B4-BE49-F238E27FC236}">
                  <a16:creationId xmlns:a16="http://schemas.microsoft.com/office/drawing/2014/main" id="{2E13BBA6-2C99-74F0-335E-911D72E17BDF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806863" y="2957844"/>
              <a:ext cx="468599" cy="468599"/>
            </a:xfrm>
            <a:prstGeom prst="rect">
              <a:avLst/>
            </a:prstGeom>
          </p:spPr>
        </p:pic>
        <p:grpSp>
          <p:nvGrpSpPr>
            <p:cNvPr id="177" name="Group 176">
              <a:extLst>
                <a:ext uri="{FF2B5EF4-FFF2-40B4-BE49-F238E27FC236}">
                  <a16:creationId xmlns:a16="http://schemas.microsoft.com/office/drawing/2014/main" id="{09215A09-2C67-3BE6-DD44-7F3554452EC4}"/>
                </a:ext>
              </a:extLst>
            </p:cNvPr>
            <p:cNvGrpSpPr/>
            <p:nvPr/>
          </p:nvGrpSpPr>
          <p:grpSpPr>
            <a:xfrm>
              <a:off x="9511651" y="2957312"/>
              <a:ext cx="849495" cy="515336"/>
              <a:chOff x="1148302" y="1548561"/>
              <a:chExt cx="849495" cy="515336"/>
            </a:xfrm>
          </p:grpSpPr>
          <p:pic>
            <p:nvPicPr>
              <p:cNvPr id="178" name="Graphic 177" descr="Bullseye with solid fill">
                <a:extLst>
                  <a:ext uri="{FF2B5EF4-FFF2-40B4-BE49-F238E27FC236}">
                    <a16:creationId xmlns:a16="http://schemas.microsoft.com/office/drawing/2014/main" id="{8DAA8617-9FE2-3E6F-852F-F3E9EA6255A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0">
                <a:extLst>
                  <a:ext uri="{96DAC541-7B7A-43D3-8B79-37D633B846F1}">
                    <asvg:svgBlip xmlns:asvg="http://schemas.microsoft.com/office/drawing/2016/SVG/main" r:embed="rId11"/>
                  </a:ext>
                </a:extLst>
              </a:blip>
              <a:srcRect/>
              <a:stretch/>
            </p:blipFill>
            <p:spPr>
              <a:xfrm>
                <a:off x="1226195" y="1548561"/>
                <a:ext cx="359999" cy="359999"/>
              </a:xfrm>
              <a:prstGeom prst="rect">
                <a:avLst/>
              </a:prstGeom>
            </p:spPr>
          </p:pic>
          <p:sp>
            <p:nvSpPr>
              <p:cNvPr id="179" name="Text Placeholder 14">
                <a:extLst>
                  <a:ext uri="{FF2B5EF4-FFF2-40B4-BE49-F238E27FC236}">
                    <a16:creationId xmlns:a16="http://schemas.microsoft.com/office/drawing/2014/main" id="{CAE506B6-26A6-CD42-8392-19624ABAB7B2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8302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Label</a:t>
                </a:r>
                <a:endParaRPr lang="zh-HK" altLang="en-US" sz="1200" dirty="0"/>
              </a:p>
            </p:txBody>
          </p:sp>
        </p:grpSp>
      </p:grpSp>
      <p:sp>
        <p:nvSpPr>
          <p:cNvPr id="182" name="Text Placeholder 14">
            <a:extLst>
              <a:ext uri="{FF2B5EF4-FFF2-40B4-BE49-F238E27FC236}">
                <a16:creationId xmlns:a16="http://schemas.microsoft.com/office/drawing/2014/main" id="{7A651260-E5C0-68D8-19E4-0A871882EFC7}"/>
              </a:ext>
            </a:extLst>
          </p:cNvPr>
          <p:cNvSpPr txBox="1">
            <a:spLocks/>
          </p:cNvSpPr>
          <p:nvPr/>
        </p:nvSpPr>
        <p:spPr>
          <a:xfrm>
            <a:off x="9181447" y="5310714"/>
            <a:ext cx="2510308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2000" b="1" dirty="0">
                <a:latin typeface="+mj-lt"/>
              </a:rPr>
              <a:t>Gold Layer</a:t>
            </a:r>
            <a:endParaRPr lang="zh-HK" altLang="en-US" sz="2000" b="1" dirty="0">
              <a:latin typeface="+mj-lt"/>
            </a:endParaRPr>
          </a:p>
        </p:txBody>
      </p:sp>
      <p:sp>
        <p:nvSpPr>
          <p:cNvPr id="183" name="Content Placeholder 3">
            <a:extLst>
              <a:ext uri="{FF2B5EF4-FFF2-40B4-BE49-F238E27FC236}">
                <a16:creationId xmlns:a16="http://schemas.microsoft.com/office/drawing/2014/main" id="{382A325F-D0ED-FA8D-4C80-A50E12A681DC}"/>
              </a:ext>
            </a:extLst>
          </p:cNvPr>
          <p:cNvSpPr txBox="1">
            <a:spLocks/>
          </p:cNvSpPr>
          <p:nvPr/>
        </p:nvSpPr>
        <p:spPr>
          <a:xfrm>
            <a:off x="9181447" y="5657997"/>
            <a:ext cx="2510307" cy="865164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200" b="1" dirty="0"/>
              <a:t>Default</a:t>
            </a:r>
            <a:r>
              <a:rPr lang="en-US" altLang="zh-HK" sz="1200" dirty="0"/>
              <a:t> </a:t>
            </a:r>
            <a:r>
              <a:rPr lang="en-US" altLang="zh-HK" sz="1200" b="1" dirty="0"/>
              <a:t>label</a:t>
            </a:r>
            <a:r>
              <a:rPr lang="en-US" altLang="zh-HK" sz="1200" dirty="0"/>
              <a:t> </a:t>
            </a:r>
            <a:r>
              <a:rPr lang="en-US" altLang="zh-HK" sz="1200" b="1" dirty="0"/>
              <a:t>ready</a:t>
            </a:r>
            <a:r>
              <a:rPr lang="en-US" altLang="zh-HK" sz="1200" dirty="0"/>
              <a:t> for building up the loan Risk ML model.</a:t>
            </a:r>
          </a:p>
          <a:p>
            <a:pPr marL="352425" indent="-171450"/>
            <a:r>
              <a:rPr lang="en-US" altLang="zh-HK" sz="1200" dirty="0"/>
              <a:t>Curated </a:t>
            </a:r>
            <a:r>
              <a:rPr lang="en-US" altLang="zh-HK" sz="1200" b="1" dirty="0"/>
              <a:t>business-levels</a:t>
            </a:r>
            <a:r>
              <a:rPr lang="en-US" altLang="zh-HK" sz="1200" dirty="0"/>
              <a:t> data with highest data quality.</a:t>
            </a:r>
          </a:p>
        </p:txBody>
      </p:sp>
      <p:cxnSp>
        <p:nvCxnSpPr>
          <p:cNvPr id="184" name="Straight Connector 183">
            <a:extLst>
              <a:ext uri="{FF2B5EF4-FFF2-40B4-BE49-F238E27FC236}">
                <a16:creationId xmlns:a16="http://schemas.microsoft.com/office/drawing/2014/main" id="{CD050C33-DB1E-285D-1325-921014788E82}"/>
              </a:ext>
            </a:extLst>
          </p:cNvPr>
          <p:cNvCxnSpPr>
            <a:cxnSpLocks/>
          </p:cNvCxnSpPr>
          <p:nvPr/>
        </p:nvCxnSpPr>
        <p:spPr>
          <a:xfrm>
            <a:off x="9191958" y="5310714"/>
            <a:ext cx="2499796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85" name="Rectangle: Rounded Corners 184">
            <a:extLst>
              <a:ext uri="{FF2B5EF4-FFF2-40B4-BE49-F238E27FC236}">
                <a16:creationId xmlns:a16="http://schemas.microsoft.com/office/drawing/2014/main" id="{F4566922-C0B6-6B15-B4E4-5C4473115358}"/>
              </a:ext>
            </a:extLst>
          </p:cNvPr>
          <p:cNvSpPr/>
          <p:nvPr/>
        </p:nvSpPr>
        <p:spPr>
          <a:xfrm>
            <a:off x="9044228" y="983803"/>
            <a:ext cx="2757912" cy="5586793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186" name="Rectangle: Rounded Corners 185">
            <a:extLst>
              <a:ext uri="{FF2B5EF4-FFF2-40B4-BE49-F238E27FC236}">
                <a16:creationId xmlns:a16="http://schemas.microsoft.com/office/drawing/2014/main" id="{75ED6DF6-F52F-2F3E-E499-2EB4C9643C55}"/>
              </a:ext>
            </a:extLst>
          </p:cNvPr>
          <p:cNvSpPr/>
          <p:nvPr/>
        </p:nvSpPr>
        <p:spPr>
          <a:xfrm>
            <a:off x="4343474" y="983804"/>
            <a:ext cx="4035047" cy="5586794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188" name="Arrow: Right 187">
            <a:extLst>
              <a:ext uri="{FF2B5EF4-FFF2-40B4-BE49-F238E27FC236}">
                <a16:creationId xmlns:a16="http://schemas.microsoft.com/office/drawing/2014/main" id="{C391A585-F58A-C561-ADEE-19A4FC7DFA4F}"/>
              </a:ext>
            </a:extLst>
          </p:cNvPr>
          <p:cNvSpPr/>
          <p:nvPr/>
        </p:nvSpPr>
        <p:spPr>
          <a:xfrm>
            <a:off x="3816918" y="1551998"/>
            <a:ext cx="464817" cy="42307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grpSp>
        <p:nvGrpSpPr>
          <p:cNvPr id="8" name="Group 7">
            <a:extLst>
              <a:ext uri="{FF2B5EF4-FFF2-40B4-BE49-F238E27FC236}">
                <a16:creationId xmlns:a16="http://schemas.microsoft.com/office/drawing/2014/main" id="{681280E5-A068-4043-DAB8-2D876BFA0784}"/>
              </a:ext>
            </a:extLst>
          </p:cNvPr>
          <p:cNvGrpSpPr/>
          <p:nvPr/>
        </p:nvGrpSpPr>
        <p:grpSpPr>
          <a:xfrm>
            <a:off x="992990" y="1136011"/>
            <a:ext cx="2594085" cy="1437309"/>
            <a:chOff x="9298042" y="2165039"/>
            <a:chExt cx="2594085" cy="1437309"/>
          </a:xfrm>
        </p:grpSpPr>
        <p:sp>
          <p:nvSpPr>
            <p:cNvPr id="9" name="Rectangle: Rounded Corners 8">
              <a:extLst>
                <a:ext uri="{FF2B5EF4-FFF2-40B4-BE49-F238E27FC236}">
                  <a16:creationId xmlns:a16="http://schemas.microsoft.com/office/drawing/2014/main" id="{568ADC07-EC14-F6AE-918B-61760410D83F}"/>
                </a:ext>
              </a:extLst>
            </p:cNvPr>
            <p:cNvSpPr/>
            <p:nvPr/>
          </p:nvSpPr>
          <p:spPr>
            <a:xfrm>
              <a:off x="10332699" y="2942921"/>
              <a:ext cx="1416500" cy="498446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0" name="Rectangle: Rounded Corners 9">
              <a:extLst>
                <a:ext uri="{FF2B5EF4-FFF2-40B4-BE49-F238E27FC236}">
                  <a16:creationId xmlns:a16="http://schemas.microsoft.com/office/drawing/2014/main" id="{E5D609F6-F76B-A7A6-B98B-E8E57D9C9343}"/>
                </a:ext>
              </a:extLst>
            </p:cNvPr>
            <p:cNvSpPr>
              <a:spLocks/>
            </p:cNvSpPr>
            <p:nvPr/>
          </p:nvSpPr>
          <p:spPr>
            <a:xfrm>
              <a:off x="9381820" y="2165039"/>
              <a:ext cx="2510307" cy="1437309"/>
            </a:xfrm>
            <a:prstGeom prst="roundRect">
              <a:avLst>
                <a:gd name="adj" fmla="val 4948"/>
              </a:avLst>
            </a:prstGeom>
            <a:solidFill>
              <a:schemeClr val="bg1">
                <a:lumMod val="65000"/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11" name="Content Placeholder 3">
              <a:extLst>
                <a:ext uri="{FF2B5EF4-FFF2-40B4-BE49-F238E27FC236}">
                  <a16:creationId xmlns:a16="http://schemas.microsoft.com/office/drawing/2014/main" id="{C4A4B3A5-F9CF-15F8-EC5B-F6111D86062C}"/>
                </a:ext>
              </a:extLst>
            </p:cNvPr>
            <p:cNvSpPr txBox="1">
              <a:spLocks/>
            </p:cNvSpPr>
            <p:nvPr/>
          </p:nvSpPr>
          <p:spPr>
            <a:xfrm>
              <a:off x="9298042" y="2312196"/>
              <a:ext cx="1740967" cy="565450"/>
            </a:xfrm>
            <a:prstGeom prst="rect">
              <a:avLst/>
            </a:prstGeom>
            <a:noFill/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b="1" dirty="0">
                  <a:solidFill>
                    <a:schemeClr val="bg1">
                      <a:lumMod val="65000"/>
                    </a:schemeClr>
                  </a:solidFill>
                  <a:latin typeface="+mj-lt"/>
                  <a:ea typeface="+mj-ea"/>
                </a:rPr>
                <a:t>Silver</a:t>
              </a:r>
            </a:p>
          </p:txBody>
        </p:sp>
        <p:sp>
          <p:nvSpPr>
            <p:cNvPr id="15" name="Text Placeholder 14">
              <a:extLst>
                <a:ext uri="{FF2B5EF4-FFF2-40B4-BE49-F238E27FC236}">
                  <a16:creationId xmlns:a16="http://schemas.microsoft.com/office/drawing/2014/main" id="{9785182D-E0DD-9280-FBAC-F9B708ED6C76}"/>
                </a:ext>
              </a:extLst>
            </p:cNvPr>
            <p:cNvSpPr txBox="1">
              <a:spLocks/>
            </p:cNvSpPr>
            <p:nvPr/>
          </p:nvSpPr>
          <p:spPr>
            <a:xfrm>
              <a:off x="10398239" y="2686611"/>
              <a:ext cx="1347635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Jan                Dec</a:t>
              </a:r>
              <a:endParaRPr lang="zh-HK" altLang="en-US" sz="1200" dirty="0"/>
            </a:p>
          </p:txBody>
        </p:sp>
        <p:pic>
          <p:nvPicPr>
            <p:cNvPr id="17" name="Graphic 16" descr="Database with solid fill">
              <a:extLst>
                <a:ext uri="{FF2B5EF4-FFF2-40B4-BE49-F238E27FC236}">
                  <a16:creationId xmlns:a16="http://schemas.microsoft.com/office/drawing/2014/main" id="{40DC3671-617C-E811-5019-343DF3E8C0D8}"/>
                </a:ext>
              </a:extLst>
            </p:cNvPr>
            <p:cNvPicPr>
              <a:picLocks noChangeAspect="1"/>
            </p:cNvPicPr>
            <p:nvPr/>
          </p:nvPicPr>
          <p:blipFill>
            <a:blip r:embed="rId12">
              <a:extLst>
                <a:ext uri="{96DAC541-7B7A-43D3-8B79-37D633B846F1}">
                  <asvg:svgBlip xmlns:asvg="http://schemas.microsoft.com/office/drawing/2016/SVG/main" r:embed="rId13"/>
                </a:ext>
              </a:extLst>
            </a:blip>
            <a:stretch>
              <a:fillRect/>
            </a:stretch>
          </p:blipFill>
          <p:spPr>
            <a:xfrm>
              <a:off x="9459406" y="2259982"/>
              <a:ext cx="432000" cy="432000"/>
            </a:xfrm>
            <a:prstGeom prst="rect">
              <a:avLst/>
            </a:prstGeom>
          </p:spPr>
        </p:pic>
        <p:pic>
          <p:nvPicPr>
            <p:cNvPr id="18" name="Graphic 17" descr="Document with solid fill">
              <a:extLst>
                <a:ext uri="{FF2B5EF4-FFF2-40B4-BE49-F238E27FC236}">
                  <a16:creationId xmlns:a16="http://schemas.microsoft.com/office/drawing/2014/main" id="{B862AF02-634E-D326-CF35-10F1FD479FD0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0342607" y="2939920"/>
              <a:ext cx="504448" cy="504448"/>
            </a:xfrm>
            <a:prstGeom prst="rect">
              <a:avLst/>
            </a:prstGeom>
          </p:spPr>
        </p:pic>
        <p:pic>
          <p:nvPicPr>
            <p:cNvPr id="19" name="圖形 56" descr="Document with solid fill">
              <a:extLst>
                <a:ext uri="{FF2B5EF4-FFF2-40B4-BE49-F238E27FC236}">
                  <a16:creationId xmlns:a16="http://schemas.microsoft.com/office/drawing/2014/main" id="{9AC4FAB1-5520-4AED-775E-2D540736CC3E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11244751" y="2939920"/>
              <a:ext cx="504448" cy="504448"/>
            </a:xfrm>
            <a:prstGeom prst="rect">
              <a:avLst/>
            </a:prstGeom>
          </p:spPr>
        </p:pic>
        <p:pic>
          <p:nvPicPr>
            <p:cNvPr id="20" name="Graphic 19" descr="Chevron arrows with solid fill">
              <a:extLst>
                <a:ext uri="{FF2B5EF4-FFF2-40B4-BE49-F238E27FC236}">
                  <a16:creationId xmlns:a16="http://schemas.microsoft.com/office/drawing/2014/main" id="{8D8A0A13-9BA2-BF66-1070-88C3360B1223}"/>
                </a:ext>
              </a:extLst>
            </p:cNvPr>
            <p:cNvPicPr>
              <a:picLocks noChangeAspect="1"/>
            </p:cNvPicPr>
            <p:nvPr/>
          </p:nvPicPr>
          <p:blipFill>
            <a:blip r:embed="rId8">
              <a:extLst>
                <a:ext uri="{96DAC541-7B7A-43D3-8B79-37D633B846F1}">
                  <asvg:svgBlip xmlns:asvg="http://schemas.microsoft.com/office/drawing/2016/SVG/main" r:embed="rId9"/>
                </a:ext>
              </a:extLst>
            </a:blip>
            <a:stretch>
              <a:fillRect/>
            </a:stretch>
          </p:blipFill>
          <p:spPr>
            <a:xfrm>
              <a:off x="10806863" y="2957844"/>
              <a:ext cx="468599" cy="468599"/>
            </a:xfrm>
            <a:prstGeom prst="rect">
              <a:avLst/>
            </a:prstGeom>
          </p:spPr>
        </p:pic>
        <p:grpSp>
          <p:nvGrpSpPr>
            <p:cNvPr id="21" name="Group 20">
              <a:extLst>
                <a:ext uri="{FF2B5EF4-FFF2-40B4-BE49-F238E27FC236}">
                  <a16:creationId xmlns:a16="http://schemas.microsoft.com/office/drawing/2014/main" id="{8B692707-3D5E-5A2C-0CEE-204E96242FA3}"/>
                </a:ext>
              </a:extLst>
            </p:cNvPr>
            <p:cNvGrpSpPr/>
            <p:nvPr/>
          </p:nvGrpSpPr>
          <p:grpSpPr>
            <a:xfrm>
              <a:off x="9511651" y="2957312"/>
              <a:ext cx="849495" cy="515336"/>
              <a:chOff x="1148302" y="1548561"/>
              <a:chExt cx="849495" cy="515336"/>
            </a:xfrm>
          </p:grpSpPr>
          <p:pic>
            <p:nvPicPr>
              <p:cNvPr id="22" name="Graphic 21" descr="Loan with solid fill">
                <a:extLst>
                  <a:ext uri="{FF2B5EF4-FFF2-40B4-BE49-F238E27FC236}">
                    <a16:creationId xmlns:a16="http://schemas.microsoft.com/office/drawing/2014/main" id="{6BEBEC22-CFA9-6E9A-BBF1-503804AA0DA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4">
                <a:extLst>
                  <a:ext uri="{96DAC541-7B7A-43D3-8B79-37D633B846F1}">
                    <asvg:svgBlip xmlns:asvg="http://schemas.microsoft.com/office/drawing/2016/SVG/main" r:embed="rId15"/>
                  </a:ext>
                </a:extLst>
              </a:blip>
              <a:srcRect/>
              <a:stretch/>
            </p:blipFill>
            <p:spPr>
              <a:xfrm>
                <a:off x="1226195" y="1548561"/>
                <a:ext cx="359999" cy="359999"/>
              </a:xfrm>
              <a:prstGeom prst="rect">
                <a:avLst/>
              </a:prstGeom>
            </p:spPr>
          </p:pic>
          <p:sp>
            <p:nvSpPr>
              <p:cNvPr id="23" name="Text Placeholder 14">
                <a:extLst>
                  <a:ext uri="{FF2B5EF4-FFF2-40B4-BE49-F238E27FC236}">
                    <a16:creationId xmlns:a16="http://schemas.microsoft.com/office/drawing/2014/main" id="{F0AD2BAD-5C83-FFDD-0750-B35604D41096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1148302" y="1827355"/>
                <a:ext cx="849495" cy="236542"/>
              </a:xfrm>
              <a:prstGeom prst="rect">
                <a:avLst/>
              </a:prstGeom>
            </p:spPr>
            <p:txBody>
              <a:bodyPr vert="horz" lIns="91440" tIns="45720" rIns="91440" bIns="45720" rtlCol="0" anchor="t">
                <a:noAutofit/>
              </a:bodyPr>
              <a:lstStyle>
                <a:lvl1pPr marL="0" indent="0" algn="l" defTabSz="914377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400" b="1" kern="1200">
                    <a:solidFill>
                      <a:schemeClr val="bg1"/>
                    </a:solidFill>
                    <a:latin typeface="+mj-lt"/>
                    <a:ea typeface="+mn-ea"/>
                    <a:cs typeface="Segoe UI" panose="020B0502040204020203" pitchFamily="34" charset="0"/>
                  </a:defRPr>
                </a:lvl1pPr>
                <a:lvl2pPr marL="45718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20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2pPr>
                <a:lvl3pPr marL="914377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8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3pPr>
                <a:lvl4pPr marL="1371566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4pPr>
                <a:lvl5pPr marL="1828754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Clr>
                    <a:schemeClr val="accent6"/>
                  </a:buClr>
                  <a:buFont typeface="Courier New" panose="02070309020205020404" pitchFamily="49" charset="0"/>
                  <a:buNone/>
                  <a:defRPr sz="1600" b="1" kern="1200">
                    <a:solidFill>
                      <a:schemeClr val="bg1"/>
                    </a:solidFill>
                    <a:latin typeface="+mn-lt"/>
                    <a:ea typeface="+mn-ea"/>
                    <a:cs typeface="Segoe UI" panose="020B0502040204020203" pitchFamily="34" charset="0"/>
                  </a:defRPr>
                </a:lvl5pPr>
                <a:lvl6pPr marL="2285943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743131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200320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657509" indent="0" algn="l" defTabSz="914377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None/>
                  <a:defRPr sz="1600" b="1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r>
                  <a:rPr lang="en-US" altLang="zh-HK" sz="1200" dirty="0"/>
                  <a:t>Loans</a:t>
                </a:r>
                <a:endParaRPr lang="zh-HK" altLang="en-US" sz="1200" dirty="0"/>
              </a:p>
            </p:txBody>
          </p:sp>
        </p:grpSp>
      </p:grpSp>
      <p:graphicFrame>
        <p:nvGraphicFramePr>
          <p:cNvPr id="24" name="Chart 23">
            <a:extLst>
              <a:ext uri="{FF2B5EF4-FFF2-40B4-BE49-F238E27FC236}">
                <a16:creationId xmlns:a16="http://schemas.microsoft.com/office/drawing/2014/main" id="{E91D3256-9521-5463-A688-894B50DECB99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179374436"/>
              </p:ext>
            </p:extLst>
          </p:nvPr>
        </p:nvGraphicFramePr>
        <p:xfrm>
          <a:off x="1154355" y="3454899"/>
          <a:ext cx="2339442" cy="1579647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6"/>
          </a:graphicData>
        </a:graphic>
      </p:graphicFrame>
      <p:sp>
        <p:nvSpPr>
          <p:cNvPr id="25" name="Text Placeholder 14">
            <a:extLst>
              <a:ext uri="{FF2B5EF4-FFF2-40B4-BE49-F238E27FC236}">
                <a16:creationId xmlns:a16="http://schemas.microsoft.com/office/drawing/2014/main" id="{D61B1FA6-21C6-293E-B86A-A7DAE362E882}"/>
              </a:ext>
            </a:extLst>
          </p:cNvPr>
          <p:cNvSpPr txBox="1">
            <a:spLocks/>
          </p:cNvSpPr>
          <p:nvPr/>
        </p:nvSpPr>
        <p:spPr>
          <a:xfrm>
            <a:off x="1415737" y="2782994"/>
            <a:ext cx="2191679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Exploratory Data Analysis</a:t>
            </a:r>
            <a:endParaRPr lang="zh-HK" altLang="en-US" sz="1400" b="1" dirty="0">
              <a:latin typeface="+mj-lt"/>
            </a:endParaRPr>
          </a:p>
        </p:txBody>
      </p:sp>
      <p:sp>
        <p:nvSpPr>
          <p:cNvPr id="27" name="Text Placeholder 14">
            <a:extLst>
              <a:ext uri="{FF2B5EF4-FFF2-40B4-BE49-F238E27FC236}">
                <a16:creationId xmlns:a16="http://schemas.microsoft.com/office/drawing/2014/main" id="{ED53EE1E-ED76-034D-4BA5-2AF8267D3F6E}"/>
              </a:ext>
            </a:extLst>
          </p:cNvPr>
          <p:cNvSpPr txBox="1">
            <a:spLocks/>
          </p:cNvSpPr>
          <p:nvPr/>
        </p:nvSpPr>
        <p:spPr>
          <a:xfrm>
            <a:off x="1476322" y="5438247"/>
            <a:ext cx="1943233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400" b="1" dirty="0">
                <a:latin typeface="+mj-lt"/>
              </a:rPr>
              <a:t>Key Business Insights</a:t>
            </a:r>
            <a:endParaRPr lang="zh-HK" altLang="en-US" sz="1400" dirty="0">
              <a:latin typeface="+mj-lt"/>
            </a:endParaRPr>
          </a:p>
        </p:txBody>
      </p:sp>
      <p:sp>
        <p:nvSpPr>
          <p:cNvPr id="30" name="Content Placeholder 3">
            <a:extLst>
              <a:ext uri="{FF2B5EF4-FFF2-40B4-BE49-F238E27FC236}">
                <a16:creationId xmlns:a16="http://schemas.microsoft.com/office/drawing/2014/main" id="{89E5FB20-4FF9-A61D-5B3F-C901BC637713}"/>
              </a:ext>
            </a:extLst>
          </p:cNvPr>
          <p:cNvSpPr txBox="1">
            <a:spLocks/>
          </p:cNvSpPr>
          <p:nvPr/>
        </p:nvSpPr>
        <p:spPr>
          <a:xfrm>
            <a:off x="1096088" y="5754904"/>
            <a:ext cx="2490987" cy="493776"/>
          </a:xfrm>
          <a:prstGeom prst="rect">
            <a:avLst/>
          </a:prstGeom>
        </p:spPr>
        <p:txBody>
          <a:bodyPr/>
          <a:lstStyle>
            <a:lvl1pPr marL="228594" indent="-347463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20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347463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52425" indent="-171450"/>
            <a:r>
              <a:rPr lang="en-US" altLang="zh-HK" sz="1000" dirty="0"/>
              <a:t>Loan </a:t>
            </a:r>
            <a:r>
              <a:rPr lang="en-US" altLang="zh-HK" sz="1000" b="1" dirty="0"/>
              <a:t>defaults</a:t>
            </a:r>
            <a:r>
              <a:rPr lang="en-US" altLang="zh-HK" sz="1000" dirty="0"/>
              <a:t> mainly occur with the first </a:t>
            </a:r>
            <a:r>
              <a:rPr lang="en-US" altLang="zh-HK" sz="1000" b="1" dirty="0"/>
              <a:t>6 months </a:t>
            </a:r>
            <a:r>
              <a:rPr lang="en-US" altLang="zh-HK" sz="1000" dirty="0"/>
              <a:t>after origination.</a:t>
            </a:r>
          </a:p>
          <a:p>
            <a:pPr marL="352425" indent="-171450"/>
            <a:r>
              <a:rPr lang="en-US" altLang="zh-HK" sz="1000" dirty="0"/>
              <a:t>This justifies defining the </a:t>
            </a:r>
            <a:r>
              <a:rPr lang="en-US" altLang="zh-HK" sz="1000" b="1" dirty="0"/>
              <a:t>label</a:t>
            </a:r>
            <a:r>
              <a:rPr lang="en-US" altLang="zh-HK" sz="1000" dirty="0"/>
              <a:t> at months </a:t>
            </a:r>
            <a:r>
              <a:rPr lang="en-US" altLang="zh-HK" sz="1000" b="1" dirty="0"/>
              <a:t>(MOB=6)</a:t>
            </a:r>
          </a:p>
          <a:p>
            <a:pPr marL="352425" indent="-171450"/>
            <a:endParaRPr lang="en-US" altLang="zh-HK" sz="1000" dirty="0"/>
          </a:p>
        </p:txBody>
      </p:sp>
      <p:cxnSp>
        <p:nvCxnSpPr>
          <p:cNvPr id="31" name="Straight Connector 30">
            <a:extLst>
              <a:ext uri="{FF2B5EF4-FFF2-40B4-BE49-F238E27FC236}">
                <a16:creationId xmlns:a16="http://schemas.microsoft.com/office/drawing/2014/main" id="{2FC31202-5488-9651-07B5-F501186CBF95}"/>
              </a:ext>
            </a:extLst>
          </p:cNvPr>
          <p:cNvCxnSpPr>
            <a:cxnSpLocks/>
          </p:cNvCxnSpPr>
          <p:nvPr/>
        </p:nvCxnSpPr>
        <p:spPr>
          <a:xfrm>
            <a:off x="4489564" y="4372814"/>
            <a:ext cx="3723290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Arrow: Right 31">
            <a:extLst>
              <a:ext uri="{FF2B5EF4-FFF2-40B4-BE49-F238E27FC236}">
                <a16:creationId xmlns:a16="http://schemas.microsoft.com/office/drawing/2014/main" id="{47B2B299-3BE7-F164-0538-5B07A51CBB7C}"/>
              </a:ext>
            </a:extLst>
          </p:cNvPr>
          <p:cNvSpPr/>
          <p:nvPr/>
        </p:nvSpPr>
        <p:spPr>
          <a:xfrm>
            <a:off x="8500232" y="1551998"/>
            <a:ext cx="464817" cy="423077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34" name="Graphic 33" descr="Statistics with solid fill">
            <a:extLst>
              <a:ext uri="{FF2B5EF4-FFF2-40B4-BE49-F238E27FC236}">
                <a16:creationId xmlns:a16="http://schemas.microsoft.com/office/drawing/2014/main" id="{7717881F-30FE-420D-C5FA-F5018FD27086}"/>
              </a:ext>
            </a:extLst>
          </p:cNvPr>
          <p:cNvPicPr>
            <a:picLocks noChangeAspect="1"/>
          </p:cNvPicPr>
          <p:nvPr/>
        </p:nvPicPr>
        <p:blipFill>
          <a:blip r:embed="rId17">
            <a:extLst>
              <a:ext uri="{96DAC541-7B7A-43D3-8B79-37D633B846F1}">
                <asvg:svgBlip xmlns:asvg="http://schemas.microsoft.com/office/drawing/2016/SVG/main" r:embed="rId18"/>
              </a:ext>
            </a:extLst>
          </a:blip>
          <a:stretch>
            <a:fillRect/>
          </a:stretch>
        </p:blipFill>
        <p:spPr>
          <a:xfrm>
            <a:off x="1137589" y="2764240"/>
            <a:ext cx="360000" cy="360000"/>
          </a:xfrm>
          <a:prstGeom prst="rect">
            <a:avLst/>
          </a:prstGeom>
        </p:spPr>
      </p:pic>
      <p:sp>
        <p:nvSpPr>
          <p:cNvPr id="47" name="Rectangle: Rounded Corners 46">
            <a:extLst>
              <a:ext uri="{FF2B5EF4-FFF2-40B4-BE49-F238E27FC236}">
                <a16:creationId xmlns:a16="http://schemas.microsoft.com/office/drawing/2014/main" id="{C56185E8-6CC6-086E-347C-2D6561F96F77}"/>
              </a:ext>
            </a:extLst>
          </p:cNvPr>
          <p:cNvSpPr/>
          <p:nvPr/>
        </p:nvSpPr>
        <p:spPr>
          <a:xfrm>
            <a:off x="970020" y="983804"/>
            <a:ext cx="2742398" cy="5586794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pic>
        <p:nvPicPr>
          <p:cNvPr id="49" name="Graphic 48" descr="Magnifying glass with solid fill">
            <a:extLst>
              <a:ext uri="{FF2B5EF4-FFF2-40B4-BE49-F238E27FC236}">
                <a16:creationId xmlns:a16="http://schemas.microsoft.com/office/drawing/2014/main" id="{605565CC-003D-6ED2-A44D-8F04719E45B0}"/>
              </a:ext>
            </a:extLst>
          </p:cNvPr>
          <p:cNvPicPr>
            <a:picLocks noChangeAspect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tretch>
            <a:fillRect/>
          </a:stretch>
        </p:blipFill>
        <p:spPr>
          <a:xfrm>
            <a:off x="1220089" y="5436713"/>
            <a:ext cx="288000" cy="288000"/>
          </a:xfrm>
          <a:prstGeom prst="rect">
            <a:avLst/>
          </a:prstGeom>
        </p:spPr>
      </p:pic>
      <p:pic>
        <p:nvPicPr>
          <p:cNvPr id="52" name="Graphic 51" descr="Chevron arrows outline">
            <a:extLst>
              <a:ext uri="{FF2B5EF4-FFF2-40B4-BE49-F238E27FC236}">
                <a16:creationId xmlns:a16="http://schemas.microsoft.com/office/drawing/2014/main" id="{8EFC58DB-2223-6C77-FBEB-E371EEB09851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 rot="16200000">
            <a:off x="2198025" y="2590327"/>
            <a:ext cx="287113" cy="287113"/>
          </a:xfrm>
          <a:prstGeom prst="rect">
            <a:avLst/>
          </a:prstGeom>
        </p:spPr>
      </p:pic>
      <p:cxnSp>
        <p:nvCxnSpPr>
          <p:cNvPr id="55" name="Straight Connector 54">
            <a:extLst>
              <a:ext uri="{FF2B5EF4-FFF2-40B4-BE49-F238E27FC236}">
                <a16:creationId xmlns:a16="http://schemas.microsoft.com/office/drawing/2014/main" id="{DF300938-E9C0-495C-A32B-D816C2154B76}"/>
              </a:ext>
            </a:extLst>
          </p:cNvPr>
          <p:cNvCxnSpPr>
            <a:cxnSpLocks/>
          </p:cNvCxnSpPr>
          <p:nvPr/>
        </p:nvCxnSpPr>
        <p:spPr>
          <a:xfrm>
            <a:off x="1096088" y="2738715"/>
            <a:ext cx="2490987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2" name="Graphic 1" descr="Bullseye outline">
            <a:extLst>
              <a:ext uri="{FF2B5EF4-FFF2-40B4-BE49-F238E27FC236}">
                <a16:creationId xmlns:a16="http://schemas.microsoft.com/office/drawing/2014/main" id="{FF95AE47-A53E-F644-0A08-EC7AABF2253C}"/>
              </a:ext>
            </a:extLst>
          </p:cNvPr>
          <p:cNvPicPr>
            <a:picLocks noChangeAspect="1"/>
          </p:cNvPicPr>
          <p:nvPr/>
        </p:nvPicPr>
        <p:blipFill>
          <a:blip r:embed="rId23">
            <a:extLst>
              <a:ext uri="{96DAC541-7B7A-43D3-8B79-37D633B846F1}">
                <asvg:svgBlip xmlns:asvg="http://schemas.microsoft.com/office/drawing/2016/SVG/main" r:embed="rId24"/>
              </a:ext>
            </a:extLst>
          </a:blip>
          <a:stretch>
            <a:fillRect/>
          </a:stretch>
        </p:blipFill>
        <p:spPr>
          <a:xfrm>
            <a:off x="9798942" y="3235822"/>
            <a:ext cx="1344722" cy="1344722"/>
          </a:xfrm>
          <a:prstGeom prst="rect">
            <a:avLst/>
          </a:prstGeom>
        </p:spPr>
      </p:pic>
      <p:pic>
        <p:nvPicPr>
          <p:cNvPr id="5" name="Graphic 4" descr="Idea with solid fill">
            <a:extLst>
              <a:ext uri="{FF2B5EF4-FFF2-40B4-BE49-F238E27FC236}">
                <a16:creationId xmlns:a16="http://schemas.microsoft.com/office/drawing/2014/main" id="{4ABF75CB-57C4-E200-024A-BDF23880DC09}"/>
              </a:ext>
            </a:extLst>
          </p:cNvPr>
          <p:cNvPicPr>
            <a:picLocks noChangeAspect="1"/>
          </p:cNvPicPr>
          <p:nvPr/>
        </p:nvPicPr>
        <p:blipFill>
          <a:blip r:embed="rId25">
            <a:extLst>
              <a:ext uri="{96DAC541-7B7A-43D3-8B79-37D633B846F1}">
                <asvg:svgBlip xmlns:asvg="http://schemas.microsoft.com/office/drawing/2016/SVG/main" r:embed="rId26"/>
              </a:ext>
            </a:extLst>
          </a:blip>
          <a:stretch>
            <a:fillRect/>
          </a:stretch>
        </p:blipFill>
        <p:spPr>
          <a:xfrm>
            <a:off x="4467733" y="4390627"/>
            <a:ext cx="346189" cy="3461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2556637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Title 105">
            <a:extLst>
              <a:ext uri="{FF2B5EF4-FFF2-40B4-BE49-F238E27FC236}">
                <a16:creationId xmlns:a16="http://schemas.microsoft.com/office/drawing/2014/main" id="{734F8B63-0C1D-770B-CA9D-EE7ACF817C1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Next Steps</a:t>
            </a:r>
          </a:p>
        </p:txBody>
      </p:sp>
      <p:sp>
        <p:nvSpPr>
          <p:cNvPr id="139" name="Slide Number Placeholder 138">
            <a:extLst>
              <a:ext uri="{FF2B5EF4-FFF2-40B4-BE49-F238E27FC236}">
                <a16:creationId xmlns:a16="http://schemas.microsoft.com/office/drawing/2014/main" id="{0C6CCCC3-BCC9-AE9B-C2AE-4D9986B5F8AE}"/>
              </a:ext>
            </a:extLst>
          </p:cNvPr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CF4EECB-47E7-26A0-F3A1-ACAE7AEE5741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/>
        <p:txBody>
          <a:bodyPr/>
          <a:lstStyle/>
          <a:p>
            <a:r>
              <a:rPr lang="en-US" dirty="0"/>
              <a:t>Step 1</a:t>
            </a:r>
          </a:p>
        </p:txBody>
      </p:sp>
      <p:sp>
        <p:nvSpPr>
          <p:cNvPr id="69" name="Text Placeholder 68">
            <a:extLst>
              <a:ext uri="{FF2B5EF4-FFF2-40B4-BE49-F238E27FC236}">
                <a16:creationId xmlns:a16="http://schemas.microsoft.com/office/drawing/2014/main" id="{4BBDF45D-9B32-0154-7602-2C43DAF6C0A6}"/>
              </a:ext>
            </a:extLst>
          </p:cNvPr>
          <p:cNvSpPr>
            <a:spLocks noGrp="1"/>
          </p:cNvSpPr>
          <p:nvPr>
            <p:ph type="body" sz="quarter" idx="13"/>
          </p:nvPr>
        </p:nvSpPr>
        <p:spPr>
          <a:xfrm>
            <a:off x="1380744" y="4599432"/>
            <a:ext cx="1872820" cy="1237842"/>
          </a:xfrm>
        </p:spPr>
        <p:txBody>
          <a:bodyPr/>
          <a:lstStyle/>
          <a:p>
            <a:r>
              <a:rPr lang="en-US" altLang="zh-HK" dirty="0"/>
              <a:t>Split </a:t>
            </a:r>
            <a:r>
              <a:rPr lang="en-US" altLang="zh-HK" b="1" dirty="0"/>
              <a:t>Gold data </a:t>
            </a:r>
            <a:r>
              <a:rPr lang="en-US" altLang="zh-HK" dirty="0"/>
              <a:t>into </a:t>
            </a:r>
            <a:r>
              <a:rPr lang="en-US" altLang="zh-HK" b="1" dirty="0"/>
              <a:t>train, validation, test, </a:t>
            </a:r>
            <a:r>
              <a:rPr lang="en-US" altLang="zh-HK" dirty="0"/>
              <a:t>and </a:t>
            </a:r>
            <a:r>
              <a:rPr lang="en-US" altLang="zh-HK" b="1" dirty="0"/>
              <a:t>Out-of-Time (OOT) sets </a:t>
            </a:r>
            <a:r>
              <a:rPr lang="en-US" altLang="zh-HK" dirty="0"/>
              <a:t>to ensure temporal generalization.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C2F0535-53EA-30FB-770D-0C92BEEF3F6D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/>
        <p:txBody>
          <a:bodyPr/>
          <a:lstStyle/>
          <a:p>
            <a:pPr lvl="0"/>
            <a:r>
              <a:rPr lang="en-US" dirty="0"/>
              <a:t>Step 2</a:t>
            </a:r>
          </a:p>
        </p:txBody>
      </p:sp>
      <p:sp>
        <p:nvSpPr>
          <p:cNvPr id="70" name="Text Placeholder 69">
            <a:extLst>
              <a:ext uri="{FF2B5EF4-FFF2-40B4-BE49-F238E27FC236}">
                <a16:creationId xmlns:a16="http://schemas.microsoft.com/office/drawing/2014/main" id="{38FF6C9F-C7C5-37D5-4C61-BA14A636B732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/>
        <p:txBody>
          <a:bodyPr/>
          <a:lstStyle/>
          <a:p>
            <a:r>
              <a:rPr lang="en-US" dirty="0"/>
              <a:t>Select </a:t>
            </a:r>
            <a:r>
              <a:rPr lang="en-US" b="1" dirty="0"/>
              <a:t>ML models</a:t>
            </a:r>
            <a:r>
              <a:rPr lang="en-US" dirty="0"/>
              <a:t> based on available </a:t>
            </a:r>
            <a:r>
              <a:rPr lang="en-US" b="1" dirty="0"/>
              <a:t>Gold data</a:t>
            </a:r>
            <a:r>
              <a:rPr lang="en-US" dirty="0"/>
              <a:t>. (e.g. Logistic Regression, Random Forest, XGBooast).</a:t>
            </a:r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31511481-29C6-275B-963E-B5AF2E87ADA2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/>
        <p:txBody>
          <a:bodyPr/>
          <a:lstStyle/>
          <a:p>
            <a:pPr lvl="0"/>
            <a:r>
              <a:rPr lang="en-US" dirty="0"/>
              <a:t>Step 3</a:t>
            </a:r>
          </a:p>
        </p:txBody>
      </p:sp>
      <p:sp>
        <p:nvSpPr>
          <p:cNvPr id="71" name="Text Placeholder 70">
            <a:extLst>
              <a:ext uri="{FF2B5EF4-FFF2-40B4-BE49-F238E27FC236}">
                <a16:creationId xmlns:a16="http://schemas.microsoft.com/office/drawing/2014/main" id="{5973BD56-1612-983E-EA67-F4039B062085}"/>
              </a:ext>
            </a:extLst>
          </p:cNvPr>
          <p:cNvSpPr>
            <a:spLocks noGrp="1"/>
          </p:cNvSpPr>
          <p:nvPr>
            <p:ph type="body" sz="quarter" idx="17"/>
          </p:nvPr>
        </p:nvSpPr>
        <p:spPr/>
        <p:txBody>
          <a:bodyPr/>
          <a:lstStyle/>
          <a:p>
            <a:r>
              <a:rPr lang="en-US" b="1" dirty="0"/>
              <a:t>One-hot encoding </a:t>
            </a:r>
            <a:r>
              <a:rPr lang="en-US" dirty="0"/>
              <a:t>for categorical variables (Occupation, Loan Type).</a:t>
            </a:r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2F32973A-CF94-1C2B-BB12-B563173CC79A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/>
        <p:txBody>
          <a:bodyPr/>
          <a:lstStyle/>
          <a:p>
            <a:pPr lvl="0"/>
            <a:r>
              <a:rPr lang="en-US" dirty="0"/>
              <a:t>Step 4</a:t>
            </a:r>
          </a:p>
        </p:txBody>
      </p:sp>
      <p:sp>
        <p:nvSpPr>
          <p:cNvPr id="72" name="Text Placeholder 71">
            <a:extLst>
              <a:ext uri="{FF2B5EF4-FFF2-40B4-BE49-F238E27FC236}">
                <a16:creationId xmlns:a16="http://schemas.microsoft.com/office/drawing/2014/main" id="{840CFADA-CAD6-2A04-5B15-5DB4DD6A84E0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/>
        <p:txBody>
          <a:bodyPr/>
          <a:lstStyle/>
          <a:p>
            <a:r>
              <a:rPr lang="en-US" altLang="zh-HK" b="1" dirty="0"/>
              <a:t>Normalize</a:t>
            </a:r>
            <a:r>
              <a:rPr lang="en-US" altLang="zh-HK" dirty="0"/>
              <a:t> and </a:t>
            </a:r>
            <a:r>
              <a:rPr lang="en-US" altLang="zh-HK" b="1" dirty="0"/>
              <a:t>scale</a:t>
            </a:r>
            <a:r>
              <a:rPr lang="en-US" altLang="zh-HK" dirty="0"/>
              <a:t> numeric features (e.g., income, EMI).</a:t>
            </a:r>
          </a:p>
        </p:txBody>
      </p:sp>
      <p:sp>
        <p:nvSpPr>
          <p:cNvPr id="11" name="Text Placeholder 10">
            <a:extLst>
              <a:ext uri="{FF2B5EF4-FFF2-40B4-BE49-F238E27FC236}">
                <a16:creationId xmlns:a16="http://schemas.microsoft.com/office/drawing/2014/main" id="{CE7AA813-84F0-DB50-F6B6-A29A94662DAD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/>
        <p:txBody>
          <a:bodyPr/>
          <a:lstStyle/>
          <a:p>
            <a:pPr lvl="0"/>
            <a:r>
              <a:rPr lang="en-US" dirty="0">
                <a:solidFill>
                  <a:schemeClr val="accent6"/>
                </a:solidFill>
              </a:rPr>
              <a:t>Goal</a:t>
            </a:r>
          </a:p>
        </p:txBody>
      </p:sp>
      <p:sp>
        <p:nvSpPr>
          <p:cNvPr id="73" name="Text Placeholder 72">
            <a:extLst>
              <a:ext uri="{FF2B5EF4-FFF2-40B4-BE49-F238E27FC236}">
                <a16:creationId xmlns:a16="http://schemas.microsoft.com/office/drawing/2014/main" id="{DB3347BB-2913-A230-8362-2B778394E7CE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/>
        <p:txBody>
          <a:bodyPr/>
          <a:lstStyle/>
          <a:p>
            <a:pPr lvl="0"/>
            <a:r>
              <a:rPr lang="en-US" altLang="zh-HK" b="1" dirty="0"/>
              <a:t>Train</a:t>
            </a:r>
            <a:r>
              <a:rPr lang="en-US" altLang="zh-HK" dirty="0"/>
              <a:t> and </a:t>
            </a:r>
            <a:r>
              <a:rPr lang="en-US" altLang="zh-HK" b="1" dirty="0"/>
              <a:t>evaluate</a:t>
            </a:r>
            <a:r>
              <a:rPr lang="en-US" altLang="zh-HK" dirty="0"/>
              <a:t> loan risk </a:t>
            </a:r>
            <a:r>
              <a:rPr lang="en-US" altLang="zh-HK" b="1" dirty="0"/>
              <a:t>ML models</a:t>
            </a:r>
            <a:r>
              <a:rPr lang="en-US" altLang="zh-HK" dirty="0"/>
              <a:t>; choose the best based on metrics. (e.g. AUC, F1, recall).</a:t>
            </a:r>
            <a:endParaRPr lang="en-US" dirty="0"/>
          </a:p>
        </p:txBody>
      </p:sp>
      <p:sp>
        <p:nvSpPr>
          <p:cNvPr id="133" name="Text Placeholder 132">
            <a:extLst>
              <a:ext uri="{FF2B5EF4-FFF2-40B4-BE49-F238E27FC236}">
                <a16:creationId xmlns:a16="http://schemas.microsoft.com/office/drawing/2014/main" id="{0D7DF893-CDC1-A213-86BF-C9C73F979CC5}"/>
              </a:ext>
            </a:extLst>
          </p:cNvPr>
          <p:cNvSpPr>
            <a:spLocks noGrp="1"/>
          </p:cNvSpPr>
          <p:nvPr>
            <p:ph type="body" sz="quarter" idx="28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4" name="Text Placeholder 133">
            <a:extLst>
              <a:ext uri="{FF2B5EF4-FFF2-40B4-BE49-F238E27FC236}">
                <a16:creationId xmlns:a16="http://schemas.microsoft.com/office/drawing/2014/main" id="{9CE100CE-4574-F901-234D-B9BEED642B9B}"/>
              </a:ext>
            </a:extLst>
          </p:cNvPr>
          <p:cNvSpPr>
            <a:spLocks noGrp="1"/>
          </p:cNvSpPr>
          <p:nvPr>
            <p:ph type="body" sz="quarter" idx="29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5" name="Text Placeholder 134">
            <a:extLst>
              <a:ext uri="{FF2B5EF4-FFF2-40B4-BE49-F238E27FC236}">
                <a16:creationId xmlns:a16="http://schemas.microsoft.com/office/drawing/2014/main" id="{288EBDBE-0ABC-82CE-4598-09F65E315AD7}"/>
              </a:ext>
            </a:extLst>
          </p:cNvPr>
          <p:cNvSpPr>
            <a:spLocks noGrp="1"/>
          </p:cNvSpPr>
          <p:nvPr>
            <p:ph type="body" sz="quarter" idx="30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6" name="Text Placeholder 135">
            <a:extLst>
              <a:ext uri="{FF2B5EF4-FFF2-40B4-BE49-F238E27FC236}">
                <a16:creationId xmlns:a16="http://schemas.microsoft.com/office/drawing/2014/main" id="{14F6CD04-2A18-A6BD-AAB9-1D30D1563399}"/>
              </a:ext>
            </a:extLst>
          </p:cNvPr>
          <p:cNvSpPr>
            <a:spLocks noGrp="1"/>
          </p:cNvSpPr>
          <p:nvPr>
            <p:ph type="body" sz="quarter" idx="3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7" name="Text Placeholder 136">
            <a:extLst>
              <a:ext uri="{FF2B5EF4-FFF2-40B4-BE49-F238E27FC236}">
                <a16:creationId xmlns:a16="http://schemas.microsoft.com/office/drawing/2014/main" id="{C171CBDB-4593-F4D1-30E9-A47F4C7CADAF}"/>
              </a:ext>
            </a:extLst>
          </p:cNvPr>
          <p:cNvSpPr>
            <a:spLocks noGrp="1"/>
          </p:cNvSpPr>
          <p:nvPr>
            <p:ph type="body" sz="quarter" idx="32"/>
          </p:nvPr>
        </p:nvSpPr>
        <p:spPr/>
        <p:txBody>
          <a:bodyPr/>
          <a:lstStyle/>
          <a:p>
            <a:endParaRPr lang="en-US" dirty="0"/>
          </a:p>
        </p:txBody>
      </p:sp>
      <p:pic>
        <p:nvPicPr>
          <p:cNvPr id="15" name="Picture Placeholder 14" descr="Pie chart with solid fill">
            <a:extLst>
              <a:ext uri="{FF2B5EF4-FFF2-40B4-BE49-F238E27FC236}">
                <a16:creationId xmlns:a16="http://schemas.microsoft.com/office/drawing/2014/main" id="{D5A5CD1E-0B56-8311-ADFC-5FB312617C08}"/>
              </a:ext>
            </a:extLst>
          </p:cNvPr>
          <p:cNvPicPr>
            <a:picLocks noGrp="1" noChangeAspect="1"/>
          </p:cNvPicPr>
          <p:nvPr>
            <p:ph type="pic" sz="quarter" idx="22"/>
          </p:nvPr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19" name="Picture Placeholder 18" descr="Artificial Intelligence with solid fill">
            <a:extLst>
              <a:ext uri="{FF2B5EF4-FFF2-40B4-BE49-F238E27FC236}">
                <a16:creationId xmlns:a16="http://schemas.microsoft.com/office/drawing/2014/main" id="{216BC373-5F14-4BD2-E2FA-2CBC70AC0B91}"/>
              </a:ext>
            </a:extLst>
          </p:cNvPr>
          <p:cNvPicPr>
            <a:picLocks noGrp="1" noChangeAspect="1"/>
          </p:cNvPicPr>
          <p:nvPr>
            <p:ph type="pic" sz="quarter" idx="23"/>
          </p:nvPr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23" name="Picture Placeholder 22" descr="Morse Code with solid fill">
            <a:extLst>
              <a:ext uri="{FF2B5EF4-FFF2-40B4-BE49-F238E27FC236}">
                <a16:creationId xmlns:a16="http://schemas.microsoft.com/office/drawing/2014/main" id="{C67758D6-6C1D-2263-93C8-079F70553A3D}"/>
              </a:ext>
            </a:extLst>
          </p:cNvPr>
          <p:cNvPicPr>
            <a:picLocks noGrp="1" noChangeAspect="1"/>
          </p:cNvPicPr>
          <p:nvPr>
            <p:ph type="pic" sz="quarter" idx="24"/>
          </p:nvPr>
        </p:nvPicPr>
        <p:blipFill>
          <a:blip r:embed="rId6">
            <a:extLst>
              <a:ext uri="{96DAC541-7B7A-43D3-8B79-37D633B846F1}">
                <asvg:svgBlip xmlns:asvg="http://schemas.microsoft.com/office/drawing/2016/SVG/main" r:embed="rId7"/>
              </a:ext>
            </a:extLst>
          </a:blip>
          <a:srcRect/>
          <a:stretch/>
        </p:blipFill>
        <p:spPr/>
      </p:pic>
      <p:pic>
        <p:nvPicPr>
          <p:cNvPr id="27" name="Picture Placeholder 26" descr="Ruler with solid fill">
            <a:extLst>
              <a:ext uri="{FF2B5EF4-FFF2-40B4-BE49-F238E27FC236}">
                <a16:creationId xmlns:a16="http://schemas.microsoft.com/office/drawing/2014/main" id="{3D96D35D-53B4-815A-1692-BA48D03FDD73}"/>
              </a:ext>
            </a:extLst>
          </p:cNvPr>
          <p:cNvPicPr>
            <a:picLocks noGrp="1" noChangeAspect="1"/>
          </p:cNvPicPr>
          <p:nvPr>
            <p:ph type="pic" sz="quarter" idx="25"/>
          </p:nvPr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rcRect t="128" b="128"/>
          <a:stretch>
            <a:fillRect/>
          </a:stretch>
        </p:blipFill>
        <p:spPr/>
      </p:pic>
      <p:pic>
        <p:nvPicPr>
          <p:cNvPr id="33" name="Picture Placeholder 32" descr="Supply And Demand with solid fill">
            <a:extLst>
              <a:ext uri="{FF2B5EF4-FFF2-40B4-BE49-F238E27FC236}">
                <a16:creationId xmlns:a16="http://schemas.microsoft.com/office/drawing/2014/main" id="{56D23643-732E-35DB-0A22-8E26206083CA}"/>
              </a:ext>
            </a:extLst>
          </p:cNvPr>
          <p:cNvPicPr>
            <a:picLocks noGrp="1" noChangeAspect="1"/>
          </p:cNvPicPr>
          <p:nvPr>
            <p:ph type="pic" sz="quarter" idx="26"/>
          </p:nvPr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rcRect/>
          <a:stretch>
            <a:fillRect/>
          </a:stretch>
        </p:blipFill>
        <p:spPr/>
      </p:pic>
    </p:spTree>
    <p:extLst>
      <p:ext uri="{BB962C8B-B14F-4D97-AF65-F5344CB8AC3E}">
        <p14:creationId xmlns:p14="http://schemas.microsoft.com/office/powerpoint/2010/main" val="204958772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0" name="Table 4">
            <a:extLst>
              <a:ext uri="{FF2B5EF4-FFF2-40B4-BE49-F238E27FC236}">
                <a16:creationId xmlns:a16="http://schemas.microsoft.com/office/drawing/2014/main" id="{1FB54860-C429-A388-6710-19C6EED59A9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41927169"/>
              </p:ext>
            </p:extLst>
          </p:nvPr>
        </p:nvGraphicFramePr>
        <p:xfrm>
          <a:off x="817124" y="1291717"/>
          <a:ext cx="2898842" cy="4480560"/>
        </p:xfrm>
        <a:graphic>
          <a:graphicData uri="http://schemas.openxmlformats.org/drawingml/2006/table">
            <a:tbl>
              <a:tblPr firstRow="1" lastCol="1" bandRow="1">
                <a:tableStyleId>{5C22544A-7EE6-4342-B048-85BDC9FD1C3A}</a:tableStyleId>
              </a:tblPr>
              <a:tblGrid>
                <a:gridCol w="1274323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1624519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</a:tblGrid>
              <a:tr h="266266"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1400" b="1" dirty="0">
                          <a:solidFill>
                            <a:schemeClr val="bg1"/>
                          </a:solidFill>
                          <a:latin typeface="+mj-lt"/>
                        </a:rPr>
                        <a:t>Bronze 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B74C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chemeClr val="bg1"/>
                          </a:solidFill>
                          <a:latin typeface="+mj-lt"/>
                          <a:cs typeface="Segoe UI Light" panose="020B0502040204020203" pitchFamily="34" charset="0"/>
                        </a:rPr>
                        <a:t>Columns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D0B74C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533541">
                <a:tc>
                  <a:txBody>
                    <a:bodyPr/>
                    <a:lstStyle/>
                    <a:p>
                      <a:pPr algn="l"/>
                      <a:r>
                        <a:rPr lang="en-US" altLang="zh-HK" sz="800" b="1" i="0" dirty="0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bronze_users_attributes</a:t>
                      </a:r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Customer_ID,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Name,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Age,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SSN,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Occupation,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1829285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dirty="0">
                          <a:solidFill>
                            <a:schemeClr val="bg1"/>
                          </a:solidFill>
                          <a:latin typeface="+mn-lt"/>
                        </a:rPr>
                        <a:t>bronze_users_financials </a:t>
                      </a:r>
                      <a:endParaRPr lang="en-US" altLang="zh-HK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Customer_ID,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Annual_Income,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Monthly_Inhand_Salary,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Num_Bank_Accounts,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Num_Credit_Card,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Interest_Rate,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Num_of_Loan,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Type_of_Loan,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Delay_from_due_date,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Num_of_Delayed_Payment,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Changed_Credit_Limit,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Num_Credit_Inquiries,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Credit_Mix,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Outstanding_Debt,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Credit_Utilization_Ratio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Credit_History_Age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Payment_of_Min_Amount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Total_EMI_per_month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Amount_invested_monthly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Monthly_Balance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Payment_Behaviour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279474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i="0" dirty="0" err="1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bronze_users_clickstream</a:t>
                      </a:r>
                      <a:endParaRPr lang="en-US" altLang="zh-HK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  <a:p>
                      <a:pPr algn="l"/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fe_1 … fe_20,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08797"/>
                  </a:ext>
                </a:extLst>
              </a:tr>
              <a:tr h="914642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i="0" dirty="0" err="1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bronze_loan_daily</a:t>
                      </a:r>
                      <a:r>
                        <a:rPr lang="en-US" altLang="zh-HK" sz="800" b="1" i="0" dirty="0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 </a:t>
                      </a:r>
                    </a:p>
                    <a:p>
                      <a:pPr algn="l"/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loan_id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loan_start_date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tenure,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installment_num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loan_amt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due_amt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paid_amt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overdue_amt</a:t>
                      </a: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>
                          <a:solidFill>
                            <a:schemeClr val="bg1"/>
                          </a:solidFill>
                          <a:latin typeface="+mn-lt"/>
                        </a:rPr>
                        <a:t>balance,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b="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altLang="zh-HK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50325"/>
                  </a:ext>
                </a:extLst>
              </a:tr>
            </a:tbl>
          </a:graphicData>
        </a:graphic>
      </p:graphicFrame>
      <p:sp>
        <p:nvSpPr>
          <p:cNvPr id="11" name="Title 1">
            <a:extLst>
              <a:ext uri="{FF2B5EF4-FFF2-40B4-BE49-F238E27FC236}">
                <a16:creationId xmlns:a16="http://schemas.microsoft.com/office/drawing/2014/main" id="{6E8C461C-A1D4-2712-744E-FDBD99A9C2B4}"/>
              </a:ext>
            </a:extLst>
          </p:cNvPr>
          <p:cNvSpPr txBox="1">
            <a:spLocks/>
          </p:cNvSpPr>
          <p:nvPr/>
        </p:nvSpPr>
        <p:spPr>
          <a:xfrm>
            <a:off x="817124" y="582060"/>
            <a:ext cx="10881360" cy="1069848"/>
          </a:xfrm>
          <a:prstGeom prst="rect">
            <a:avLst/>
          </a:prstGeom>
        </p:spPr>
        <p:txBody>
          <a:bodyPr/>
          <a:lstStyle>
            <a:lvl1pPr algn="l" defTabSz="914377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000" b="1" kern="1200" cap="all" spc="600" baseline="0">
                <a:solidFill>
                  <a:schemeClr val="bg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dirty="0">
                <a:ln w="28575">
                  <a:noFill/>
                  <a:prstDash val="solid"/>
                </a:ln>
                <a:latin typeface="Tw Cen MT" panose="020B0602020104020603" pitchFamily="34" charset="77"/>
              </a:rPr>
              <a:t>Appendix – Data Tables</a:t>
            </a:r>
          </a:p>
        </p:txBody>
      </p:sp>
      <p:graphicFrame>
        <p:nvGraphicFramePr>
          <p:cNvPr id="2" name="Table 4">
            <a:extLst>
              <a:ext uri="{FF2B5EF4-FFF2-40B4-BE49-F238E27FC236}">
                <a16:creationId xmlns:a16="http://schemas.microsoft.com/office/drawing/2014/main" id="{A2F68D8E-18C4-8E86-0F8A-194403EECFB4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977402073"/>
              </p:ext>
            </p:extLst>
          </p:nvPr>
        </p:nvGraphicFramePr>
        <p:xfrm>
          <a:off x="3917086" y="1291715"/>
          <a:ext cx="3544774" cy="4389120"/>
        </p:xfrm>
        <a:graphic>
          <a:graphicData uri="http://schemas.openxmlformats.org/drawingml/2006/table">
            <a:tbl>
              <a:tblPr firstRow="1" lastCol="1" bandRow="1">
                <a:tableStyleId>{5C22544A-7EE6-4342-B048-85BDC9FD1C3A}</a:tableStyleId>
              </a:tblPr>
              <a:tblGrid>
                <a:gridCol w="1303650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1499994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741130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</a:tblGrid>
              <a:tr h="398136"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1400" b="1" dirty="0">
                          <a:solidFill>
                            <a:schemeClr val="bg1"/>
                          </a:solidFill>
                          <a:latin typeface="+mj-lt"/>
                        </a:rPr>
                        <a:t>Silver 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chemeClr val="bg1"/>
                          </a:solidFill>
                          <a:latin typeface="+mj-lt"/>
                          <a:cs typeface="Segoe UI Light" panose="020B0502040204020203" pitchFamily="34" charset="0"/>
                        </a:rPr>
                        <a:t>Columns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1200" b="1" i="0" dirty="0">
                          <a:solidFill>
                            <a:schemeClr val="bg1"/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Enforced Schema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6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564923">
                <a:tc>
                  <a:txBody>
                    <a:bodyPr/>
                    <a:lstStyle/>
                    <a:p>
                      <a:pPr algn="l"/>
                      <a:r>
                        <a:rPr lang="en-US" altLang="zh-HK" sz="800" b="1" i="0" dirty="0" err="1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silver_users_attributes</a:t>
                      </a:r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Name_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Masked,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Age,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SSN_Masked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Occupation,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0208656"/>
                  </a:ext>
                </a:extLst>
              </a:tr>
              <a:tr h="1911051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dirty="0" err="1">
                          <a:solidFill>
                            <a:schemeClr val="bg1"/>
                          </a:solidFill>
                          <a:latin typeface="+mn-lt"/>
                        </a:rPr>
                        <a:t>silver_users_financials</a:t>
                      </a:r>
                      <a:endParaRPr lang="en-US" altLang="zh-HK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Annual_Income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Monthly_Inhand_Salary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Num_Bank_Accounts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Num_Credit_Card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Interest_Rate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Num_of_Loan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Type_of_Loan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 (standardized),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Delay_from_due_date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Num_of_Delayed_Payment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Changed_Credit_Limit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Num_Credit_Inquiries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Credit_Mix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 (normalized),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Outstanding_Debt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Credit_Utilization_Ratio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Credit_History_Age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 (months),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Payment_of_Min_Amount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Total_EMI_per_month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Amount_invested_monthly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Monthly_Balance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Payment_Behaviour_Spent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Payment_Behaviour_Payment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325035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i="0" dirty="0" err="1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silver_users_clickstream</a:t>
                      </a:r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fe_1 … fe_20 as integers,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zh-HK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l"/>
                      <a:r>
                        <a:rPr lang="en-US" altLang="zh-HK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</a:t>
                      </a:r>
                    </a:p>
                    <a:p>
                      <a:pPr algn="l"/>
                      <a:r>
                        <a:rPr lang="en-US" altLang="zh-HK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3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15808797"/>
                  </a:ext>
                </a:extLst>
              </a:tr>
              <a:tr h="55739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i="0" dirty="0" err="1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silver_loan_daily</a:t>
                      </a:r>
                      <a:r>
                        <a:rPr lang="en-US" altLang="zh-HK" sz="800" b="1" i="0" dirty="0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 </a:t>
                      </a:r>
                    </a:p>
                    <a:p>
                      <a:pPr algn="l"/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Bronze columns +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Derived columns: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mob,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dpd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installments_missed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first_missed_date</a:t>
                      </a:r>
                      <a:endParaRPr lang="en-US" altLang="zh-HK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Various</a:t>
                      </a:r>
                    </a:p>
                    <a:p>
                      <a:pPr algn="l"/>
                      <a:endParaRPr lang="en-US" sz="6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l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50325"/>
                  </a:ext>
                </a:extLst>
              </a:tr>
            </a:tbl>
          </a:graphicData>
        </a:graphic>
      </p:graphicFrame>
      <p:graphicFrame>
        <p:nvGraphicFramePr>
          <p:cNvPr id="3" name="Table 4">
            <a:extLst>
              <a:ext uri="{FF2B5EF4-FFF2-40B4-BE49-F238E27FC236}">
                <a16:creationId xmlns:a16="http://schemas.microsoft.com/office/drawing/2014/main" id="{A0FDDCDB-4C45-B6D0-DE4B-25E0B486FDF0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078553387"/>
              </p:ext>
            </p:extLst>
          </p:nvPr>
        </p:nvGraphicFramePr>
        <p:xfrm>
          <a:off x="7662980" y="1291715"/>
          <a:ext cx="4205170" cy="4937760"/>
        </p:xfrm>
        <a:graphic>
          <a:graphicData uri="http://schemas.openxmlformats.org/drawingml/2006/table">
            <a:tbl>
              <a:tblPr firstRow="1" lastCol="1" bandRow="1">
                <a:tableStyleId>{5C22544A-7EE6-4342-B048-85BDC9FD1C3A}</a:tableStyleId>
              </a:tblPr>
              <a:tblGrid>
                <a:gridCol w="1290389">
                  <a:extLst>
                    <a:ext uri="{9D8B030D-6E8A-4147-A177-3AD203B41FA5}">
                      <a16:colId xmlns:a16="http://schemas.microsoft.com/office/drawing/2014/main" val="1689330750"/>
                    </a:ext>
                  </a:extLst>
                </a:gridCol>
                <a:gridCol w="2124206">
                  <a:extLst>
                    <a:ext uri="{9D8B030D-6E8A-4147-A177-3AD203B41FA5}">
                      <a16:colId xmlns:a16="http://schemas.microsoft.com/office/drawing/2014/main" val="2660631934"/>
                    </a:ext>
                  </a:extLst>
                </a:gridCol>
                <a:gridCol w="790575">
                  <a:extLst>
                    <a:ext uri="{9D8B030D-6E8A-4147-A177-3AD203B41FA5}">
                      <a16:colId xmlns:a16="http://schemas.microsoft.com/office/drawing/2014/main" val="3909717689"/>
                    </a:ext>
                  </a:extLst>
                </a:gridCol>
              </a:tblGrid>
              <a:tr h="428179"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1400" b="1" dirty="0">
                          <a:solidFill>
                            <a:schemeClr val="bg1"/>
                          </a:solidFill>
                          <a:latin typeface="+mj-lt"/>
                        </a:rPr>
                        <a:t>Gold Stores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C83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b="1" i="0" dirty="0">
                          <a:solidFill>
                            <a:schemeClr val="bg1"/>
                          </a:solidFill>
                          <a:latin typeface="+mj-lt"/>
                          <a:cs typeface="Segoe UI Light" panose="020B0502040204020203" pitchFamily="34" charset="0"/>
                        </a:rPr>
                        <a:t>Columns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C830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1200" b="1" i="0" dirty="0">
                          <a:solidFill>
                            <a:schemeClr val="bg1"/>
                          </a:solidFill>
                          <a:latin typeface="Tw Cen MT" panose="020B0602020104020603" pitchFamily="34" charset="77"/>
                          <a:cs typeface="Segoe UI Light" panose="020B0502040204020203" pitchFamily="34" charset="0"/>
                        </a:rPr>
                        <a:t>Enforced Schema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ECC83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79928716"/>
                  </a:ext>
                </a:extLst>
              </a:tr>
              <a:tr h="3682341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dirty="0" err="1">
                          <a:solidFill>
                            <a:schemeClr val="bg1"/>
                          </a:solidFill>
                          <a:latin typeface="+mn-lt"/>
                        </a:rPr>
                        <a:t>gold_feature_store</a:t>
                      </a:r>
                      <a:endParaRPr lang="en-US" altLang="zh-HK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Metadata: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label_snapshot_date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attributes_snapshot_date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financials_snapshot_date</a:t>
                      </a:r>
                      <a:endParaRPr lang="en-US" altLang="zh-HK" sz="600" dirty="0">
                        <a:solidFill>
                          <a:schemeClr val="bg1"/>
                        </a:solidFill>
                        <a:latin typeface="+mn-lt"/>
                      </a:endParaRP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Attributes: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Age_bin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Occupation</a:t>
                      </a: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Financials: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Annual_Income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Monthly_Inhand_Salary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Num_Bank_Accounts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Num_Credit_Card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Num_of_Loan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Type_of_Loan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Interest_Rate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Delay_from_due_date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Num_of_Delayed_Payment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Num_Credit_Inquiries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Outstanding_Debt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Credit_Utilization_Ratio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Credit_History_Age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Total_EMI_per_month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Amount_invested_monthly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Monthly_Balance</a:t>
                      </a:r>
                      <a:endParaRPr lang="en-US" altLang="zh-HK" sz="600" dirty="0">
                        <a:solidFill>
                          <a:schemeClr val="bg1"/>
                        </a:solidFill>
                        <a:latin typeface="+mn-lt"/>
                      </a:endParaRP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Encodings: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Credit_Mix_Enc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Payment_of_Min_Amount_Enc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Payment_Behaviour_Spent_Enc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Payment_Behaviour_Payment_Enc</a:t>
                      </a:r>
                      <a:endParaRPr lang="en-US" altLang="zh-HK" sz="600" dirty="0">
                        <a:solidFill>
                          <a:schemeClr val="bg1"/>
                        </a:solidFill>
                        <a:latin typeface="+mn-lt"/>
                      </a:endParaRP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Engineered ratios: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emi_to_income_ratio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debt_to_income_ratio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avg_delay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balance_to_income_ratio</a:t>
                      </a:r>
                      <a:endParaRPr lang="en-US" altLang="zh-HK" sz="600" dirty="0">
                        <a:solidFill>
                          <a:schemeClr val="bg1"/>
                        </a:solidFill>
                        <a:latin typeface="+mn-lt"/>
                      </a:endParaRPr>
                    </a:p>
                    <a:p>
                      <a:pPr marL="357188" marR="0" lvl="1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Flags: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high_credit_inquiry_flag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high_utilization_flag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high_emi_burden_flag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negative_balance_flag</a:t>
                      </a:r>
                      <a:endParaRPr lang="en-US" altLang="zh-HK" sz="600" dirty="0">
                        <a:solidFill>
                          <a:schemeClr val="bg1"/>
                        </a:solidFill>
                        <a:latin typeface="+mn-lt"/>
                      </a:endParaRPr>
                    </a:p>
                    <a:p>
                      <a:pPr marL="171450" marR="0" lvl="0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Clickstream features: </a:t>
                      </a:r>
                    </a:p>
                    <a:p>
                      <a:pPr marL="539750" marR="0" lvl="2" indent="-17145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en-US" altLang="zh-HK" sz="600" kern="1200" dirty="0">
                          <a:solidFill>
                            <a:schemeClr val="bg1"/>
                          </a:solidFill>
                          <a:latin typeface="+mn-lt"/>
                          <a:ea typeface="+mn-ea"/>
                          <a:cs typeface="+mn-cs"/>
                        </a:rPr>
                        <a:t>fe_1_mean … fe_20_mean</a:t>
                      </a:r>
                      <a:endParaRPr lang="en-US" sz="600" kern="1200" dirty="0">
                        <a:solidFill>
                          <a:schemeClr val="bg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5C8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6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   </a:t>
                      </a:r>
                    </a:p>
                    <a:p>
                      <a:pPr algn="ctr"/>
                      <a:endParaRPr lang="en-US" sz="6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 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BOOLEAN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BOOLEAN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BOOLEAN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BOOLEAN</a:t>
                      </a:r>
                    </a:p>
                    <a:p>
                      <a:pPr algn="ctr"/>
                      <a:endParaRPr lang="en-US" sz="6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FLOAT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665C8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34243071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l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800" b="1" i="0" dirty="0" err="1">
                          <a:solidFill>
                            <a:schemeClr val="bg1"/>
                          </a:solidFill>
                          <a:latin typeface="+mn-lt"/>
                          <a:cs typeface="Segoe UI Light" panose="020B0502040204020203" pitchFamily="34" charset="0"/>
                        </a:rPr>
                        <a:t>gold_label_store</a:t>
                      </a:r>
                      <a:endParaRPr lang="en-US" sz="800" b="1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5"/>
                    </a:solidFill>
                  </a:tcPr>
                </a:tc>
                <a:tc>
                  <a:txBody>
                    <a:bodyPr/>
                    <a:lstStyle/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loan_id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Customer_ID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label,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label_def</a:t>
                      </a:r>
                      <a:r>
                        <a:rPr lang="en-US" altLang="zh-HK" sz="600" dirty="0">
                          <a:solidFill>
                            <a:schemeClr val="bg1"/>
                          </a:solidFill>
                          <a:latin typeface="+mn-lt"/>
                        </a:rPr>
                        <a:t>, </a:t>
                      </a:r>
                    </a:p>
                    <a:p>
                      <a:pPr marL="171450" indent="-171450" algn="l">
                        <a:buFont typeface="Arial" panose="020B0604020202020204" pitchFamily="34" charset="0"/>
                        <a:buChar char="•"/>
                      </a:pPr>
                      <a:r>
                        <a:rPr lang="en-US" altLang="zh-HK" sz="600" dirty="0" err="1">
                          <a:solidFill>
                            <a:schemeClr val="bg1"/>
                          </a:solidFill>
                          <a:latin typeface="+mn-lt"/>
                        </a:rPr>
                        <a:t>snapshot_date</a:t>
                      </a:r>
                      <a:endParaRPr lang="en-US" altLang="zh-HK" sz="600" b="0" i="0" dirty="0">
                        <a:solidFill>
                          <a:schemeClr val="bg1"/>
                        </a:solidFill>
                        <a:latin typeface="+mn-lt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377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zh-HK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</a:t>
                      </a:r>
                      <a:endParaRPr lang="en-US" sz="6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INT 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STRING</a:t>
                      </a:r>
                    </a:p>
                    <a:p>
                      <a:pPr algn="ctr"/>
                      <a:r>
                        <a:rPr lang="en-US" sz="600" b="0" i="0" dirty="0">
                          <a:solidFill>
                            <a:schemeClr val="bg1"/>
                          </a:solidFill>
                          <a:latin typeface="Segoe UI Light" panose="020B0502040204020203" pitchFamily="34" charset="0"/>
                          <a:cs typeface="Segoe UI Light" panose="020B0502040204020203" pitchFamily="34" charset="0"/>
                        </a:rPr>
                        <a:t>DATE</a:t>
                      </a:r>
                      <a:endParaRPr lang="en-US" sz="1200" b="0" i="0" dirty="0">
                        <a:solidFill>
                          <a:schemeClr val="bg1"/>
                        </a:solidFill>
                        <a:latin typeface="Segoe UI Light" panose="020B0502040204020203" pitchFamily="34" charset="0"/>
                        <a:cs typeface="Segoe UI Light" panose="020B0502040204020203" pitchFamily="34" charset="0"/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accent3">
                          <a:lumMod val="2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alpha val="4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09503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38075988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bg>
      <p:bgPr>
        <a:solidFill>
          <a:schemeClr val="accent3">
            <a:lumMod val="25000"/>
          </a:schemeClr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14A5818-DBB5-4B0E-0EBB-AA28715896D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Rectangle: Rounded Corners 34">
            <a:extLst>
              <a:ext uri="{FF2B5EF4-FFF2-40B4-BE49-F238E27FC236}">
                <a16:creationId xmlns:a16="http://schemas.microsoft.com/office/drawing/2014/main" id="{92415EF6-6D31-9290-AE3B-98456CD3800E}"/>
              </a:ext>
            </a:extLst>
          </p:cNvPr>
          <p:cNvSpPr>
            <a:spLocks/>
          </p:cNvSpPr>
          <p:nvPr/>
        </p:nvSpPr>
        <p:spPr>
          <a:xfrm>
            <a:off x="8102930" y="1112997"/>
            <a:ext cx="3787603" cy="3931558"/>
          </a:xfrm>
          <a:prstGeom prst="roundRect">
            <a:avLst>
              <a:gd name="adj" fmla="val 4948"/>
            </a:avLst>
          </a:prstGeom>
          <a:solidFill>
            <a:srgbClr val="D0B74C">
              <a:alpha val="2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1D88663-7CDC-80AB-5286-19CD732E32C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4562782" y="4993841"/>
            <a:ext cx="2518434" cy="865164"/>
          </a:xfrm>
        </p:spPr>
        <p:txBody>
          <a:bodyPr/>
          <a:lstStyle/>
          <a:p>
            <a:r>
              <a:rPr lang="en-US" altLang="zh-HK" sz="1200" dirty="0"/>
              <a:t>Keep data untouched for audit trail.</a:t>
            </a:r>
          </a:p>
          <a:p>
            <a:r>
              <a:rPr lang="en-US" sz="1200" dirty="0"/>
              <a:t>Partition by snapshot month for reproducibility.</a:t>
            </a:r>
          </a:p>
          <a:p>
            <a:r>
              <a:rPr lang="en-US" sz="1200" dirty="0"/>
              <a:t>No schema enforcement on plaintext csv file.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B9911851-E6DF-24FD-7E8D-8B6D57F8FEA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11</a:t>
            </a:fld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8DDE1B8B-D485-872C-35FF-0ABDCA8596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486" y="6972"/>
            <a:ext cx="8878824" cy="1069848"/>
          </a:xfrm>
        </p:spPr>
        <p:txBody>
          <a:bodyPr/>
          <a:lstStyle/>
          <a:p>
            <a:r>
              <a:rPr lang="en-US" altLang="zh-HK" dirty="0"/>
              <a:t>Raw Data to </a:t>
            </a:r>
            <a:r>
              <a:rPr lang="en-US" altLang="zh-HK" dirty="0">
                <a:solidFill>
                  <a:srgbClr val="D0B74C"/>
                </a:solidFill>
              </a:rPr>
              <a:t>Bronze</a:t>
            </a:r>
            <a:endParaRPr lang="en-US" dirty="0">
              <a:solidFill>
                <a:srgbClr val="D0B74C"/>
              </a:solidFill>
            </a:endParaRPr>
          </a:p>
        </p:txBody>
      </p:sp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D536939D-F4CD-7AEE-9980-7BA7514F9C1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555118" y="4652267"/>
            <a:ext cx="2518434" cy="493776"/>
          </a:xfrm>
        </p:spPr>
        <p:txBody>
          <a:bodyPr/>
          <a:lstStyle/>
          <a:p>
            <a:r>
              <a:rPr lang="en-US" altLang="zh-HK" sz="1800" dirty="0"/>
              <a:t>Design Decisions</a:t>
            </a:r>
            <a:endParaRPr lang="zh-HK" altLang="en-US" sz="1800" dirty="0"/>
          </a:p>
        </p:txBody>
      </p:sp>
      <p:grpSp>
        <p:nvGrpSpPr>
          <p:cNvPr id="159" name="Group 158">
            <a:extLst>
              <a:ext uri="{FF2B5EF4-FFF2-40B4-BE49-F238E27FC236}">
                <a16:creationId xmlns:a16="http://schemas.microsoft.com/office/drawing/2014/main" id="{1AF2BED4-6AF5-98C4-92F7-786796B8A44D}"/>
              </a:ext>
            </a:extLst>
          </p:cNvPr>
          <p:cNvGrpSpPr/>
          <p:nvPr/>
        </p:nvGrpSpPr>
        <p:grpSpPr>
          <a:xfrm>
            <a:off x="4573404" y="1112997"/>
            <a:ext cx="2515802" cy="2700426"/>
            <a:chOff x="4586325" y="1462732"/>
            <a:chExt cx="2515802" cy="2700426"/>
          </a:xfrm>
        </p:grpSpPr>
        <p:sp>
          <p:nvSpPr>
            <p:cNvPr id="16" name="Rectangle: Rounded Corners 15">
              <a:extLst>
                <a:ext uri="{FF2B5EF4-FFF2-40B4-BE49-F238E27FC236}">
                  <a16:creationId xmlns:a16="http://schemas.microsoft.com/office/drawing/2014/main" id="{8B78ED48-BAB7-7214-2E92-2E4FAA3F494A}"/>
                </a:ext>
              </a:extLst>
            </p:cNvPr>
            <p:cNvSpPr/>
            <p:nvPr/>
          </p:nvSpPr>
          <p:spPr>
            <a:xfrm>
              <a:off x="4586325" y="1462732"/>
              <a:ext cx="2515802" cy="2700426"/>
            </a:xfrm>
            <a:prstGeom prst="roundRect">
              <a:avLst>
                <a:gd name="adj" fmla="val 4948"/>
              </a:avLst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sp>
          <p:nvSpPr>
            <p:cNvPr id="5" name="Content Placeholder 3">
              <a:extLst>
                <a:ext uri="{FF2B5EF4-FFF2-40B4-BE49-F238E27FC236}">
                  <a16:creationId xmlns:a16="http://schemas.microsoft.com/office/drawing/2014/main" id="{7B8B47C0-6976-F479-9ABF-566DE88CE5BC}"/>
                </a:ext>
              </a:extLst>
            </p:cNvPr>
            <p:cNvSpPr txBox="1">
              <a:spLocks/>
            </p:cNvSpPr>
            <p:nvPr/>
          </p:nvSpPr>
          <p:spPr>
            <a:xfrm>
              <a:off x="4648563" y="1585267"/>
              <a:ext cx="2320147" cy="1693056"/>
            </a:xfrm>
            <a:prstGeom prst="rect">
              <a:avLst/>
            </a:prstGeom>
          </p:spPr>
          <p:txBody>
            <a:bodyPr vert="horz" lIns="91440" tIns="45720" rIns="91440" bIns="45720" rtlCol="0">
              <a:noAutofit/>
            </a:bodyPr>
            <a:lstStyle>
              <a:lvl1pPr marL="228600" indent="-228600" algn="l" defTabSz="914400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8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1pPr>
              <a:lvl2pPr marL="685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6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1143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4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600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20574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Char char="o"/>
                <a:defRPr sz="1200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5146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9718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4290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886200" indent="-228600" algn="l" defTabSz="914400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Char char="•"/>
                <a:defRPr sz="1800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marL="533400" indent="0">
                <a:buNone/>
              </a:pPr>
              <a:r>
                <a:rPr lang="en-US" altLang="zh-HK" sz="2400" b="1" dirty="0">
                  <a:latin typeface="+mj-lt"/>
                  <a:ea typeface="+mj-ea"/>
                </a:rPr>
                <a:t>ETL</a:t>
              </a:r>
            </a:p>
            <a:p>
              <a:r>
                <a:rPr lang="en-US" altLang="zh-HK" sz="1400" b="1" dirty="0">
                  <a:solidFill>
                    <a:schemeClr val="accent1"/>
                  </a:solidFill>
                </a:rPr>
                <a:t>Extract:</a:t>
              </a:r>
              <a:r>
                <a:rPr lang="en-US" altLang="zh-HK" sz="1400" dirty="0">
                  <a:solidFill>
                    <a:schemeClr val="accent1"/>
                  </a:solidFill>
                </a:rPr>
                <a:t> </a:t>
              </a:r>
              <a:r>
                <a:rPr lang="en-US" altLang="zh-HK" sz="1400" dirty="0"/>
                <a:t>Loans, Clickstream, Financials</a:t>
              </a:r>
            </a:p>
            <a:p>
              <a:r>
                <a:rPr lang="en-US" altLang="zh-HK" sz="1400" b="1" dirty="0">
                  <a:solidFill>
                    <a:schemeClr val="accent1"/>
                  </a:solidFill>
                </a:rPr>
                <a:t>Transform: </a:t>
              </a:r>
              <a:r>
                <a:rPr lang="en-US" altLang="zh-HK" sz="1400" dirty="0"/>
                <a:t>Keep minimal and just filtering by snapshot date.</a:t>
              </a:r>
            </a:p>
            <a:p>
              <a:r>
                <a:rPr lang="en-US" altLang="zh-HK" sz="1400" b="1" dirty="0">
                  <a:solidFill>
                    <a:schemeClr val="accent1"/>
                  </a:solidFill>
                </a:rPr>
                <a:t>Load: </a:t>
              </a:r>
              <a:r>
                <a:rPr lang="en-US" altLang="zh-HK" sz="1400" dirty="0"/>
                <a:t>Stored as partitioned CSVs by snapshot dates in individual data store</a:t>
              </a:r>
              <a:r>
                <a:rPr lang="en-US" altLang="zh-HK" sz="1600" dirty="0"/>
                <a:t>.</a:t>
              </a:r>
            </a:p>
          </p:txBody>
        </p:sp>
        <p:pic>
          <p:nvPicPr>
            <p:cNvPr id="12" name="Graphic 11" descr="Circles with arrows with solid fill">
              <a:extLst>
                <a:ext uri="{FF2B5EF4-FFF2-40B4-BE49-F238E27FC236}">
                  <a16:creationId xmlns:a16="http://schemas.microsoft.com/office/drawing/2014/main" id="{1C0BF736-4FF9-7198-BD73-7E8EF22FD9C8}"/>
                </a:ext>
              </a:extLst>
            </p:cNvPr>
            <p:cNvPicPr>
              <a:picLocks/>
            </p:cNvPicPr>
            <p:nvPr/>
          </p:nvPicPr>
          <p:blipFill>
            <a:blip r:embed="rId2">
              <a:extLst>
                <a:ext uri="{96DAC541-7B7A-43D3-8B79-37D633B846F1}">
                  <asvg:svgBlip xmlns:asvg="http://schemas.microsoft.com/office/drawing/2016/SVG/main" r:embed="rId3"/>
                </a:ext>
              </a:extLst>
            </a:blip>
            <a:stretch>
              <a:fillRect/>
            </a:stretch>
          </p:blipFill>
          <p:spPr>
            <a:xfrm>
              <a:off x="4625244" y="1495459"/>
              <a:ext cx="576000" cy="576000"/>
            </a:xfrm>
            <a:prstGeom prst="rect">
              <a:avLst/>
            </a:prstGeom>
          </p:spPr>
        </p:pic>
      </p:grpSp>
      <p:grpSp>
        <p:nvGrpSpPr>
          <p:cNvPr id="21" name="Group 20">
            <a:extLst>
              <a:ext uri="{FF2B5EF4-FFF2-40B4-BE49-F238E27FC236}">
                <a16:creationId xmlns:a16="http://schemas.microsoft.com/office/drawing/2014/main" id="{60E8C7A6-C2F3-FF64-F200-4DF7D33EDFD0}"/>
              </a:ext>
            </a:extLst>
          </p:cNvPr>
          <p:cNvGrpSpPr/>
          <p:nvPr/>
        </p:nvGrpSpPr>
        <p:grpSpPr>
          <a:xfrm>
            <a:off x="2408952" y="2891264"/>
            <a:ext cx="1071589" cy="971219"/>
            <a:chOff x="1564949" y="2869825"/>
            <a:chExt cx="1071589" cy="971219"/>
          </a:xfrm>
        </p:grpSpPr>
        <p:pic>
          <p:nvPicPr>
            <p:cNvPr id="18" name="Graphic 17" descr="Document outline">
              <a:extLst>
                <a:ext uri="{FF2B5EF4-FFF2-40B4-BE49-F238E27FC236}">
                  <a16:creationId xmlns:a16="http://schemas.microsoft.com/office/drawing/2014/main" id="{4D1876B8-123C-6936-649A-B3C25B9F0CEE}"/>
                </a:ext>
              </a:extLst>
            </p:cNvPr>
            <p:cNvPicPr>
              <a:picLocks noChangeAspect="1"/>
            </p:cNvPicPr>
            <p:nvPr/>
          </p:nvPicPr>
          <p:blipFill>
            <a:blip r:embed="rId4">
              <a:extLst>
                <a:ext uri="{96DAC541-7B7A-43D3-8B79-37D633B846F1}">
                  <asvg:svgBlip xmlns:asvg="http://schemas.microsoft.com/office/drawing/2016/SVG/main" r:embed="rId5"/>
                </a:ext>
              </a:extLst>
            </a:blip>
            <a:srcRect/>
            <a:stretch/>
          </p:blipFill>
          <p:spPr>
            <a:xfrm>
              <a:off x="1665088" y="3178322"/>
              <a:ext cx="662722" cy="662722"/>
            </a:xfrm>
            <a:prstGeom prst="rect">
              <a:avLst/>
            </a:prstGeom>
          </p:spPr>
        </p:pic>
        <p:sp>
          <p:nvSpPr>
            <p:cNvPr id="20" name="Text Placeholder 14">
              <a:extLst>
                <a:ext uri="{FF2B5EF4-FFF2-40B4-BE49-F238E27FC236}">
                  <a16:creationId xmlns:a16="http://schemas.microsoft.com/office/drawing/2014/main" id="{1360334F-38A8-AE9C-A27C-DFE735BA505F}"/>
                </a:ext>
              </a:extLst>
            </p:cNvPr>
            <p:cNvSpPr txBox="1">
              <a:spLocks/>
            </p:cNvSpPr>
            <p:nvPr/>
          </p:nvSpPr>
          <p:spPr>
            <a:xfrm>
              <a:off x="1564949" y="2869825"/>
              <a:ext cx="1071589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Loans</a:t>
              </a:r>
              <a:endParaRPr lang="zh-HK" altLang="en-US" sz="1600" dirty="0"/>
            </a:p>
          </p:txBody>
        </p:sp>
      </p:grpSp>
      <p:grpSp>
        <p:nvGrpSpPr>
          <p:cNvPr id="25" name="Group 24">
            <a:extLst>
              <a:ext uri="{FF2B5EF4-FFF2-40B4-BE49-F238E27FC236}">
                <a16:creationId xmlns:a16="http://schemas.microsoft.com/office/drawing/2014/main" id="{FC5D910B-93AE-4EAC-74E0-E591B1C0FFCA}"/>
              </a:ext>
            </a:extLst>
          </p:cNvPr>
          <p:cNvGrpSpPr/>
          <p:nvPr/>
        </p:nvGrpSpPr>
        <p:grpSpPr>
          <a:xfrm>
            <a:off x="2021698" y="1655057"/>
            <a:ext cx="1693380" cy="988799"/>
            <a:chOff x="1583220" y="1296412"/>
            <a:chExt cx="1693380" cy="988799"/>
          </a:xfrm>
        </p:grpSpPr>
        <p:pic>
          <p:nvPicPr>
            <p:cNvPr id="13" name="Graphic 12" descr="Document outline">
              <a:extLst>
                <a:ext uri="{FF2B5EF4-FFF2-40B4-BE49-F238E27FC236}">
                  <a16:creationId xmlns:a16="http://schemas.microsoft.com/office/drawing/2014/main" id="{3CBBEE36-8ABF-49F2-324F-B81099291822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2029106" y="1622489"/>
              <a:ext cx="662722" cy="662722"/>
            </a:xfrm>
            <a:prstGeom prst="rect">
              <a:avLst/>
            </a:prstGeom>
          </p:spPr>
        </p:pic>
        <p:sp>
          <p:nvSpPr>
            <p:cNvPr id="22" name="Text Placeholder 14">
              <a:extLst>
                <a:ext uri="{FF2B5EF4-FFF2-40B4-BE49-F238E27FC236}">
                  <a16:creationId xmlns:a16="http://schemas.microsoft.com/office/drawing/2014/main" id="{F3EC42AB-90BB-2BBD-B37F-A8F8D87B51F5}"/>
                </a:ext>
              </a:extLst>
            </p:cNvPr>
            <p:cNvSpPr txBox="1">
              <a:spLocks/>
            </p:cNvSpPr>
            <p:nvPr/>
          </p:nvSpPr>
          <p:spPr>
            <a:xfrm>
              <a:off x="1583220" y="1296412"/>
              <a:ext cx="1693380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Clickstream</a:t>
              </a:r>
              <a:endParaRPr lang="zh-HK" altLang="en-US" sz="1600" dirty="0"/>
            </a:p>
          </p:txBody>
        </p:sp>
      </p:grp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08853D1-1B5F-82C7-23EC-7FF501F363DE}"/>
              </a:ext>
            </a:extLst>
          </p:cNvPr>
          <p:cNvGrpSpPr/>
          <p:nvPr/>
        </p:nvGrpSpPr>
        <p:grpSpPr>
          <a:xfrm>
            <a:off x="1086343" y="1103416"/>
            <a:ext cx="1693380" cy="979386"/>
            <a:chOff x="634429" y="996401"/>
            <a:chExt cx="1693380" cy="979386"/>
          </a:xfrm>
        </p:grpSpPr>
        <p:pic>
          <p:nvPicPr>
            <p:cNvPr id="9" name="Graphic 8" descr="Document outline">
              <a:extLst>
                <a:ext uri="{FF2B5EF4-FFF2-40B4-BE49-F238E27FC236}">
                  <a16:creationId xmlns:a16="http://schemas.microsoft.com/office/drawing/2014/main" id="{2C6615D8-1332-7F47-0B0F-332AD09669F9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55564" y="1313065"/>
              <a:ext cx="662722" cy="662722"/>
            </a:xfrm>
            <a:prstGeom prst="rect">
              <a:avLst/>
            </a:prstGeom>
          </p:spPr>
        </p:pic>
        <p:sp>
          <p:nvSpPr>
            <p:cNvPr id="23" name="Text Placeholder 14">
              <a:extLst>
                <a:ext uri="{FF2B5EF4-FFF2-40B4-BE49-F238E27FC236}">
                  <a16:creationId xmlns:a16="http://schemas.microsoft.com/office/drawing/2014/main" id="{DAD77C66-0CC1-7C13-8E17-4216E43F87DE}"/>
                </a:ext>
              </a:extLst>
            </p:cNvPr>
            <p:cNvSpPr txBox="1">
              <a:spLocks/>
            </p:cNvSpPr>
            <p:nvPr/>
          </p:nvSpPr>
          <p:spPr>
            <a:xfrm>
              <a:off x="634429" y="996401"/>
              <a:ext cx="1693380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Attributes</a:t>
              </a:r>
              <a:endParaRPr lang="zh-HK" altLang="en-US" sz="16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CCE9ACC8-6FB4-7844-259E-F972FF3F57B6}"/>
              </a:ext>
            </a:extLst>
          </p:cNvPr>
          <p:cNvGrpSpPr/>
          <p:nvPr/>
        </p:nvGrpSpPr>
        <p:grpSpPr>
          <a:xfrm>
            <a:off x="931150" y="2208123"/>
            <a:ext cx="1693380" cy="1057891"/>
            <a:chOff x="610821" y="2100027"/>
            <a:chExt cx="1693380" cy="1057891"/>
          </a:xfrm>
        </p:grpSpPr>
        <p:pic>
          <p:nvPicPr>
            <p:cNvPr id="14" name="Graphic 13" descr="Document outline">
              <a:extLst>
                <a:ext uri="{FF2B5EF4-FFF2-40B4-BE49-F238E27FC236}">
                  <a16:creationId xmlns:a16="http://schemas.microsoft.com/office/drawing/2014/main" id="{487C9334-F3FC-236E-CB24-C1299A7FC34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955564" y="2100027"/>
              <a:ext cx="662722" cy="662722"/>
            </a:xfrm>
            <a:prstGeom prst="rect">
              <a:avLst/>
            </a:prstGeom>
          </p:spPr>
        </p:pic>
        <p:sp>
          <p:nvSpPr>
            <p:cNvPr id="24" name="Text Placeholder 14">
              <a:extLst>
                <a:ext uri="{FF2B5EF4-FFF2-40B4-BE49-F238E27FC236}">
                  <a16:creationId xmlns:a16="http://schemas.microsoft.com/office/drawing/2014/main" id="{BD93B105-C10D-ABBE-D17D-8D052C66A3C2}"/>
                </a:ext>
              </a:extLst>
            </p:cNvPr>
            <p:cNvSpPr txBox="1">
              <a:spLocks/>
            </p:cNvSpPr>
            <p:nvPr/>
          </p:nvSpPr>
          <p:spPr>
            <a:xfrm>
              <a:off x="610821" y="2664142"/>
              <a:ext cx="1693380" cy="493776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600" dirty="0"/>
                <a:t>Financials</a:t>
              </a:r>
              <a:endParaRPr lang="zh-HK" altLang="en-US" sz="1600" dirty="0"/>
            </a:p>
          </p:txBody>
        </p:sp>
      </p:grpSp>
      <p:sp>
        <p:nvSpPr>
          <p:cNvPr id="28" name="Arrow: Right 27">
            <a:extLst>
              <a:ext uri="{FF2B5EF4-FFF2-40B4-BE49-F238E27FC236}">
                <a16:creationId xmlns:a16="http://schemas.microsoft.com/office/drawing/2014/main" id="{359F5CC8-7100-5045-CE58-75F2E2F19A90}"/>
              </a:ext>
            </a:extLst>
          </p:cNvPr>
          <p:cNvSpPr/>
          <p:nvPr/>
        </p:nvSpPr>
        <p:spPr>
          <a:xfrm>
            <a:off x="3747113" y="2206001"/>
            <a:ext cx="523646" cy="47662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36" name="Content Placeholder 3">
            <a:extLst>
              <a:ext uri="{FF2B5EF4-FFF2-40B4-BE49-F238E27FC236}">
                <a16:creationId xmlns:a16="http://schemas.microsoft.com/office/drawing/2014/main" id="{DD505391-CB6B-E8C2-5AA8-42CA962EA897}"/>
              </a:ext>
            </a:extLst>
          </p:cNvPr>
          <p:cNvSpPr txBox="1">
            <a:spLocks/>
          </p:cNvSpPr>
          <p:nvPr/>
        </p:nvSpPr>
        <p:spPr>
          <a:xfrm>
            <a:off x="8196631" y="1298589"/>
            <a:ext cx="3493040" cy="516367"/>
          </a:xfrm>
          <a:prstGeom prst="rect">
            <a:avLst/>
          </a:prstGeom>
          <a:noFill/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533400" indent="0">
              <a:buNone/>
            </a:pPr>
            <a:r>
              <a:rPr lang="en-US" altLang="zh-HK" sz="2400" b="1" dirty="0">
                <a:solidFill>
                  <a:srgbClr val="D0B74C"/>
                </a:solidFill>
                <a:latin typeface="+mj-lt"/>
                <a:ea typeface="+mj-ea"/>
              </a:rPr>
              <a:t>Bronze</a:t>
            </a:r>
          </a:p>
        </p:txBody>
      </p:sp>
      <p:sp>
        <p:nvSpPr>
          <p:cNvPr id="46" name="Text Placeholder 14">
            <a:extLst>
              <a:ext uri="{FF2B5EF4-FFF2-40B4-BE49-F238E27FC236}">
                <a16:creationId xmlns:a16="http://schemas.microsoft.com/office/drawing/2014/main" id="{28CFA2BB-6FCE-9CDF-B794-AB1133818C34}"/>
              </a:ext>
            </a:extLst>
          </p:cNvPr>
          <p:cNvSpPr txBox="1">
            <a:spLocks/>
          </p:cNvSpPr>
          <p:nvPr/>
        </p:nvSpPr>
        <p:spPr>
          <a:xfrm>
            <a:off x="9040598" y="1982959"/>
            <a:ext cx="2731848" cy="432022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600" dirty="0"/>
              <a:t>Jan     Feb     Mar             Dec</a:t>
            </a:r>
            <a:endParaRPr lang="zh-HK" altLang="en-US" sz="1600" dirty="0"/>
          </a:p>
        </p:txBody>
      </p:sp>
      <p:pic>
        <p:nvPicPr>
          <p:cNvPr id="67" name="Graphic 66" descr="Key with solid fill">
            <a:extLst>
              <a:ext uri="{FF2B5EF4-FFF2-40B4-BE49-F238E27FC236}">
                <a16:creationId xmlns:a16="http://schemas.microsoft.com/office/drawing/2014/main" id="{6E757C58-4B24-10C8-61A1-4DDBA7BD8BAA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11201726" y="1237544"/>
            <a:ext cx="504059" cy="504059"/>
          </a:xfrm>
          <a:prstGeom prst="rect">
            <a:avLst/>
          </a:prstGeom>
        </p:spPr>
      </p:pic>
      <p:pic>
        <p:nvPicPr>
          <p:cNvPr id="69" name="Graphic 68" descr="Database with solid fill">
            <a:extLst>
              <a:ext uri="{FF2B5EF4-FFF2-40B4-BE49-F238E27FC236}">
                <a16:creationId xmlns:a16="http://schemas.microsoft.com/office/drawing/2014/main" id="{D9948BDC-95D4-1A69-5DC6-C191D18ACAF8}"/>
              </a:ext>
            </a:extLst>
          </p:cNvPr>
          <p:cNvPicPr>
            <a:picLocks noChangeAspect="1"/>
          </p:cNvPicPr>
          <p:nvPr/>
        </p:nvPicPr>
        <p:blipFill>
          <a:blip r:embed="rId10">
            <a:extLst>
              <a:ext uri="{96DAC541-7B7A-43D3-8B79-37D633B846F1}">
                <asvg:svgBlip xmlns:asvg="http://schemas.microsoft.com/office/drawing/2016/SVG/main" r:embed="rId11"/>
              </a:ext>
            </a:extLst>
          </a:blip>
          <a:stretch>
            <a:fillRect/>
          </a:stretch>
        </p:blipFill>
        <p:spPr>
          <a:xfrm>
            <a:off x="8180517" y="1207940"/>
            <a:ext cx="627196" cy="627196"/>
          </a:xfrm>
          <a:prstGeom prst="rect">
            <a:avLst/>
          </a:prstGeom>
        </p:spPr>
      </p:pic>
      <p:sp>
        <p:nvSpPr>
          <p:cNvPr id="70" name="Text Placeholder 14">
            <a:extLst>
              <a:ext uri="{FF2B5EF4-FFF2-40B4-BE49-F238E27FC236}">
                <a16:creationId xmlns:a16="http://schemas.microsoft.com/office/drawing/2014/main" id="{BD600375-56D0-A3FC-152E-6B708AEDD111}"/>
              </a:ext>
            </a:extLst>
          </p:cNvPr>
          <p:cNvSpPr txBox="1">
            <a:spLocks/>
          </p:cNvSpPr>
          <p:nvPr/>
        </p:nvSpPr>
        <p:spPr>
          <a:xfrm>
            <a:off x="850392" y="3899997"/>
            <a:ext cx="2518435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800" dirty="0"/>
              <a:t>Raw Data</a:t>
            </a:r>
            <a:endParaRPr lang="zh-HK" altLang="en-US" sz="1800" dirty="0"/>
          </a:p>
        </p:txBody>
      </p:sp>
      <p:sp>
        <p:nvSpPr>
          <p:cNvPr id="71" name="Content Placeholder 3">
            <a:extLst>
              <a:ext uri="{FF2B5EF4-FFF2-40B4-BE49-F238E27FC236}">
                <a16:creationId xmlns:a16="http://schemas.microsoft.com/office/drawing/2014/main" id="{74B2540D-E179-38E7-AD7A-EBA8F651A8F4}"/>
              </a:ext>
            </a:extLst>
          </p:cNvPr>
          <p:cNvSpPr txBox="1">
            <a:spLocks/>
          </p:cNvSpPr>
          <p:nvPr/>
        </p:nvSpPr>
        <p:spPr>
          <a:xfrm>
            <a:off x="927328" y="4254337"/>
            <a:ext cx="2505295" cy="865164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zh-HK" sz="1200" dirty="0"/>
              <a:t>Various data sources:</a:t>
            </a:r>
          </a:p>
          <a:p>
            <a:r>
              <a:rPr lang="en-US" altLang="zh-HK" sz="1200" dirty="0"/>
              <a:t>Clickstream - User’s historical usage behavior on our bank’s app.</a:t>
            </a:r>
          </a:p>
          <a:p>
            <a:r>
              <a:rPr lang="en-US" sz="1200" dirty="0"/>
              <a:t>Attributes - User’s profile.</a:t>
            </a:r>
          </a:p>
          <a:p>
            <a:r>
              <a:rPr lang="en-US" sz="1200" dirty="0"/>
              <a:t>Financials - Users’ financials profile.</a:t>
            </a:r>
          </a:p>
          <a:p>
            <a:r>
              <a:rPr lang="en-US" sz="1200" dirty="0"/>
              <a:t>Loans – Loan records (target label table).</a:t>
            </a:r>
          </a:p>
          <a:p>
            <a:endParaRPr lang="en-US" sz="1200" dirty="0"/>
          </a:p>
        </p:txBody>
      </p:sp>
      <p:sp>
        <p:nvSpPr>
          <p:cNvPr id="72" name="Text Placeholder 14">
            <a:extLst>
              <a:ext uri="{FF2B5EF4-FFF2-40B4-BE49-F238E27FC236}">
                <a16:creationId xmlns:a16="http://schemas.microsoft.com/office/drawing/2014/main" id="{70490BF4-97CB-06BF-8B42-568393BC662B}"/>
              </a:ext>
            </a:extLst>
          </p:cNvPr>
          <p:cNvSpPr txBox="1">
            <a:spLocks/>
          </p:cNvSpPr>
          <p:nvPr/>
        </p:nvSpPr>
        <p:spPr>
          <a:xfrm>
            <a:off x="8023969" y="5466491"/>
            <a:ext cx="3621024" cy="493776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>
            <a:lvl1pPr marL="0" indent="0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400" b="1" kern="1200">
                <a:solidFill>
                  <a:schemeClr val="bg1"/>
                </a:solidFill>
                <a:latin typeface="+mj-lt"/>
                <a:ea typeface="+mn-ea"/>
                <a:cs typeface="Segoe UI" panose="020B0502040204020203" pitchFamily="34" charset="0"/>
              </a:defRPr>
            </a:lvl1pPr>
            <a:lvl2pPr marL="45718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20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914377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8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371566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1828754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None/>
              <a:defRPr sz="1600" b="1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285943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131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320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509" indent="0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b="1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361950"/>
            <a:r>
              <a:rPr lang="en-US" altLang="zh-HK" sz="1800" dirty="0"/>
              <a:t>Confidentiality </a:t>
            </a:r>
            <a:endParaRPr lang="zh-HK" altLang="en-US" sz="1800" dirty="0"/>
          </a:p>
        </p:txBody>
      </p:sp>
      <p:sp>
        <p:nvSpPr>
          <p:cNvPr id="73" name="Content Placeholder 3">
            <a:extLst>
              <a:ext uri="{FF2B5EF4-FFF2-40B4-BE49-F238E27FC236}">
                <a16:creationId xmlns:a16="http://schemas.microsoft.com/office/drawing/2014/main" id="{5CAA2637-75D1-2808-E07F-B143B60114F6}"/>
              </a:ext>
            </a:extLst>
          </p:cNvPr>
          <p:cNvSpPr txBox="1">
            <a:spLocks/>
          </p:cNvSpPr>
          <p:nvPr/>
        </p:nvSpPr>
        <p:spPr>
          <a:xfrm>
            <a:off x="8023969" y="5761018"/>
            <a:ext cx="3866564" cy="585273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594" indent="-228594" algn="l" defTabSz="914377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78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2971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160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349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537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726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8914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103" indent="-228594" algn="l" defTabSz="914377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sz="1200" dirty="0"/>
              <a:t>The bronze Datamart is classified as “Confidential” since Personal Identifiable Information (PII) information such as Name and SSN are stored in it</a:t>
            </a:r>
            <a:r>
              <a:rPr lang="en-US" sz="1200" dirty="0"/>
              <a:t>.</a:t>
            </a:r>
          </a:p>
          <a:p>
            <a:endParaRPr lang="en-US" dirty="0"/>
          </a:p>
        </p:txBody>
      </p:sp>
      <p:pic>
        <p:nvPicPr>
          <p:cNvPr id="78" name="Graphic 77" descr="Key with solid fill">
            <a:extLst>
              <a:ext uri="{FF2B5EF4-FFF2-40B4-BE49-F238E27FC236}">
                <a16:creationId xmlns:a16="http://schemas.microsoft.com/office/drawing/2014/main" id="{AF086C75-E724-3348-3314-81313568AD2D}"/>
              </a:ext>
            </a:extLst>
          </p:cNvPr>
          <p:cNvPicPr>
            <a:picLocks noChangeAspect="1"/>
          </p:cNvPicPr>
          <p:nvPr/>
        </p:nvPicPr>
        <p:blipFill>
          <a:blip r:embed="rId12">
            <a:extLst>
              <a:ext uri="{96DAC541-7B7A-43D3-8B79-37D633B846F1}">
                <asvg:svgBlip xmlns:asvg="http://schemas.microsoft.com/office/drawing/2016/SVG/main" r:embed="rId13"/>
              </a:ext>
            </a:extLst>
          </a:blip>
          <a:stretch>
            <a:fillRect/>
          </a:stretch>
        </p:blipFill>
        <p:spPr>
          <a:xfrm>
            <a:off x="8049135" y="5465000"/>
            <a:ext cx="364524" cy="364524"/>
          </a:xfrm>
          <a:prstGeom prst="rect">
            <a:avLst/>
          </a:prstGeom>
        </p:spPr>
      </p:pic>
      <p:grpSp>
        <p:nvGrpSpPr>
          <p:cNvPr id="79" name="Group 78">
            <a:extLst>
              <a:ext uri="{FF2B5EF4-FFF2-40B4-BE49-F238E27FC236}">
                <a16:creationId xmlns:a16="http://schemas.microsoft.com/office/drawing/2014/main" id="{D033E982-042B-CC7D-8755-3E7FA5596574}"/>
              </a:ext>
            </a:extLst>
          </p:cNvPr>
          <p:cNvGrpSpPr/>
          <p:nvPr/>
        </p:nvGrpSpPr>
        <p:grpSpPr>
          <a:xfrm>
            <a:off x="8191103" y="2359230"/>
            <a:ext cx="849495" cy="515336"/>
            <a:chOff x="1052605" y="1548561"/>
            <a:chExt cx="849495" cy="515336"/>
          </a:xfrm>
        </p:grpSpPr>
        <p:pic>
          <p:nvPicPr>
            <p:cNvPr id="80" name="Graphic 79" descr="User with solid fill">
              <a:extLst>
                <a:ext uri="{FF2B5EF4-FFF2-40B4-BE49-F238E27FC236}">
                  <a16:creationId xmlns:a16="http://schemas.microsoft.com/office/drawing/2014/main" id="{C75B975A-3B1C-38F2-2756-4F5084610C5B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96DAC541-7B7A-43D3-8B79-37D633B846F1}">
                  <asvg:svgBlip xmlns:asvg="http://schemas.microsoft.com/office/drawing/2016/SVG/main" r:embed="rId15"/>
                </a:ext>
              </a:extLst>
            </a:blip>
            <a:stretch>
              <a:fillRect/>
            </a:stretch>
          </p:blipFill>
          <p:spPr>
            <a:xfrm>
              <a:off x="1226195" y="1548561"/>
              <a:ext cx="359999" cy="360000"/>
            </a:xfrm>
            <a:prstGeom prst="rect">
              <a:avLst/>
            </a:prstGeom>
          </p:spPr>
        </p:pic>
        <p:sp>
          <p:nvSpPr>
            <p:cNvPr id="81" name="Text Placeholder 14">
              <a:extLst>
                <a:ext uri="{FF2B5EF4-FFF2-40B4-BE49-F238E27FC236}">
                  <a16:creationId xmlns:a16="http://schemas.microsoft.com/office/drawing/2014/main" id="{D16C40D1-498A-72E2-85BC-D834E594645E}"/>
                </a:ext>
              </a:extLst>
            </p:cNvPr>
            <p:cNvSpPr txBox="1">
              <a:spLocks/>
            </p:cNvSpPr>
            <p:nvPr/>
          </p:nvSpPr>
          <p:spPr>
            <a:xfrm>
              <a:off x="1052605" y="1827355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Attributes</a:t>
              </a:r>
              <a:endParaRPr lang="zh-HK" altLang="en-US" sz="1200" dirty="0"/>
            </a:p>
          </p:txBody>
        </p:sp>
      </p:grpSp>
      <p:grpSp>
        <p:nvGrpSpPr>
          <p:cNvPr id="82" name="Group 81">
            <a:extLst>
              <a:ext uri="{FF2B5EF4-FFF2-40B4-BE49-F238E27FC236}">
                <a16:creationId xmlns:a16="http://schemas.microsoft.com/office/drawing/2014/main" id="{BEE09A8E-2221-9B8C-B6EA-6B362B6692FF}"/>
              </a:ext>
            </a:extLst>
          </p:cNvPr>
          <p:cNvGrpSpPr/>
          <p:nvPr/>
        </p:nvGrpSpPr>
        <p:grpSpPr>
          <a:xfrm>
            <a:off x="8201412" y="3031654"/>
            <a:ext cx="849495" cy="515336"/>
            <a:chOff x="1185793" y="2536687"/>
            <a:chExt cx="849495" cy="515336"/>
          </a:xfrm>
        </p:grpSpPr>
        <p:pic>
          <p:nvPicPr>
            <p:cNvPr id="83" name="Graphic 82" descr="Calculator with solid fill">
              <a:extLst>
                <a:ext uri="{FF2B5EF4-FFF2-40B4-BE49-F238E27FC236}">
                  <a16:creationId xmlns:a16="http://schemas.microsoft.com/office/drawing/2014/main" id="{C2B16571-2821-F75E-40D4-171DF81B1BA7}"/>
                </a:ext>
              </a:extLst>
            </p:cNvPr>
            <p:cNvPicPr>
              <a:picLocks noChangeAspect="1"/>
            </p:cNvPicPr>
            <p:nvPr/>
          </p:nvPicPr>
          <p:blipFill>
            <a:blip r:embed="rId16">
              <a:extLst>
                <a:ext uri="{96DAC541-7B7A-43D3-8B79-37D633B846F1}">
                  <asvg:svgBlip xmlns:asvg="http://schemas.microsoft.com/office/drawing/2016/SVG/main" r:embed="rId17"/>
                </a:ext>
              </a:extLst>
            </a:blip>
            <a:srcRect/>
            <a:stretch/>
          </p:blipFill>
          <p:spPr>
            <a:xfrm>
              <a:off x="1397483" y="2536687"/>
              <a:ext cx="359999" cy="359999"/>
            </a:xfrm>
            <a:prstGeom prst="rect">
              <a:avLst/>
            </a:prstGeom>
          </p:spPr>
        </p:pic>
        <p:sp>
          <p:nvSpPr>
            <p:cNvPr id="84" name="Text Placeholder 14">
              <a:extLst>
                <a:ext uri="{FF2B5EF4-FFF2-40B4-BE49-F238E27FC236}">
                  <a16:creationId xmlns:a16="http://schemas.microsoft.com/office/drawing/2014/main" id="{23011749-2024-A405-1E2D-0E465E50CDA1}"/>
                </a:ext>
              </a:extLst>
            </p:cNvPr>
            <p:cNvSpPr txBox="1">
              <a:spLocks/>
            </p:cNvSpPr>
            <p:nvPr/>
          </p:nvSpPr>
          <p:spPr>
            <a:xfrm>
              <a:off x="1185793" y="2815481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Financials</a:t>
              </a:r>
              <a:endParaRPr lang="zh-HK" altLang="en-US" sz="1200" dirty="0"/>
            </a:p>
          </p:txBody>
        </p:sp>
      </p:grpSp>
      <p:grpSp>
        <p:nvGrpSpPr>
          <p:cNvPr id="85" name="Group 84">
            <a:extLst>
              <a:ext uri="{FF2B5EF4-FFF2-40B4-BE49-F238E27FC236}">
                <a16:creationId xmlns:a16="http://schemas.microsoft.com/office/drawing/2014/main" id="{B825FDA1-98B6-8AA5-5A76-07B1589D209E}"/>
              </a:ext>
            </a:extLst>
          </p:cNvPr>
          <p:cNvGrpSpPr/>
          <p:nvPr/>
        </p:nvGrpSpPr>
        <p:grpSpPr>
          <a:xfrm>
            <a:off x="8121337" y="3618515"/>
            <a:ext cx="943527" cy="515336"/>
            <a:chOff x="1147693" y="2536687"/>
            <a:chExt cx="943527" cy="515336"/>
          </a:xfrm>
        </p:grpSpPr>
        <p:pic>
          <p:nvPicPr>
            <p:cNvPr id="86" name="Graphic 85" descr="Cursor with solid fill">
              <a:extLst>
                <a:ext uri="{FF2B5EF4-FFF2-40B4-BE49-F238E27FC236}">
                  <a16:creationId xmlns:a16="http://schemas.microsoft.com/office/drawing/2014/main" id="{4345BE0F-0E4D-E236-A3CD-1CBD70261517}"/>
                </a:ext>
              </a:extLst>
            </p:cNvPr>
            <p:cNvPicPr>
              <a:picLocks noChangeAspect="1"/>
            </p:cNvPicPr>
            <p:nvPr/>
          </p:nvPicPr>
          <p:blipFill>
            <a:blip r:embed="rId18">
              <a:extLst>
                <a:ext uri="{96DAC541-7B7A-43D3-8B79-37D633B846F1}">
                  <asvg:svgBlip xmlns:asvg="http://schemas.microsoft.com/office/drawing/2016/SVG/main" r:embed="rId19"/>
                </a:ext>
              </a:extLst>
            </a:blip>
            <a:srcRect/>
            <a:stretch/>
          </p:blipFill>
          <p:spPr>
            <a:xfrm>
              <a:off x="1397483" y="2536687"/>
              <a:ext cx="359999" cy="359999"/>
            </a:xfrm>
            <a:prstGeom prst="rect">
              <a:avLst/>
            </a:prstGeom>
          </p:spPr>
        </p:pic>
        <p:sp>
          <p:nvSpPr>
            <p:cNvPr id="87" name="Text Placeholder 14">
              <a:extLst>
                <a:ext uri="{FF2B5EF4-FFF2-40B4-BE49-F238E27FC236}">
                  <a16:creationId xmlns:a16="http://schemas.microsoft.com/office/drawing/2014/main" id="{207FC73A-85E1-FDC1-0E79-F0501463FA60}"/>
                </a:ext>
              </a:extLst>
            </p:cNvPr>
            <p:cNvSpPr txBox="1">
              <a:spLocks/>
            </p:cNvSpPr>
            <p:nvPr/>
          </p:nvSpPr>
          <p:spPr>
            <a:xfrm>
              <a:off x="1147693" y="2815481"/>
              <a:ext cx="943527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Clickstream</a:t>
              </a:r>
              <a:endParaRPr lang="zh-HK" altLang="en-US" sz="1200" dirty="0"/>
            </a:p>
          </p:txBody>
        </p:sp>
      </p:grpSp>
      <p:sp>
        <p:nvSpPr>
          <p:cNvPr id="105" name="Rectangle: Rounded Corners 104">
            <a:extLst>
              <a:ext uri="{FF2B5EF4-FFF2-40B4-BE49-F238E27FC236}">
                <a16:creationId xmlns:a16="http://schemas.microsoft.com/office/drawing/2014/main" id="{D56CF466-59B9-24AB-03E0-D130FF7C1D1F}"/>
              </a:ext>
            </a:extLst>
          </p:cNvPr>
          <p:cNvSpPr>
            <a:spLocks/>
          </p:cNvSpPr>
          <p:nvPr/>
        </p:nvSpPr>
        <p:spPr>
          <a:xfrm>
            <a:off x="9027402" y="4269509"/>
            <a:ext cx="2745044" cy="603798"/>
          </a:xfrm>
          <a:prstGeom prst="roundRect">
            <a:avLst/>
          </a:prstGeom>
          <a:solidFill>
            <a:schemeClr val="bg1">
              <a:alpha val="2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 dirty="0"/>
          </a:p>
        </p:txBody>
      </p:sp>
      <p:pic>
        <p:nvPicPr>
          <p:cNvPr id="107" name="Graphic 106" descr="Document outline">
            <a:extLst>
              <a:ext uri="{FF2B5EF4-FFF2-40B4-BE49-F238E27FC236}">
                <a16:creationId xmlns:a16="http://schemas.microsoft.com/office/drawing/2014/main" id="{38D71846-836F-A8C8-FFDF-60A2B5898FFA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072179" y="4307210"/>
            <a:ext cx="540000" cy="540000"/>
          </a:xfrm>
          <a:prstGeom prst="rect">
            <a:avLst/>
          </a:prstGeom>
        </p:spPr>
      </p:pic>
      <p:pic>
        <p:nvPicPr>
          <p:cNvPr id="108" name="图形 134" descr="Document outline">
            <a:extLst>
              <a:ext uri="{FF2B5EF4-FFF2-40B4-BE49-F238E27FC236}">
                <a16:creationId xmlns:a16="http://schemas.microsoft.com/office/drawing/2014/main" id="{64C5E11C-4C39-294F-77F0-E3E0467F816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9615583" y="4307210"/>
            <a:ext cx="540000" cy="540000"/>
          </a:xfrm>
          <a:prstGeom prst="rect">
            <a:avLst/>
          </a:prstGeom>
        </p:spPr>
      </p:pic>
      <p:pic>
        <p:nvPicPr>
          <p:cNvPr id="109" name="グラフィックス 41" descr="Document outline">
            <a:extLst>
              <a:ext uri="{FF2B5EF4-FFF2-40B4-BE49-F238E27FC236}">
                <a16:creationId xmlns:a16="http://schemas.microsoft.com/office/drawing/2014/main" id="{71C0FB19-5582-31A8-58F0-B01CC6862AA7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0158987" y="4307210"/>
            <a:ext cx="540000" cy="540000"/>
          </a:xfrm>
          <a:prstGeom prst="rect">
            <a:avLst/>
          </a:prstGeom>
        </p:spPr>
      </p:pic>
      <p:pic>
        <p:nvPicPr>
          <p:cNvPr id="110" name="圖形 56" descr="Document outline">
            <a:extLst>
              <a:ext uri="{FF2B5EF4-FFF2-40B4-BE49-F238E27FC236}">
                <a16:creationId xmlns:a16="http://schemas.microsoft.com/office/drawing/2014/main" id="{19224239-5699-A8CC-F542-F5AE5CDCD9B5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rcRect/>
          <a:stretch/>
        </p:blipFill>
        <p:spPr>
          <a:xfrm>
            <a:off x="11207418" y="4307210"/>
            <a:ext cx="540000" cy="540000"/>
          </a:xfrm>
          <a:prstGeom prst="rect">
            <a:avLst/>
          </a:prstGeom>
        </p:spPr>
      </p:pic>
      <p:pic>
        <p:nvPicPr>
          <p:cNvPr id="111" name="Graphic 110" descr="Chevron arrows with solid fill">
            <a:extLst>
              <a:ext uri="{FF2B5EF4-FFF2-40B4-BE49-F238E27FC236}">
                <a16:creationId xmlns:a16="http://schemas.microsoft.com/office/drawing/2014/main" id="{2DEE3EFF-4F44-9836-4CB7-224A6DAF31CD}"/>
              </a:ext>
            </a:extLst>
          </p:cNvPr>
          <p:cNvPicPr>
            <a:picLocks noChangeAspect="1"/>
          </p:cNvPicPr>
          <p:nvPr/>
        </p:nvPicPr>
        <p:blipFill>
          <a:blip r:embed="rId20">
            <a:extLst>
              <a:ext uri="{96DAC541-7B7A-43D3-8B79-37D633B846F1}">
                <asvg:svgBlip xmlns:asvg="http://schemas.microsoft.com/office/drawing/2016/SVG/main" r:embed="rId21"/>
              </a:ext>
            </a:extLst>
          </a:blip>
          <a:stretch>
            <a:fillRect/>
          </a:stretch>
        </p:blipFill>
        <p:spPr>
          <a:xfrm>
            <a:off x="10702391" y="4326398"/>
            <a:ext cx="501625" cy="501625"/>
          </a:xfrm>
          <a:prstGeom prst="rect">
            <a:avLst/>
          </a:prstGeom>
        </p:spPr>
      </p:pic>
      <p:grpSp>
        <p:nvGrpSpPr>
          <p:cNvPr id="112" name="Group 111">
            <a:extLst>
              <a:ext uri="{FF2B5EF4-FFF2-40B4-BE49-F238E27FC236}">
                <a16:creationId xmlns:a16="http://schemas.microsoft.com/office/drawing/2014/main" id="{2377663C-7E36-73D9-11BC-563372B345C2}"/>
              </a:ext>
            </a:extLst>
          </p:cNvPr>
          <p:cNvGrpSpPr/>
          <p:nvPr/>
        </p:nvGrpSpPr>
        <p:grpSpPr>
          <a:xfrm>
            <a:off x="9027402" y="2958181"/>
            <a:ext cx="2745044" cy="603798"/>
            <a:chOff x="8921075" y="3033754"/>
            <a:chExt cx="2745044" cy="603798"/>
          </a:xfrm>
        </p:grpSpPr>
        <p:sp>
          <p:nvSpPr>
            <p:cNvPr id="113" name="Rectangle: Rounded Corners 112">
              <a:extLst>
                <a:ext uri="{FF2B5EF4-FFF2-40B4-BE49-F238E27FC236}">
                  <a16:creationId xmlns:a16="http://schemas.microsoft.com/office/drawing/2014/main" id="{C7BA14F3-7E1B-CD3B-D100-3A94542A3816}"/>
                </a:ext>
              </a:extLst>
            </p:cNvPr>
            <p:cNvSpPr/>
            <p:nvPr/>
          </p:nvSpPr>
          <p:spPr>
            <a:xfrm>
              <a:off x="8921075" y="3033754"/>
              <a:ext cx="2745044" cy="603798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grpSp>
          <p:nvGrpSpPr>
            <p:cNvPr id="114" name="Group 113">
              <a:extLst>
                <a:ext uri="{FF2B5EF4-FFF2-40B4-BE49-F238E27FC236}">
                  <a16:creationId xmlns:a16="http://schemas.microsoft.com/office/drawing/2014/main" id="{6D78FD7C-29F2-D6D0-1111-AAF14D71D5E5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65852" y="3059755"/>
              <a:ext cx="2675239" cy="540000"/>
              <a:chOff x="8350916" y="3958585"/>
              <a:chExt cx="3027325" cy="611069"/>
            </a:xfrm>
            <a:solidFill>
              <a:srgbClr val="00B0F0"/>
            </a:solidFill>
          </p:grpSpPr>
          <p:pic>
            <p:nvPicPr>
              <p:cNvPr id="115" name="Graphic 114" descr="Document outline">
                <a:extLst>
                  <a:ext uri="{FF2B5EF4-FFF2-40B4-BE49-F238E27FC236}">
                    <a16:creationId xmlns:a16="http://schemas.microsoft.com/office/drawing/2014/main" id="{7009EF83-D50F-0BFE-867A-138881512C10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350916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16" name="图形 134" descr="Document outline">
                <a:extLst>
                  <a:ext uri="{FF2B5EF4-FFF2-40B4-BE49-F238E27FC236}">
                    <a16:creationId xmlns:a16="http://schemas.microsoft.com/office/drawing/2014/main" id="{14E81EAD-8681-945F-4C02-0405D06C963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965837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17" name="グラフィックス 41" descr="Document outline">
                <a:extLst>
                  <a:ext uri="{FF2B5EF4-FFF2-40B4-BE49-F238E27FC236}">
                    <a16:creationId xmlns:a16="http://schemas.microsoft.com/office/drawing/2014/main" id="{7246B506-1AD9-7500-B89D-8BACFD02F39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9580758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18" name="圖形 56" descr="Document outline">
                <a:extLst>
                  <a:ext uri="{FF2B5EF4-FFF2-40B4-BE49-F238E27FC236}">
                    <a16:creationId xmlns:a16="http://schemas.microsoft.com/office/drawing/2014/main" id="{DE5A3AE7-50AA-4367-050B-FEA69D88A0BD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10767172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19" name="Graphic 118" descr="Chevron arrows with solid fill">
                <a:extLst>
                  <a:ext uri="{FF2B5EF4-FFF2-40B4-BE49-F238E27FC236}">
                    <a16:creationId xmlns:a16="http://schemas.microsoft.com/office/drawing/2014/main" id="{291F22A0-D608-9C8F-F51D-5950A81F5E01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0195679" y="3980298"/>
                <a:ext cx="567643" cy="567643"/>
              </a:xfrm>
              <a:prstGeom prst="rect">
                <a:avLst/>
              </a:prstGeom>
            </p:spPr>
          </p:pic>
        </p:grpSp>
      </p:grpSp>
      <p:grpSp>
        <p:nvGrpSpPr>
          <p:cNvPr id="122" name="Group 121">
            <a:extLst>
              <a:ext uri="{FF2B5EF4-FFF2-40B4-BE49-F238E27FC236}">
                <a16:creationId xmlns:a16="http://schemas.microsoft.com/office/drawing/2014/main" id="{2DF82652-5A98-E9E3-2670-28E11F7B270A}"/>
              </a:ext>
            </a:extLst>
          </p:cNvPr>
          <p:cNvGrpSpPr/>
          <p:nvPr/>
        </p:nvGrpSpPr>
        <p:grpSpPr>
          <a:xfrm>
            <a:off x="8336588" y="4317848"/>
            <a:ext cx="849495" cy="515336"/>
            <a:chOff x="8198362" y="4413541"/>
            <a:chExt cx="849495" cy="515336"/>
          </a:xfrm>
        </p:grpSpPr>
        <p:pic>
          <p:nvPicPr>
            <p:cNvPr id="120" name="Graphic 119" descr="Loan with solid fill">
              <a:extLst>
                <a:ext uri="{FF2B5EF4-FFF2-40B4-BE49-F238E27FC236}">
                  <a16:creationId xmlns:a16="http://schemas.microsoft.com/office/drawing/2014/main" id="{D8374DD6-650F-974F-0054-D595BA38A333}"/>
                </a:ext>
              </a:extLst>
            </p:cNvPr>
            <p:cNvPicPr>
              <a:picLocks noChangeAspect="1"/>
            </p:cNvPicPr>
            <p:nvPr/>
          </p:nvPicPr>
          <p:blipFill>
            <a:blip r:embed="rId26">
              <a:extLst>
                <a:ext uri="{96DAC541-7B7A-43D3-8B79-37D633B846F1}">
                  <asvg:svgBlip xmlns:asvg="http://schemas.microsoft.com/office/drawing/2016/SVG/main" r:embed="rId27"/>
                </a:ext>
              </a:extLst>
            </a:blip>
            <a:srcRect/>
            <a:stretch/>
          </p:blipFill>
          <p:spPr>
            <a:xfrm>
              <a:off x="8286889" y="4413541"/>
              <a:ext cx="359999" cy="359999"/>
            </a:xfrm>
            <a:prstGeom prst="rect">
              <a:avLst/>
            </a:prstGeom>
          </p:spPr>
        </p:pic>
        <p:sp>
          <p:nvSpPr>
            <p:cNvPr id="121" name="Text Placeholder 14">
              <a:extLst>
                <a:ext uri="{FF2B5EF4-FFF2-40B4-BE49-F238E27FC236}">
                  <a16:creationId xmlns:a16="http://schemas.microsoft.com/office/drawing/2014/main" id="{EB687A08-4561-BF7D-BA03-F7D41844E4D6}"/>
                </a:ext>
              </a:extLst>
            </p:cNvPr>
            <p:cNvSpPr txBox="1">
              <a:spLocks/>
            </p:cNvSpPr>
            <p:nvPr/>
          </p:nvSpPr>
          <p:spPr>
            <a:xfrm>
              <a:off x="8198362" y="4692335"/>
              <a:ext cx="849495" cy="236542"/>
            </a:xfrm>
            <a:prstGeom prst="rect">
              <a:avLst/>
            </a:prstGeom>
          </p:spPr>
          <p:txBody>
            <a:bodyPr vert="horz" lIns="91440" tIns="45720" rIns="91440" bIns="45720" rtlCol="0" anchor="t">
              <a:noAutofit/>
            </a:bodyPr>
            <a:lstStyle>
              <a:lvl1pPr marL="0" indent="0" algn="l" defTabSz="914377" rtl="0" eaLnBrk="1" latinLnBrk="0" hangingPunct="1">
                <a:lnSpc>
                  <a:spcPct val="90000"/>
                </a:lnSpc>
                <a:spcBef>
                  <a:spcPts val="10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400" b="1" kern="1200">
                  <a:solidFill>
                    <a:schemeClr val="bg1"/>
                  </a:solidFill>
                  <a:latin typeface="+mj-lt"/>
                  <a:ea typeface="+mn-ea"/>
                  <a:cs typeface="Segoe UI" panose="020B0502040204020203" pitchFamily="34" charset="0"/>
                </a:defRPr>
              </a:lvl1pPr>
              <a:lvl2pPr marL="45718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20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2pPr>
              <a:lvl3pPr marL="914377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8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3pPr>
              <a:lvl4pPr marL="1371566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4pPr>
              <a:lvl5pPr marL="1828754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Clr>
                  <a:schemeClr val="accent6"/>
                </a:buClr>
                <a:buFont typeface="Courier New" panose="02070309020205020404" pitchFamily="49" charset="0"/>
                <a:buNone/>
                <a:defRPr sz="1600" b="1" kern="1200">
                  <a:solidFill>
                    <a:schemeClr val="bg1"/>
                  </a:solidFill>
                  <a:latin typeface="+mn-lt"/>
                  <a:ea typeface="+mn-ea"/>
                  <a:cs typeface="Segoe UI" panose="020B0502040204020203" pitchFamily="34" charset="0"/>
                </a:defRPr>
              </a:lvl5pPr>
              <a:lvl6pPr marL="2285943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6pPr>
              <a:lvl7pPr marL="2743131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7pPr>
              <a:lvl8pPr marL="3200320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8pPr>
              <a:lvl9pPr marL="3657509" indent="0" algn="l" defTabSz="914377" rtl="0" eaLnBrk="1" latinLnBrk="0" hangingPunct="1">
                <a:lnSpc>
                  <a:spcPct val="90000"/>
                </a:lnSpc>
                <a:spcBef>
                  <a:spcPts val="500"/>
                </a:spcBef>
                <a:buFont typeface="Arial" panose="020B0604020202020204" pitchFamily="34" charset="0"/>
                <a:buNone/>
                <a:defRPr sz="1600" b="1" kern="1200">
                  <a:solidFill>
                    <a:schemeClr val="tx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r>
                <a:rPr lang="en-US" altLang="zh-HK" sz="1200" dirty="0"/>
                <a:t>Loans</a:t>
              </a:r>
              <a:endParaRPr lang="zh-HK" altLang="en-US" sz="1200" dirty="0"/>
            </a:p>
          </p:txBody>
        </p:sp>
      </p:grpSp>
      <p:grpSp>
        <p:nvGrpSpPr>
          <p:cNvPr id="123" name="Group 122">
            <a:extLst>
              <a:ext uri="{FF2B5EF4-FFF2-40B4-BE49-F238E27FC236}">
                <a16:creationId xmlns:a16="http://schemas.microsoft.com/office/drawing/2014/main" id="{D9DF0CD8-EFF1-D901-74C9-D22752BFBDF0}"/>
              </a:ext>
            </a:extLst>
          </p:cNvPr>
          <p:cNvGrpSpPr/>
          <p:nvPr/>
        </p:nvGrpSpPr>
        <p:grpSpPr>
          <a:xfrm>
            <a:off x="9027402" y="3619695"/>
            <a:ext cx="2745044" cy="603798"/>
            <a:chOff x="8921075" y="3033754"/>
            <a:chExt cx="2745044" cy="603798"/>
          </a:xfrm>
        </p:grpSpPr>
        <p:sp>
          <p:nvSpPr>
            <p:cNvPr id="124" name="Rectangle: Rounded Corners 123">
              <a:extLst>
                <a:ext uri="{FF2B5EF4-FFF2-40B4-BE49-F238E27FC236}">
                  <a16:creationId xmlns:a16="http://schemas.microsoft.com/office/drawing/2014/main" id="{38FE83B0-E7D1-ADA4-3D71-C2A351B199B5}"/>
                </a:ext>
              </a:extLst>
            </p:cNvPr>
            <p:cNvSpPr/>
            <p:nvPr/>
          </p:nvSpPr>
          <p:spPr>
            <a:xfrm>
              <a:off x="8921075" y="3033754"/>
              <a:ext cx="2745044" cy="603798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grpSp>
          <p:nvGrpSpPr>
            <p:cNvPr id="125" name="Group 124">
              <a:extLst>
                <a:ext uri="{FF2B5EF4-FFF2-40B4-BE49-F238E27FC236}">
                  <a16:creationId xmlns:a16="http://schemas.microsoft.com/office/drawing/2014/main" id="{EE34500E-28DC-6518-1EF6-91777D710F79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65852" y="3059755"/>
              <a:ext cx="2675239" cy="540000"/>
              <a:chOff x="8350916" y="3958585"/>
              <a:chExt cx="3027325" cy="611069"/>
            </a:xfrm>
            <a:solidFill>
              <a:srgbClr val="00B0F0"/>
            </a:solidFill>
          </p:grpSpPr>
          <p:pic>
            <p:nvPicPr>
              <p:cNvPr id="126" name="Graphic 125" descr="Document outline">
                <a:extLst>
                  <a:ext uri="{FF2B5EF4-FFF2-40B4-BE49-F238E27FC236}">
                    <a16:creationId xmlns:a16="http://schemas.microsoft.com/office/drawing/2014/main" id="{4EA28878-DCB8-8374-7A8F-9A727E47872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350916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27" name="图形 134" descr="Document outline">
                <a:extLst>
                  <a:ext uri="{FF2B5EF4-FFF2-40B4-BE49-F238E27FC236}">
                    <a16:creationId xmlns:a16="http://schemas.microsoft.com/office/drawing/2014/main" id="{EC91777D-0C7B-472A-914D-1876F5970CF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965837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28" name="グラフィックス 41" descr="Document outline">
                <a:extLst>
                  <a:ext uri="{FF2B5EF4-FFF2-40B4-BE49-F238E27FC236}">
                    <a16:creationId xmlns:a16="http://schemas.microsoft.com/office/drawing/2014/main" id="{E90222DF-2B68-1331-25AB-F589726131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9580758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29" name="圖形 56" descr="Document outline">
                <a:extLst>
                  <a:ext uri="{FF2B5EF4-FFF2-40B4-BE49-F238E27FC236}">
                    <a16:creationId xmlns:a16="http://schemas.microsoft.com/office/drawing/2014/main" id="{0E90C5E5-3D02-AED7-D969-376455D3C737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10767172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30" name="Graphic 129" descr="Chevron arrows with solid fill">
                <a:extLst>
                  <a:ext uri="{FF2B5EF4-FFF2-40B4-BE49-F238E27FC236}">
                    <a16:creationId xmlns:a16="http://schemas.microsoft.com/office/drawing/2014/main" id="{1F0D59B4-2814-BE6B-FA69-4F6C249FE28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0195679" y="3980298"/>
                <a:ext cx="567643" cy="567643"/>
              </a:xfrm>
              <a:prstGeom prst="rect">
                <a:avLst/>
              </a:prstGeom>
            </p:spPr>
          </p:pic>
        </p:grpSp>
      </p:grpSp>
      <p:grpSp>
        <p:nvGrpSpPr>
          <p:cNvPr id="131" name="Group 130">
            <a:extLst>
              <a:ext uri="{FF2B5EF4-FFF2-40B4-BE49-F238E27FC236}">
                <a16:creationId xmlns:a16="http://schemas.microsoft.com/office/drawing/2014/main" id="{D2882231-F22E-A023-E26D-95FF1EC2CD09}"/>
              </a:ext>
            </a:extLst>
          </p:cNvPr>
          <p:cNvGrpSpPr/>
          <p:nvPr/>
        </p:nvGrpSpPr>
        <p:grpSpPr>
          <a:xfrm>
            <a:off x="9027402" y="2296667"/>
            <a:ext cx="2745044" cy="603798"/>
            <a:chOff x="8921075" y="3033754"/>
            <a:chExt cx="2745044" cy="603798"/>
          </a:xfrm>
        </p:grpSpPr>
        <p:sp>
          <p:nvSpPr>
            <p:cNvPr id="132" name="Rectangle: Rounded Corners 131">
              <a:extLst>
                <a:ext uri="{FF2B5EF4-FFF2-40B4-BE49-F238E27FC236}">
                  <a16:creationId xmlns:a16="http://schemas.microsoft.com/office/drawing/2014/main" id="{7D74450D-481C-1623-6647-DD204AC4DBA2}"/>
                </a:ext>
              </a:extLst>
            </p:cNvPr>
            <p:cNvSpPr/>
            <p:nvPr/>
          </p:nvSpPr>
          <p:spPr>
            <a:xfrm>
              <a:off x="8921075" y="3033754"/>
              <a:ext cx="2745044" cy="603798"/>
            </a:xfrm>
            <a:prstGeom prst="roundRect">
              <a:avLst/>
            </a:prstGeom>
            <a:solidFill>
              <a:schemeClr val="bg1">
                <a:alpha val="20000"/>
              </a:schemeClr>
            </a:solidFill>
            <a:ln>
              <a:noFill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HK" altLang="en-US" dirty="0"/>
            </a:p>
          </p:txBody>
        </p:sp>
        <p:grpSp>
          <p:nvGrpSpPr>
            <p:cNvPr id="133" name="Group 132">
              <a:extLst>
                <a:ext uri="{FF2B5EF4-FFF2-40B4-BE49-F238E27FC236}">
                  <a16:creationId xmlns:a16="http://schemas.microsoft.com/office/drawing/2014/main" id="{E729FD40-E043-D51B-4D39-5D5C760A830A}"/>
                </a:ext>
              </a:extLst>
            </p:cNvPr>
            <p:cNvGrpSpPr>
              <a:grpSpLocks noChangeAspect="1"/>
            </p:cNvGrpSpPr>
            <p:nvPr/>
          </p:nvGrpSpPr>
          <p:grpSpPr>
            <a:xfrm>
              <a:off x="8965852" y="3059755"/>
              <a:ext cx="2675239" cy="540000"/>
              <a:chOff x="8350916" y="3958585"/>
              <a:chExt cx="3027325" cy="611069"/>
            </a:xfrm>
            <a:solidFill>
              <a:srgbClr val="00B0F0"/>
            </a:solidFill>
          </p:grpSpPr>
          <p:pic>
            <p:nvPicPr>
              <p:cNvPr id="134" name="Graphic 133" descr="Document outline">
                <a:extLst>
                  <a:ext uri="{FF2B5EF4-FFF2-40B4-BE49-F238E27FC236}">
                    <a16:creationId xmlns:a16="http://schemas.microsoft.com/office/drawing/2014/main" id="{7F12DE0B-D6C2-A66C-FA76-4CD39D820AA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350916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35" name="图形 134" descr="Document outline">
                <a:extLst>
                  <a:ext uri="{FF2B5EF4-FFF2-40B4-BE49-F238E27FC236}">
                    <a16:creationId xmlns:a16="http://schemas.microsoft.com/office/drawing/2014/main" id="{EBD39E5F-0F39-53AA-39CE-063FC5D0925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8965837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36" name="グラフィックス 41" descr="Document outline">
                <a:extLst>
                  <a:ext uri="{FF2B5EF4-FFF2-40B4-BE49-F238E27FC236}">
                    <a16:creationId xmlns:a16="http://schemas.microsoft.com/office/drawing/2014/main" id="{49DDE80C-EC66-154C-54F5-1451B452708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9580758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37" name="圖形 56" descr="Document outline">
                <a:extLst>
                  <a:ext uri="{FF2B5EF4-FFF2-40B4-BE49-F238E27FC236}">
                    <a16:creationId xmlns:a16="http://schemas.microsoft.com/office/drawing/2014/main" id="{83C4CD39-74D4-CD10-E476-245139A5F4D2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2">
                <a:extLst>
                  <a:ext uri="{96DAC541-7B7A-43D3-8B79-37D633B846F1}">
                    <asvg:svgBlip xmlns:asvg="http://schemas.microsoft.com/office/drawing/2016/SVG/main" r:embed="rId23"/>
                  </a:ext>
                </a:extLst>
              </a:blip>
              <a:srcRect/>
              <a:stretch/>
            </p:blipFill>
            <p:spPr>
              <a:xfrm>
                <a:off x="10767172" y="3958585"/>
                <a:ext cx="611069" cy="611069"/>
              </a:xfrm>
              <a:prstGeom prst="rect">
                <a:avLst/>
              </a:prstGeom>
            </p:spPr>
          </p:pic>
          <p:pic>
            <p:nvPicPr>
              <p:cNvPr id="138" name="Graphic 137" descr="Chevron arrows with solid fill">
                <a:extLst>
                  <a:ext uri="{FF2B5EF4-FFF2-40B4-BE49-F238E27FC236}">
                    <a16:creationId xmlns:a16="http://schemas.microsoft.com/office/drawing/2014/main" id="{3A2D1655-C1F9-8AD4-C67F-240CE3A08B43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4">
                <a:extLst>
                  <a:ext uri="{96DAC541-7B7A-43D3-8B79-37D633B846F1}">
                    <asvg:svgBlip xmlns:asvg="http://schemas.microsoft.com/office/drawing/2016/SVG/main" r:embed="rId25"/>
                  </a:ext>
                </a:extLst>
              </a:blip>
              <a:stretch>
                <a:fillRect/>
              </a:stretch>
            </p:blipFill>
            <p:spPr>
              <a:xfrm>
                <a:off x="10195679" y="3980298"/>
                <a:ext cx="567643" cy="567643"/>
              </a:xfrm>
              <a:prstGeom prst="rect">
                <a:avLst/>
              </a:prstGeom>
            </p:spPr>
          </p:pic>
        </p:grpSp>
      </p:grpSp>
      <p:sp>
        <p:nvSpPr>
          <p:cNvPr id="139" name="Rectangle: Rounded Corners 138">
            <a:extLst>
              <a:ext uri="{FF2B5EF4-FFF2-40B4-BE49-F238E27FC236}">
                <a16:creationId xmlns:a16="http://schemas.microsoft.com/office/drawing/2014/main" id="{61667BB2-8A30-EA5F-2E9A-8AAE19392FB7}"/>
              </a:ext>
            </a:extLst>
          </p:cNvPr>
          <p:cNvSpPr/>
          <p:nvPr/>
        </p:nvSpPr>
        <p:spPr>
          <a:xfrm>
            <a:off x="4417189" y="988828"/>
            <a:ext cx="2784407" cy="5475677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140" name="Straight Connector 139">
            <a:extLst>
              <a:ext uri="{FF2B5EF4-FFF2-40B4-BE49-F238E27FC236}">
                <a16:creationId xmlns:a16="http://schemas.microsoft.com/office/drawing/2014/main" id="{DB847CDF-0499-7F4F-86E7-AEEB57A96C12}"/>
              </a:ext>
            </a:extLst>
          </p:cNvPr>
          <p:cNvCxnSpPr>
            <a:cxnSpLocks/>
          </p:cNvCxnSpPr>
          <p:nvPr/>
        </p:nvCxnSpPr>
        <p:spPr>
          <a:xfrm>
            <a:off x="4555118" y="4659902"/>
            <a:ext cx="2518434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Rectangle: Rounded Corners 147">
            <a:extLst>
              <a:ext uri="{FF2B5EF4-FFF2-40B4-BE49-F238E27FC236}">
                <a16:creationId xmlns:a16="http://schemas.microsoft.com/office/drawing/2014/main" id="{F041D720-4727-91F8-7670-FCE5CA90A852}"/>
              </a:ext>
            </a:extLst>
          </p:cNvPr>
          <p:cNvSpPr/>
          <p:nvPr/>
        </p:nvSpPr>
        <p:spPr>
          <a:xfrm>
            <a:off x="774456" y="988829"/>
            <a:ext cx="2784407" cy="5457692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149" name="Straight Connector 148">
            <a:extLst>
              <a:ext uri="{FF2B5EF4-FFF2-40B4-BE49-F238E27FC236}">
                <a16:creationId xmlns:a16="http://schemas.microsoft.com/office/drawing/2014/main" id="{CEA625B3-74A9-9B7A-2EE7-7C370D5260B0}"/>
              </a:ext>
            </a:extLst>
          </p:cNvPr>
          <p:cNvCxnSpPr>
            <a:cxnSpLocks/>
          </p:cNvCxnSpPr>
          <p:nvPr/>
        </p:nvCxnSpPr>
        <p:spPr>
          <a:xfrm>
            <a:off x="914190" y="3897306"/>
            <a:ext cx="2518434" cy="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4" name="Arrow: Right 153">
            <a:extLst>
              <a:ext uri="{FF2B5EF4-FFF2-40B4-BE49-F238E27FC236}">
                <a16:creationId xmlns:a16="http://schemas.microsoft.com/office/drawing/2014/main" id="{73EDDFC5-E7D5-4A3B-9D00-075EBB51302F}"/>
              </a:ext>
            </a:extLst>
          </p:cNvPr>
          <p:cNvSpPr/>
          <p:nvPr/>
        </p:nvSpPr>
        <p:spPr>
          <a:xfrm>
            <a:off x="7346371" y="2206001"/>
            <a:ext cx="523646" cy="476623"/>
          </a:xfrm>
          <a:prstGeom prst="rightArrow">
            <a:avLst/>
          </a:prstGeom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sp>
        <p:nvSpPr>
          <p:cNvPr id="155" name="Rectangle: Rounded Corners 154">
            <a:extLst>
              <a:ext uri="{FF2B5EF4-FFF2-40B4-BE49-F238E27FC236}">
                <a16:creationId xmlns:a16="http://schemas.microsoft.com/office/drawing/2014/main" id="{F2FA10D9-6B94-1A0D-DED6-3447BAF8CE61}"/>
              </a:ext>
            </a:extLst>
          </p:cNvPr>
          <p:cNvSpPr/>
          <p:nvPr/>
        </p:nvSpPr>
        <p:spPr>
          <a:xfrm>
            <a:off x="7995769" y="988828"/>
            <a:ext cx="3987124" cy="5475677"/>
          </a:xfrm>
          <a:prstGeom prst="roundRect">
            <a:avLst>
              <a:gd name="adj" fmla="val 4209"/>
            </a:avLst>
          </a:prstGeom>
          <a:noFill/>
          <a:ln w="25400">
            <a:solidFill>
              <a:schemeClr val="bg1">
                <a:alpha val="2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HK" altLang="en-US"/>
          </a:p>
        </p:txBody>
      </p:sp>
      <p:cxnSp>
        <p:nvCxnSpPr>
          <p:cNvPr id="156" name="Straight Connector 155">
            <a:extLst>
              <a:ext uri="{FF2B5EF4-FFF2-40B4-BE49-F238E27FC236}">
                <a16:creationId xmlns:a16="http://schemas.microsoft.com/office/drawing/2014/main" id="{827BFA65-8AD3-417D-31EF-9F9A867A0C7F}"/>
              </a:ext>
            </a:extLst>
          </p:cNvPr>
          <p:cNvCxnSpPr>
            <a:cxnSpLocks/>
          </p:cNvCxnSpPr>
          <p:nvPr/>
        </p:nvCxnSpPr>
        <p:spPr>
          <a:xfrm flipV="1">
            <a:off x="8102930" y="5466491"/>
            <a:ext cx="3787603" cy="3900"/>
          </a:xfrm>
          <a:prstGeom prst="line">
            <a:avLst/>
          </a:prstGeom>
          <a:ln>
            <a:solidFill>
              <a:schemeClr val="bg1">
                <a:alpha val="2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6962327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>
          <a:extLst>
            <a:ext uri="{FF2B5EF4-FFF2-40B4-BE49-F238E27FC236}">
              <a16:creationId xmlns:a16="http://schemas.microsoft.com/office/drawing/2014/main" id="{E1C89127-5A1E-BDE7-AD53-18E320E917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ext Placeholder 14">
            <a:extLst>
              <a:ext uri="{FF2B5EF4-FFF2-40B4-BE49-F238E27FC236}">
                <a16:creationId xmlns:a16="http://schemas.microsoft.com/office/drawing/2014/main" id="{4306B68E-D5FE-21E1-4FCB-965AC0D35F1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279792" y="5833872"/>
            <a:ext cx="3621024" cy="493776"/>
          </a:xfrm>
        </p:spPr>
        <p:txBody>
          <a:bodyPr/>
          <a:lstStyle/>
          <a:p>
            <a:r>
              <a:rPr lang="en-US" altLang="zh-HK" dirty="0"/>
              <a:t>Design Decisions</a:t>
            </a:r>
            <a:endParaRPr lang="zh-HK" alt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F8188227-9D65-DD3E-9F09-F2FEADAED96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1545336" y="2386585"/>
            <a:ext cx="3621024" cy="2578608"/>
          </a:xfrm>
        </p:spPr>
        <p:txBody>
          <a:bodyPr/>
          <a:lstStyle/>
          <a:p>
            <a:r>
              <a:rPr lang="en-US" altLang="zh-HK" dirty="0"/>
              <a:t>The PII are masked in the Silver layer to ensure sensitive information would not be accidentally shared within the enterprise.</a:t>
            </a:r>
          </a:p>
          <a:p>
            <a:r>
              <a:rPr lang="en-US" altLang="zh-HK" dirty="0"/>
              <a:t>Schema enforcement prevents dirty data from propagating.</a:t>
            </a:r>
          </a:p>
          <a:p>
            <a:r>
              <a:rPr lang="en-US" altLang="zh-HK" dirty="0"/>
              <a:t>Separate logic per data domain ensures data quality early.</a:t>
            </a:r>
          </a:p>
          <a:p>
            <a:r>
              <a:rPr lang="en-US" dirty="0"/>
              <a:t>Partition by snapshot month for reproducibility.</a:t>
            </a:r>
          </a:p>
          <a:p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ACD2C30-8353-9CF2-BB5E-62B48A974DC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 dirty="0"/>
              <a:t>Crypto: investing &amp; trading</a:t>
            </a:r>
          </a:p>
        </p:txBody>
      </p:sp>
      <p:sp>
        <p:nvSpPr>
          <p:cNvPr id="8" name="Slide Number Placeholder 7">
            <a:extLst>
              <a:ext uri="{FF2B5EF4-FFF2-40B4-BE49-F238E27FC236}">
                <a16:creationId xmlns:a16="http://schemas.microsoft.com/office/drawing/2014/main" id="{5451D83A-5F64-0829-694A-68996100D3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94A09A9-5501-47C1-A89A-A340965A2BE2}" type="slidenum">
              <a:rPr lang="en-US" smtClean="0"/>
              <a:t>12</a:t>
            </a:fld>
            <a:endParaRPr lang="en-US" dirty="0"/>
          </a:p>
        </p:txBody>
      </p:sp>
      <p:sp>
        <p:nvSpPr>
          <p:cNvPr id="3" name="Content Placeholder 3">
            <a:extLst>
              <a:ext uri="{FF2B5EF4-FFF2-40B4-BE49-F238E27FC236}">
                <a16:creationId xmlns:a16="http://schemas.microsoft.com/office/drawing/2014/main" id="{75347462-2E70-7AAC-8501-D5726A00A945}"/>
              </a:ext>
            </a:extLst>
          </p:cNvPr>
          <p:cNvSpPr txBox="1">
            <a:spLocks/>
          </p:cNvSpPr>
          <p:nvPr/>
        </p:nvSpPr>
        <p:spPr>
          <a:xfrm>
            <a:off x="5423492" y="1750869"/>
            <a:ext cx="5940413" cy="2578608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8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6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4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Clr>
                <a:schemeClr val="accent6"/>
              </a:buClr>
              <a:buFont typeface="Courier New" panose="02070309020205020404" pitchFamily="49" charset="0"/>
              <a:buChar char="o"/>
              <a:defRPr sz="1200" kern="1200">
                <a:solidFill>
                  <a:schemeClr val="bg1"/>
                </a:solidFill>
                <a:latin typeface="+mn-lt"/>
                <a:ea typeface="+mn-ea"/>
                <a:cs typeface="Segoe UI" panose="020B0502040204020203" pitchFamily="34" charset="0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HK" dirty="0"/>
              <a:t>Extract: Bronze clickstream, attributes and financials.</a:t>
            </a:r>
          </a:p>
          <a:p>
            <a:r>
              <a:rPr lang="en-US" altLang="zh-HK" dirty="0"/>
              <a:t>Transform: </a:t>
            </a:r>
          </a:p>
          <a:p>
            <a:pPr lvl="1"/>
            <a:r>
              <a:rPr lang="en-US" altLang="zh-HK" dirty="0"/>
              <a:t>Enforce schema on all features.</a:t>
            </a:r>
          </a:p>
          <a:p>
            <a:pPr lvl="1"/>
            <a:r>
              <a:rPr lang="en-US" altLang="zh-HK" dirty="0"/>
              <a:t>Attributes: </a:t>
            </a:r>
          </a:p>
          <a:p>
            <a:pPr lvl="2"/>
            <a:r>
              <a:rPr lang="en-US" altLang="zh-HK" dirty="0"/>
              <a:t>Mask Personal Identifiable Information (PII) including Name and SSN.</a:t>
            </a:r>
          </a:p>
          <a:p>
            <a:pPr lvl="2"/>
            <a:r>
              <a:rPr lang="en-US" altLang="zh-HK" dirty="0"/>
              <a:t>Set invalid Age range to Null.</a:t>
            </a:r>
          </a:p>
          <a:p>
            <a:pPr lvl="1"/>
            <a:r>
              <a:rPr lang="en-US" altLang="zh-HK" dirty="0"/>
              <a:t>Clickstream: </a:t>
            </a:r>
          </a:p>
          <a:p>
            <a:pPr lvl="2"/>
            <a:r>
              <a:rPr lang="en-US" altLang="zh-HK" dirty="0"/>
              <a:t>Convert 20 features (fe_1 to fe_20) to integers.</a:t>
            </a:r>
          </a:p>
          <a:p>
            <a:pPr lvl="1"/>
            <a:r>
              <a:rPr lang="en-US" altLang="zh-HK" dirty="0"/>
              <a:t>Financials:</a:t>
            </a:r>
          </a:p>
          <a:p>
            <a:pPr lvl="2"/>
            <a:r>
              <a:rPr lang="en-US" altLang="zh-HK" dirty="0"/>
              <a:t>Parse </a:t>
            </a:r>
            <a:r>
              <a:rPr lang="en-US" altLang="zh-HK" dirty="0" err="1"/>
              <a:t>Annual_Income</a:t>
            </a:r>
            <a:r>
              <a:rPr lang="en-US" altLang="zh-HK" dirty="0"/>
              <a:t>, </a:t>
            </a:r>
            <a:r>
              <a:rPr lang="en-US" altLang="zh-HK" dirty="0" err="1"/>
              <a:t>Num_of_Loan</a:t>
            </a:r>
            <a:r>
              <a:rPr lang="en-US" altLang="zh-HK" dirty="0"/>
              <a:t>, </a:t>
            </a:r>
            <a:r>
              <a:rPr lang="en-US" altLang="zh-HK" dirty="0" err="1"/>
              <a:t>Num_of_Delayed_Payment</a:t>
            </a:r>
            <a:r>
              <a:rPr lang="en-US" altLang="zh-HK" dirty="0"/>
              <a:t>, </a:t>
            </a:r>
            <a:r>
              <a:rPr lang="en-US" altLang="zh-HK" dirty="0" err="1"/>
              <a:t>Outstanding_Debt</a:t>
            </a:r>
            <a:r>
              <a:rPr lang="en-US" altLang="zh-HK" dirty="0"/>
              <a:t>, </a:t>
            </a:r>
            <a:r>
              <a:rPr lang="en-US" altLang="zh-HK" dirty="0" err="1"/>
              <a:t>Changed_Credit_Limit</a:t>
            </a:r>
            <a:r>
              <a:rPr lang="en-US" altLang="zh-HK" dirty="0"/>
              <a:t>, </a:t>
            </a:r>
            <a:r>
              <a:rPr lang="en-US" altLang="zh-HK" dirty="0" err="1"/>
              <a:t>Outstanding_Debt</a:t>
            </a:r>
            <a:r>
              <a:rPr lang="en-US" altLang="zh-HK" dirty="0"/>
              <a:t>, </a:t>
            </a:r>
            <a:r>
              <a:rPr lang="en-US" altLang="zh-HK" dirty="0" err="1"/>
              <a:t>Amount_invested_monthly</a:t>
            </a:r>
            <a:r>
              <a:rPr lang="en-US" altLang="zh-HK" dirty="0"/>
              <a:t>, </a:t>
            </a:r>
            <a:r>
              <a:rPr lang="en-US" altLang="zh-HK" dirty="0" err="1"/>
              <a:t>Monthly_Balance</a:t>
            </a:r>
            <a:r>
              <a:rPr lang="en-US" altLang="zh-HK" dirty="0"/>
              <a:t> to numerical.</a:t>
            </a:r>
          </a:p>
          <a:p>
            <a:pPr lvl="2"/>
            <a:r>
              <a:rPr lang="en-US" altLang="zh-HK" dirty="0"/>
              <a:t>Clean “</a:t>
            </a:r>
            <a:r>
              <a:rPr lang="en-US" altLang="zh-HK" dirty="0" err="1"/>
              <a:t>Type_of_Loan</a:t>
            </a:r>
            <a:r>
              <a:rPr lang="en-US" altLang="zh-HK" dirty="0"/>
              <a:t>”</a:t>
            </a:r>
          </a:p>
          <a:p>
            <a:pPr lvl="2"/>
            <a:r>
              <a:rPr lang="en-US" altLang="zh-HK" dirty="0"/>
              <a:t>Parse “</a:t>
            </a:r>
            <a:r>
              <a:rPr lang="en-US" altLang="zh-HK" dirty="0" err="1"/>
              <a:t>Credit_History_Age</a:t>
            </a:r>
            <a:r>
              <a:rPr lang="en-US" altLang="zh-HK" dirty="0"/>
              <a:t>” to number of month.</a:t>
            </a:r>
          </a:p>
          <a:p>
            <a:pPr lvl="2"/>
            <a:r>
              <a:rPr lang="en-US" altLang="zh-HK" dirty="0"/>
              <a:t>Split </a:t>
            </a:r>
            <a:r>
              <a:rPr lang="en-US" altLang="zh-HK" dirty="0" err="1"/>
              <a:t>Payment_Behaviour</a:t>
            </a:r>
            <a:r>
              <a:rPr lang="en-US" altLang="zh-HK" dirty="0"/>
              <a:t>”</a:t>
            </a:r>
          </a:p>
          <a:p>
            <a:r>
              <a:rPr lang="en-US" altLang="zh-HK" dirty="0"/>
              <a:t>Load: Stored as standardized Parquet files.</a:t>
            </a:r>
          </a:p>
        </p:txBody>
      </p:sp>
      <p:sp>
        <p:nvSpPr>
          <p:cNvPr id="119" name="Title 118">
            <a:extLst>
              <a:ext uri="{FF2B5EF4-FFF2-40B4-BE49-F238E27FC236}">
                <a16:creationId xmlns:a16="http://schemas.microsoft.com/office/drawing/2014/main" id="{0AC6AA9B-37B1-5860-80E5-AEBECFE9DA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zh-HK" altLang="en-US" dirty="0"/>
          </a:p>
        </p:txBody>
      </p:sp>
      <p:graphicFrame>
        <p:nvGraphicFramePr>
          <p:cNvPr id="134" name="Chart 133">
            <a:extLst>
              <a:ext uri="{FF2B5EF4-FFF2-40B4-BE49-F238E27FC236}">
                <a16:creationId xmlns:a16="http://schemas.microsoft.com/office/drawing/2014/main" id="{308010A8-F58E-A063-5CC8-AAB37ACAA2D1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3686821040"/>
              </p:ext>
            </p:extLst>
          </p:nvPr>
        </p:nvGraphicFramePr>
        <p:xfrm>
          <a:off x="816762" y="4437417"/>
          <a:ext cx="3329022" cy="2246662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64570544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Custom 1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00B0F0"/>
      </a:accent1>
      <a:accent2>
        <a:srgbClr val="ECC830"/>
      </a:accent2>
      <a:accent3>
        <a:srgbClr val="B19FE3"/>
      </a:accent3>
      <a:accent4>
        <a:srgbClr val="D0D0D0"/>
      </a:accent4>
      <a:accent5>
        <a:srgbClr val="33CCCC"/>
      </a:accent5>
      <a:accent6>
        <a:srgbClr val="47D45A"/>
      </a:accent6>
      <a:hlink>
        <a:srgbClr val="467886"/>
      </a:hlink>
      <a:folHlink>
        <a:srgbClr val="96607D"/>
      </a:folHlink>
    </a:clrScheme>
    <a:fontScheme name="Custom 39">
      <a:majorFont>
        <a:latin typeface="Tw Cen MT"/>
        <a:ea typeface=""/>
        <a:cs typeface=""/>
      </a:majorFont>
      <a:minorFont>
        <a:latin typeface="Segoe UI Light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nancial-design_Win32_CP_v13" id="{7A406372-3134-432A-A498-73868680C33B}" vid="{88D369DF-875A-4C31-AFF3-DEF6B94343C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79F111ED35F8CC479449609E8A0923A6" ma:contentTypeVersion="25" ma:contentTypeDescription="Create a new document." ma:contentTypeScope="" ma:versionID="e02306daf00165b375dc6a58966960be">
  <xsd:schema xmlns:xsd="http://www.w3.org/2001/XMLSchema" xmlns:xs="http://www.w3.org/2001/XMLSchema" xmlns:p="http://schemas.microsoft.com/office/2006/metadata/properties" xmlns:ns1="http://schemas.microsoft.com/sharepoint/v3" xmlns:ns2="71af3243-3dd4-4a8d-8c0d-dd76da1f02a5" xmlns:ns3="16c05727-aa75-4e4a-9b5f-8a80a1165891" xmlns:ns4="230e9df3-be65-4c73-a93b-d1236ebd677e" targetNamespace="http://schemas.microsoft.com/office/2006/metadata/properties" ma:root="true" ma:fieldsID="df88fb76bf5f555224557953949c1ec9" ns1:_="" ns2:_="" ns3:_="" ns4:_="">
    <xsd:import namespace="http://schemas.microsoft.com/sharepoint/v3"/>
    <xsd:import namespace="71af3243-3dd4-4a8d-8c0d-dd76da1f02a5"/>
    <xsd:import namespace="16c05727-aa75-4e4a-9b5f-8a80a1165891"/>
    <xsd:import namespace="230e9df3-be65-4c73-a93b-d1236ebd677e"/>
    <xsd:element name="properties">
      <xsd:complexType>
        <xsd:sequence>
          <xsd:element name="documentManagement">
            <xsd:complexType>
              <xsd:all>
                <xsd:element ref="ns2:Status" minOccurs="0"/>
                <xsd:element ref="ns2:Image" minOccurs="0"/>
                <xsd:element ref="ns2:MediaServiceMetadata" minOccurs="0"/>
                <xsd:element ref="ns2:MediaServiceFastMetadata" minOccurs="0"/>
                <xsd:element ref="ns2:MediaServiceOCR" minOccurs="0"/>
                <xsd:element ref="ns2:MediaServiceAutoTags" minOccurs="0"/>
                <xsd:element ref="ns2:MediaServiceEventHashCode" minOccurs="0"/>
                <xsd:element ref="ns2:MediaServiceGenerationTime" minOccurs="0"/>
                <xsd:element ref="ns3:SharedWithUsers" minOccurs="0"/>
                <xsd:element ref="ns3:SharedWithDetails" minOccurs="0"/>
                <xsd:element ref="ns2:MediaServiceAutoKeyPoints" minOccurs="0"/>
                <xsd:element ref="ns2:MediaServiceKeyPoints" minOccurs="0"/>
                <xsd:element ref="ns2:MediaServiceDateTaken" minOccurs="0"/>
                <xsd:element ref="ns1:_ip_UnifiedCompliancePolicyProperties" minOccurs="0"/>
                <xsd:element ref="ns1:_ip_UnifiedCompliancePolicyUIAction" minOccurs="0"/>
                <xsd:element ref="ns4:TaxCatchAll" minOccurs="0"/>
                <xsd:element ref="ns2:ImageTagsTaxHTField" minOccurs="0"/>
                <xsd:element ref="ns2:MediaServiceLocation" minOccurs="0"/>
                <xsd:element ref="ns2:MediaLengthInSeconds" minOccurs="0"/>
                <xsd:element ref="ns2:Background" minOccurs="0"/>
                <xsd:element ref="ns2:MediaServiceSearchPropertie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http://schemas.microsoft.com/sharepoint/v3" elementFormDefault="qualified">
    <xsd:import namespace="http://schemas.microsoft.com/office/2006/documentManagement/types"/>
    <xsd:import namespace="http://schemas.microsoft.com/office/infopath/2007/PartnerControls"/>
    <xsd:element name="_ip_UnifiedCompliancePolicyProperties" ma:index="20" nillable="true" ma:displayName="Unified Compliance Policy Properties" ma:hidden="true" ma:internalName="_ip_UnifiedCompliancePolicyProperties" ma:readOnly="false">
      <xsd:simpleType>
        <xsd:restriction base="dms:Note"/>
      </xsd:simpleType>
    </xsd:element>
    <xsd:element name="_ip_UnifiedCompliancePolicyUIAction" ma:index="21" nillable="true" ma:displayName="Unified Compliance Policy UI Action" ma:hidden="true" ma:internalName="_ip_UnifiedCompliancePolicyUIAction" ma:readOnly="fals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1af3243-3dd4-4a8d-8c0d-dd76da1f02a5" elementFormDefault="qualified">
    <xsd:import namespace="http://schemas.microsoft.com/office/2006/documentManagement/types"/>
    <xsd:import namespace="http://schemas.microsoft.com/office/infopath/2007/PartnerControls"/>
    <xsd:element name="Status" ma:index="2" nillable="true" ma:displayName="Status" ma:default="Not started" ma:format="Dropdown" ma:internalName="Status" ma:readOnly="false">
      <xsd:simpleType>
        <xsd:restriction base="dms:Choice">
          <xsd:enumeration value="Not started"/>
          <xsd:enumeration value="In Progress"/>
          <xsd:enumeration value="Completed"/>
        </xsd:restriction>
      </xsd:simpleType>
    </xsd:element>
    <xsd:element name="Image" ma:index="3" nillable="true" ma:displayName="Image" ma:format="Image" ma:internalName="Image" ma:readOnly="false">
      <xsd:complexType>
        <xsd:complexContent>
          <xsd:extension base="dms:URL">
            <xsd:sequence>
              <xsd:element name="Url" type="dms:ValidUrl" minOccurs="0" nillable="true"/>
              <xsd:element name="Description" type="xsd:string" nillable="true"/>
            </xsd:sequence>
          </xsd:extension>
        </xsd:complexContent>
      </xsd:complexType>
    </xsd:element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CR" ma:index="10" nillable="true" ma:displayName="MediaServiceOCR" ma:hidden="true" ma:internalName="MediaServiceOCR" ma:readOnly="true">
      <xsd:simpleType>
        <xsd:restriction base="dms:Note"/>
      </xsd:simpleType>
    </xsd:element>
    <xsd:element name="MediaServiceAutoTags" ma:index="11" nillable="true" ma:displayName="MediaServiceAutoTags" ma:hidden="true" ma:internalName="MediaServiceAutoTags" ma:readOnly="true">
      <xsd:simpleType>
        <xsd:restriction base="dms:Text"/>
      </xsd:simpleType>
    </xsd:element>
    <xsd:element name="MediaServiceEventHashCode" ma:index="12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GenerationTime" ma:index="13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AutoKeyPoints" ma:index="16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7" nillable="true" ma:displayName="KeyPoints" ma:hidden="true" ma:internalName="MediaServiceKeyPoints" ma:readOnly="false">
      <xsd:simpleType>
        <xsd:restriction base="dms:Note"/>
      </xsd:simpleType>
    </xsd:element>
    <xsd:element name="MediaServiceDateTaken" ma:index="18" nillable="true" ma:displayName="MediaServiceDateTaken" ma:hidden="true" ma:internalName="MediaServiceDateTaken" ma:readOnly="true">
      <xsd:simpleType>
        <xsd:restriction base="dms:Text"/>
      </xsd:simpleType>
    </xsd:element>
    <xsd:element name="ImageTagsTaxHTField" ma:index="25" nillable="true" ma:taxonomy="true" ma:internalName="ImageTagsTaxHTField" ma:taxonomyFieldName="MediaServiceImageTags" ma:displayName="Image Tags" ma:readOnly="false" ma:fieldId="{5cf76f15-5ced-4ddc-b409-7134ff3c332f}" ma:taxonomyMulti="true" ma:sspId="e385fb40-52d4-4fae-9c5b-3e8ff8a5878e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Location" ma:index="26" nillable="true" ma:displayName="Location" ma:hidden="true" ma:internalName="MediaServiceLocation" ma:readOnly="true">
      <xsd:simpleType>
        <xsd:restriction base="dms:Text"/>
      </xsd:simpleType>
    </xsd:element>
    <xsd:element name="MediaLengthInSeconds" ma:index="27" nillable="true" ma:displayName="MediaLengthInSeconds" ma:hidden="true" ma:internalName="MediaLengthInSeconds" ma:readOnly="true">
      <xsd:simpleType>
        <xsd:restriction base="dms:Unknown"/>
      </xsd:simpleType>
    </xsd:element>
    <xsd:element name="Background" ma:index="28" nillable="true" ma:displayName="Background" ma:default="0" ma:format="Dropdown" ma:internalName="Background">
      <xsd:simpleType>
        <xsd:restriction base="dms:Boolean"/>
      </xsd:simpleType>
    </xsd:element>
    <xsd:element name="MediaServiceSearchProperties" ma:index="29" nillable="true" ma:displayName="MediaServiceSearchProperties" ma:hidden="true" ma:internalName="MediaServiceSearchPropertie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6c05727-aa75-4e4a-9b5f-8a80a1165891" elementFormDefault="qualified">
    <xsd:import namespace="http://schemas.microsoft.com/office/2006/documentManagement/types"/>
    <xsd:import namespace="http://schemas.microsoft.com/office/infopath/2007/PartnerControls"/>
    <xsd:element name="SharedWithUsers" ma:index="14" nillable="true" ma:displayName="Shared With" ma:hidden="true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5" nillable="true" ma:displayName="Shared With Details" ma:hidden="true" ma:internalName="SharedWithDetails" ma:readOnly="true">
      <xsd:simpleType>
        <xsd:restriction base="dms:Note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230e9df3-be65-4c73-a93b-d1236ebd677e" elementFormDefault="qualified">
    <xsd:import namespace="http://schemas.microsoft.com/office/2006/documentManagement/types"/>
    <xsd:import namespace="http://schemas.microsoft.com/office/infopath/2007/PartnerControls"/>
    <xsd:element name="TaxCatchAll" ma:index="23" nillable="true" ma:displayName="Taxonomy Catch All Column" ma:hidden="true" ma:list="{3f6bfcbc-3db3-4ae6-bd76-326f0798ad28}" ma:internalName="TaxCatchAll" ma:readOnly="false" ma:showField="CatchAllData" ma:web="16c05727-aa75-4e4a-9b5f-8a80a1165891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displayName="Content Type"/>
        <xsd:element ref="dc:title" minOccurs="0" maxOccurs="1" ma:index="1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ip_UnifiedCompliancePolicyUIAction xmlns="http://schemas.microsoft.com/sharepoint/v3" xsi:nil="true"/>
    <Image xmlns="71af3243-3dd4-4a8d-8c0d-dd76da1f02a5">
      <Url xsi:nil="true"/>
      <Description xsi:nil="true"/>
    </Image>
    <Status xmlns="71af3243-3dd4-4a8d-8c0d-dd76da1f02a5">Not started</Status>
    <Background xmlns="71af3243-3dd4-4a8d-8c0d-dd76da1f02a5">false</Background>
    <_ip_UnifiedCompliancePolicyProperties xmlns="http://schemas.microsoft.com/sharepoint/v3" xsi:nil="true"/>
    <ImageTagsTaxHTField xmlns="71af3243-3dd4-4a8d-8c0d-dd76da1f02a5">
      <Terms xmlns="http://schemas.microsoft.com/office/infopath/2007/PartnerControls"/>
    </ImageTagsTaxHTField>
    <TaxCatchAll xmlns="230e9df3-be65-4c73-a93b-d1236ebd677e" xsi:nil="true"/>
    <MediaServiceKeyPoints xmlns="71af3243-3dd4-4a8d-8c0d-dd76da1f02a5" xsi:nil="true"/>
  </documentManagement>
</p:properties>
</file>

<file path=customXml/itemProps1.xml><?xml version="1.0" encoding="utf-8"?>
<ds:datastoreItem xmlns:ds="http://schemas.openxmlformats.org/officeDocument/2006/customXml" ds:itemID="{4F1F1912-3146-44AF-A389-9E8B77BB3688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176493A3-2B83-4E58-86AD-56A2F2A20F12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http://schemas.microsoft.com/sharepoint/v3"/>
    <ds:schemaRef ds:uri="71af3243-3dd4-4a8d-8c0d-dd76da1f02a5"/>
    <ds:schemaRef ds:uri="16c05727-aa75-4e4a-9b5f-8a80a1165891"/>
    <ds:schemaRef ds:uri="230e9df3-be65-4c73-a93b-d1236ebd677e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F8B8ECF1-2A9D-464C-AFE8-2B3295D0BF97}">
  <ds:schemaRefs>
    <ds:schemaRef ds:uri="http://purl.org/dc/elements/1.1/"/>
    <ds:schemaRef ds:uri="71af3243-3dd4-4a8d-8c0d-dd76da1f02a5"/>
    <ds:schemaRef ds:uri="http://schemas.microsoft.com/office/2006/documentManagement/types"/>
    <ds:schemaRef ds:uri="http://schemas.microsoft.com/sharepoint/v3"/>
    <ds:schemaRef ds:uri="http://www.w3.org/XML/1998/namespace"/>
    <ds:schemaRef ds:uri="http://purl.org/dc/terms/"/>
    <ds:schemaRef ds:uri="http://schemas.openxmlformats.org/package/2006/metadata/core-properties"/>
    <ds:schemaRef ds:uri="http://schemas.microsoft.com/office/2006/metadata/properties"/>
    <ds:schemaRef ds:uri="http://schemas.microsoft.com/office/infopath/2007/PartnerControls"/>
    <ds:schemaRef ds:uri="230e9df3-be65-4c73-a93b-d1236ebd677e"/>
    <ds:schemaRef ds:uri="16c05727-aa75-4e4a-9b5f-8a80a1165891"/>
    <ds:schemaRef ds:uri="http://purl.org/dc/dcmitype/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4105</TotalTime>
  <Words>2511</Words>
  <Application>Microsoft Office PowerPoint</Application>
  <PresentationFormat>Widescreen</PresentationFormat>
  <Paragraphs>509</Paragraphs>
  <Slides>12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8" baseType="lpstr">
      <vt:lpstr>Arial</vt:lpstr>
      <vt:lpstr>Calibri</vt:lpstr>
      <vt:lpstr>Courier New</vt:lpstr>
      <vt:lpstr>Segoe UI Light</vt:lpstr>
      <vt:lpstr>Tw Cen MT</vt:lpstr>
      <vt:lpstr>Office Theme</vt:lpstr>
      <vt:lpstr>Loan Risk Data Pipeline (Bronze → Silver → Gold)</vt:lpstr>
      <vt:lpstr>Why Build This Pipeline?</vt:lpstr>
      <vt:lpstr>Architecture Overview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Next Steps</vt:lpstr>
      <vt:lpstr>PowerPoint Presentation</vt:lpstr>
      <vt:lpstr>Raw Data to Bronze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YIP Pak Kei</dc:creator>
  <cp:lastModifiedBy>YIP Pak Kei</cp:lastModifiedBy>
  <cp:revision>2</cp:revision>
  <dcterms:created xsi:type="dcterms:W3CDTF">2025-09-26T09:43:50Z</dcterms:created>
  <dcterms:modified xsi:type="dcterms:W3CDTF">2025-09-30T04:00:13Z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0x01010079F111ED35F8CC479449609E8A0923A6</vt:lpwstr>
  </property>
</Properties>
</file>