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530" r:id="rId5"/>
    <p:sldId id="539" r:id="rId6"/>
    <p:sldId id="547" r:id="rId7"/>
    <p:sldId id="548" r:id="rId8"/>
    <p:sldId id="551" r:id="rId9"/>
    <p:sldId id="550" r:id="rId10"/>
    <p:sldId id="553" r:id="rId11"/>
    <p:sldId id="552" r:id="rId12"/>
    <p:sldId id="545" r:id="rId13"/>
    <p:sldId id="533" r:id="rId14"/>
    <p:sldId id="54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830"/>
    <a:srgbClr val="D0B74C"/>
    <a:srgbClr val="17446B"/>
    <a:srgbClr val="00B0F0"/>
    <a:srgbClr val="A6A6A6"/>
    <a:srgbClr val="47D35A"/>
    <a:srgbClr val="76B288"/>
    <a:srgbClr val="D2BF36"/>
    <a:srgbClr val="488CBB"/>
    <a:srgbClr val="382C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00B14-53B7-4A89-AC96-7E0B3EEF477A}" v="138" dt="2025-09-29T05:05:53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>
        <p:scale>
          <a:sx n="100" d="100"/>
          <a:sy n="100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P Pak Kei" userId="84071794-bab4-4b42-9f59-0a1beb5d37e7" providerId="ADAL" clId="{327E37EB-F7D8-42A2-B640-10DB968EB23A}"/>
    <pc:docChg chg="undo custSel addSld delSld modSld sldOrd">
      <pc:chgData name="YIP Pak Kei" userId="84071794-bab4-4b42-9f59-0a1beb5d37e7" providerId="ADAL" clId="{327E37EB-F7D8-42A2-B640-10DB968EB23A}" dt="2025-09-29T05:12:04.254" v="4414" actId="20577"/>
      <pc:docMkLst>
        <pc:docMk/>
      </pc:docMkLst>
      <pc:sldChg chg="modSp mod">
        <pc:chgData name="YIP Pak Kei" userId="84071794-bab4-4b42-9f59-0a1beb5d37e7" providerId="ADAL" clId="{327E37EB-F7D8-42A2-B640-10DB968EB23A}" dt="2025-09-29T03:36:45.913" v="3569" actId="207"/>
        <pc:sldMkLst>
          <pc:docMk/>
          <pc:sldMk cId="1723491119" sldId="530"/>
        </pc:sldMkLst>
        <pc:spChg chg="mod">
          <ac:chgData name="YIP Pak Kei" userId="84071794-bab4-4b42-9f59-0a1beb5d37e7" providerId="ADAL" clId="{327E37EB-F7D8-42A2-B640-10DB968EB23A}" dt="2025-09-29T03:36:45.913" v="3569" actId="207"/>
          <ac:spMkLst>
            <pc:docMk/>
            <pc:sldMk cId="1723491119" sldId="530"/>
            <ac:spMk id="2" creationId="{DC870DB4-0446-EF22-E8E0-3A5B83923AC0}"/>
          </ac:spMkLst>
        </pc:spChg>
      </pc:sldChg>
      <pc:sldChg chg="addSp delSp modSp mod ord modClrScheme chgLayout">
        <pc:chgData name="YIP Pak Kei" userId="84071794-bab4-4b42-9f59-0a1beb5d37e7" providerId="ADAL" clId="{327E37EB-F7D8-42A2-B640-10DB968EB23A}" dt="2025-09-29T04:53:21.010" v="4273" actId="1035"/>
        <pc:sldMkLst>
          <pc:docMk/>
          <pc:sldMk cId="3380759881" sldId="533"/>
        </pc:sldMkLst>
        <pc:spChg chg="del mod ord">
          <ac:chgData name="YIP Pak Kei" userId="84071794-bab4-4b42-9f59-0a1beb5d37e7" providerId="ADAL" clId="{327E37EB-F7D8-42A2-B640-10DB968EB23A}" dt="2025-09-28T16:39:04.832" v="2380" actId="478"/>
          <ac:spMkLst>
            <pc:docMk/>
            <pc:sldMk cId="3380759881" sldId="533"/>
            <ac:spMk id="2" creationId="{F41F0E99-07CC-9576-AFD7-C52151AD0EA3}"/>
          </ac:spMkLst>
        </pc:spChg>
        <pc:spChg chg="del mod ord">
          <ac:chgData name="YIP Pak Kei" userId="84071794-bab4-4b42-9f59-0a1beb5d37e7" providerId="ADAL" clId="{327E37EB-F7D8-42A2-B640-10DB968EB23A}" dt="2025-09-28T16:39:04.832" v="2380" actId="478"/>
          <ac:spMkLst>
            <pc:docMk/>
            <pc:sldMk cId="3380759881" sldId="533"/>
            <ac:spMk id="3" creationId="{5A82A8B0-333F-633E-3FA7-D38DBFB10971}"/>
          </ac:spMkLst>
        </pc:spChg>
        <pc:spChg chg="add del mod">
          <ac:chgData name="YIP Pak Kei" userId="84071794-bab4-4b42-9f59-0a1beb5d37e7" providerId="ADAL" clId="{327E37EB-F7D8-42A2-B640-10DB968EB23A}" dt="2025-09-29T03:04:12.789" v="3404" actId="478"/>
          <ac:spMkLst>
            <pc:docMk/>
            <pc:sldMk cId="3380759881" sldId="533"/>
            <ac:spMk id="5" creationId="{B02DB3F4-76B0-EDE7-06DB-4D2F1F651728}"/>
          </ac:spMkLst>
        </pc:spChg>
        <pc:spChg chg="add del mod">
          <ac:chgData name="YIP Pak Kei" userId="84071794-bab4-4b42-9f59-0a1beb5d37e7" providerId="ADAL" clId="{327E37EB-F7D8-42A2-B640-10DB968EB23A}" dt="2025-09-29T03:50:33.603" v="3707" actId="478"/>
          <ac:spMkLst>
            <pc:docMk/>
            <pc:sldMk cId="3380759881" sldId="533"/>
            <ac:spMk id="7" creationId="{DCB6C311-E01A-E7F6-C1BD-17BE7D1216FE}"/>
          </ac:spMkLst>
        </pc:spChg>
        <pc:spChg chg="add del mod">
          <ac:chgData name="YIP Pak Kei" userId="84071794-bab4-4b42-9f59-0a1beb5d37e7" providerId="ADAL" clId="{327E37EB-F7D8-42A2-B640-10DB968EB23A}" dt="2025-09-29T03:51:16.841" v="3715" actId="478"/>
          <ac:spMkLst>
            <pc:docMk/>
            <pc:sldMk cId="3380759881" sldId="533"/>
            <ac:spMk id="9" creationId="{4BCF24BE-07C5-A625-902D-35EC5C24F63C}"/>
          </ac:spMkLst>
        </pc:spChg>
        <pc:spChg chg="add mod">
          <ac:chgData name="YIP Pak Kei" userId="84071794-bab4-4b42-9f59-0a1beb5d37e7" providerId="ADAL" clId="{327E37EB-F7D8-42A2-B640-10DB968EB23A}" dt="2025-09-29T04:25:45.474" v="3947" actId="1036"/>
          <ac:spMkLst>
            <pc:docMk/>
            <pc:sldMk cId="3380759881" sldId="533"/>
            <ac:spMk id="11" creationId="{6E8C461C-A1D4-2712-744E-FDBD99A9C2B4}"/>
          </ac:spMkLst>
        </pc:spChg>
        <pc:graphicFrameChg chg="add mod modGraphic">
          <ac:chgData name="YIP Pak Kei" userId="84071794-bab4-4b42-9f59-0a1beb5d37e7" providerId="ADAL" clId="{327E37EB-F7D8-42A2-B640-10DB968EB23A}" dt="2025-09-29T04:53:21.010" v="4273" actId="1035"/>
          <ac:graphicFrameMkLst>
            <pc:docMk/>
            <pc:sldMk cId="3380759881" sldId="533"/>
            <ac:graphicFrameMk id="2" creationId="{A2F68D8E-18C4-8E86-0F8A-194403EECFB4}"/>
          </ac:graphicFrameMkLst>
        </pc:graphicFrameChg>
        <pc:graphicFrameChg chg="add mod modGraphic">
          <ac:chgData name="YIP Pak Kei" userId="84071794-bab4-4b42-9f59-0a1beb5d37e7" providerId="ADAL" clId="{327E37EB-F7D8-42A2-B640-10DB968EB23A}" dt="2025-09-29T04:53:21.010" v="4273" actId="1035"/>
          <ac:graphicFrameMkLst>
            <pc:docMk/>
            <pc:sldMk cId="3380759881" sldId="533"/>
            <ac:graphicFrameMk id="3" creationId="{A0FDDCDB-4C45-B6D0-DE4B-25E0B486FDF0}"/>
          </ac:graphicFrameMkLst>
        </pc:graphicFrameChg>
        <pc:graphicFrameChg chg="add del mod modGraphic">
          <ac:chgData name="YIP Pak Kei" userId="84071794-bab4-4b42-9f59-0a1beb5d37e7" providerId="ADAL" clId="{327E37EB-F7D8-42A2-B640-10DB968EB23A}" dt="2025-09-29T04:53:21.010" v="4273" actId="1035"/>
          <ac:graphicFrameMkLst>
            <pc:docMk/>
            <pc:sldMk cId="3380759881" sldId="533"/>
            <ac:graphicFrameMk id="10" creationId="{1FB54860-C429-A388-6710-19C6EED59A94}"/>
          </ac:graphicFrameMkLst>
        </pc:graphicFrameChg>
      </pc:sldChg>
      <pc:sldChg chg="del">
        <pc:chgData name="YIP Pak Kei" userId="84071794-bab4-4b42-9f59-0a1beb5d37e7" providerId="ADAL" clId="{327E37EB-F7D8-42A2-B640-10DB968EB23A}" dt="2025-09-29T04:46:45.379" v="4166" actId="47"/>
        <pc:sldMkLst>
          <pc:docMk/>
          <pc:sldMk cId="1372651910" sldId="535"/>
        </pc:sldMkLst>
      </pc:sldChg>
      <pc:sldChg chg="modSp del mod">
        <pc:chgData name="YIP Pak Kei" userId="84071794-bab4-4b42-9f59-0a1beb5d37e7" providerId="ADAL" clId="{327E37EB-F7D8-42A2-B640-10DB968EB23A}" dt="2025-09-29T04:46:48.391" v="4167" actId="47"/>
        <pc:sldMkLst>
          <pc:docMk/>
          <pc:sldMk cId="1208724409" sldId="536"/>
        </pc:sldMkLst>
        <pc:graphicFrameChg chg="mod">
          <ac:chgData name="YIP Pak Kei" userId="84071794-bab4-4b42-9f59-0a1beb5d37e7" providerId="ADAL" clId="{327E37EB-F7D8-42A2-B640-10DB968EB23A}" dt="2025-09-29T02:55:03.622" v="3347" actId="1076"/>
          <ac:graphicFrameMkLst>
            <pc:docMk/>
            <pc:sldMk cId="1208724409" sldId="536"/>
            <ac:graphicFrameMk id="4" creationId="{49C20947-A133-32C2-D0F4-654D337A74ED}"/>
          </ac:graphicFrameMkLst>
        </pc:graphicFrameChg>
      </pc:sldChg>
      <pc:sldChg chg="del">
        <pc:chgData name="YIP Pak Kei" userId="84071794-bab4-4b42-9f59-0a1beb5d37e7" providerId="ADAL" clId="{327E37EB-F7D8-42A2-B640-10DB968EB23A}" dt="2025-09-29T04:46:52.096" v="4168" actId="47"/>
        <pc:sldMkLst>
          <pc:docMk/>
          <pc:sldMk cId="1213210011" sldId="537"/>
        </pc:sldMkLst>
      </pc:sldChg>
      <pc:sldChg chg="del">
        <pc:chgData name="YIP Pak Kei" userId="84071794-bab4-4b42-9f59-0a1beb5d37e7" providerId="ADAL" clId="{327E37EB-F7D8-42A2-B640-10DB968EB23A}" dt="2025-09-29T04:46:57.371" v="4170" actId="47"/>
        <pc:sldMkLst>
          <pc:docMk/>
          <pc:sldMk cId="765210901" sldId="538"/>
        </pc:sldMkLst>
      </pc:sldChg>
      <pc:sldChg chg="del">
        <pc:chgData name="YIP Pak Kei" userId="84071794-bab4-4b42-9f59-0a1beb5d37e7" providerId="ADAL" clId="{327E37EB-F7D8-42A2-B640-10DB968EB23A}" dt="2025-09-29T04:46:59.778" v="4171" actId="47"/>
        <pc:sldMkLst>
          <pc:docMk/>
          <pc:sldMk cId="1579562137" sldId="540"/>
        </pc:sldMkLst>
      </pc:sldChg>
      <pc:sldChg chg="del">
        <pc:chgData name="YIP Pak Kei" userId="84071794-bab4-4b42-9f59-0a1beb5d37e7" providerId="ADAL" clId="{327E37EB-F7D8-42A2-B640-10DB968EB23A}" dt="2025-09-29T04:47:02.154" v="4172" actId="47"/>
        <pc:sldMkLst>
          <pc:docMk/>
          <pc:sldMk cId="840605972" sldId="541"/>
        </pc:sldMkLst>
      </pc:sldChg>
      <pc:sldChg chg="del">
        <pc:chgData name="YIP Pak Kei" userId="84071794-bab4-4b42-9f59-0a1beb5d37e7" providerId="ADAL" clId="{327E37EB-F7D8-42A2-B640-10DB968EB23A}" dt="2025-09-29T04:47:04.966" v="4173" actId="47"/>
        <pc:sldMkLst>
          <pc:docMk/>
          <pc:sldMk cId="1958759625" sldId="543"/>
        </pc:sldMkLst>
      </pc:sldChg>
      <pc:sldChg chg="del">
        <pc:chgData name="YIP Pak Kei" userId="84071794-bab4-4b42-9f59-0a1beb5d37e7" providerId="ADAL" clId="{327E37EB-F7D8-42A2-B640-10DB968EB23A}" dt="2025-09-29T04:47:08.638" v="4174" actId="47"/>
        <pc:sldMkLst>
          <pc:docMk/>
          <pc:sldMk cId="1877701230" sldId="544"/>
        </pc:sldMkLst>
      </pc:sldChg>
      <pc:sldChg chg="addSp delSp modSp mod">
        <pc:chgData name="YIP Pak Kei" userId="84071794-bab4-4b42-9f59-0a1beb5d37e7" providerId="ADAL" clId="{327E37EB-F7D8-42A2-B640-10DB968EB23A}" dt="2025-09-29T05:09:24.787" v="4371" actId="113"/>
        <pc:sldMkLst>
          <pc:docMk/>
          <pc:sldMk cId="2049587722" sldId="545"/>
        </pc:sldMkLst>
        <pc:spChg chg="add del mod">
          <ac:chgData name="YIP Pak Kei" userId="84071794-bab4-4b42-9f59-0a1beb5d37e7" providerId="ADAL" clId="{327E37EB-F7D8-42A2-B640-10DB968EB23A}" dt="2025-09-29T02:07:01.629" v="2796" actId="478"/>
          <ac:spMkLst>
            <pc:docMk/>
            <pc:sldMk cId="2049587722" sldId="545"/>
            <ac:spMk id="6" creationId="{A3806159-8CBD-0DE4-09E2-92FE4BCC4DB2}"/>
          </ac:spMkLst>
        </pc:spChg>
        <pc:spChg chg="mod">
          <ac:chgData name="YIP Pak Kei" userId="84071794-bab4-4b42-9f59-0a1beb5d37e7" providerId="ADAL" clId="{327E37EB-F7D8-42A2-B640-10DB968EB23A}" dt="2025-09-29T04:03:11.569" v="3808" actId="207"/>
          <ac:spMkLst>
            <pc:docMk/>
            <pc:sldMk cId="2049587722" sldId="545"/>
            <ac:spMk id="11" creationId="{CE7AA813-84F0-DB50-F6B6-A29A94662DAD}"/>
          </ac:spMkLst>
        </pc:spChg>
        <pc:spChg chg="add del mod">
          <ac:chgData name="YIP Pak Kei" userId="84071794-bab4-4b42-9f59-0a1beb5d37e7" providerId="ADAL" clId="{327E37EB-F7D8-42A2-B640-10DB968EB23A}" dt="2025-09-29T02:09:20.465" v="2804" actId="931"/>
          <ac:spMkLst>
            <pc:docMk/>
            <pc:sldMk cId="2049587722" sldId="545"/>
            <ac:spMk id="13" creationId="{F08F7579-6DBB-BE7B-1BCD-8AEBC42E050E}"/>
          </ac:spMkLst>
        </pc:spChg>
        <pc:spChg chg="add del mod">
          <ac:chgData name="YIP Pak Kei" userId="84071794-bab4-4b42-9f59-0a1beb5d37e7" providerId="ADAL" clId="{327E37EB-F7D8-42A2-B640-10DB968EB23A}" dt="2025-09-29T02:10:12.920" v="2808" actId="931"/>
          <ac:spMkLst>
            <pc:docMk/>
            <pc:sldMk cId="2049587722" sldId="545"/>
            <ac:spMk id="17" creationId="{D6898EC6-B9CA-1DBF-87D3-7E86BE19AA12}"/>
          </ac:spMkLst>
        </pc:spChg>
        <pc:spChg chg="add del mod">
          <ac:chgData name="YIP Pak Kei" userId="84071794-bab4-4b42-9f59-0a1beb5d37e7" providerId="ADAL" clId="{327E37EB-F7D8-42A2-B640-10DB968EB23A}" dt="2025-09-29T02:10:35.268" v="2811" actId="931"/>
          <ac:spMkLst>
            <pc:docMk/>
            <pc:sldMk cId="2049587722" sldId="545"/>
            <ac:spMk id="21" creationId="{FF43C618-C45A-86A1-007B-DCE6C9D454CC}"/>
          </ac:spMkLst>
        </pc:spChg>
        <pc:spChg chg="add del mod">
          <ac:chgData name="YIP Pak Kei" userId="84071794-bab4-4b42-9f59-0a1beb5d37e7" providerId="ADAL" clId="{327E37EB-F7D8-42A2-B640-10DB968EB23A}" dt="2025-09-29T02:11:07.325" v="2813" actId="931"/>
          <ac:spMkLst>
            <pc:docMk/>
            <pc:sldMk cId="2049587722" sldId="545"/>
            <ac:spMk id="25" creationId="{8626C4E4-9219-6ECD-3522-CB25B1B057DC}"/>
          </ac:spMkLst>
        </pc:spChg>
        <pc:spChg chg="add del mod">
          <ac:chgData name="YIP Pak Kei" userId="84071794-bab4-4b42-9f59-0a1beb5d37e7" providerId="ADAL" clId="{327E37EB-F7D8-42A2-B640-10DB968EB23A}" dt="2025-09-29T02:11:47.195" v="2816" actId="478"/>
          <ac:spMkLst>
            <pc:docMk/>
            <pc:sldMk cId="2049587722" sldId="545"/>
            <ac:spMk id="29" creationId="{F4287523-E273-2E3E-E19A-536030388503}"/>
          </ac:spMkLst>
        </pc:spChg>
        <pc:spChg chg="add del mod">
          <ac:chgData name="YIP Pak Kei" userId="84071794-bab4-4b42-9f59-0a1beb5d37e7" providerId="ADAL" clId="{327E37EB-F7D8-42A2-B640-10DB968EB23A}" dt="2025-09-29T02:12:34.512" v="2818" actId="931"/>
          <ac:spMkLst>
            <pc:docMk/>
            <pc:sldMk cId="2049587722" sldId="545"/>
            <ac:spMk id="31" creationId="{76910DFB-2274-B119-5624-B62634CD6C8B}"/>
          </ac:spMkLst>
        </pc:spChg>
        <pc:spChg chg="mod">
          <ac:chgData name="YIP Pak Kei" userId="84071794-bab4-4b42-9f59-0a1beb5d37e7" providerId="ADAL" clId="{327E37EB-F7D8-42A2-B640-10DB968EB23A}" dt="2025-09-29T02:47:26.646" v="3338" actId="113"/>
          <ac:spMkLst>
            <pc:docMk/>
            <pc:sldMk cId="2049587722" sldId="545"/>
            <ac:spMk id="69" creationId="{4BBDF45D-9B32-0154-7602-2C43DAF6C0A6}"/>
          </ac:spMkLst>
        </pc:spChg>
        <pc:spChg chg="mod">
          <ac:chgData name="YIP Pak Kei" userId="84071794-bab4-4b42-9f59-0a1beb5d37e7" providerId="ADAL" clId="{327E37EB-F7D8-42A2-B640-10DB968EB23A}" dt="2025-09-29T04:37:05.739" v="4117" actId="20577"/>
          <ac:spMkLst>
            <pc:docMk/>
            <pc:sldMk cId="2049587722" sldId="545"/>
            <ac:spMk id="70" creationId="{38FF6C9F-C7C5-37D5-4C61-BA14A636B732}"/>
          </ac:spMkLst>
        </pc:spChg>
        <pc:spChg chg="mod">
          <ac:chgData name="YIP Pak Kei" userId="84071794-bab4-4b42-9f59-0a1beb5d37e7" providerId="ADAL" clId="{327E37EB-F7D8-42A2-B640-10DB968EB23A}" dt="2025-09-29T04:38:19.812" v="4155" actId="20577"/>
          <ac:spMkLst>
            <pc:docMk/>
            <pc:sldMk cId="2049587722" sldId="545"/>
            <ac:spMk id="71" creationId="{5973BD56-1612-983E-EA67-F4039B062085}"/>
          </ac:spMkLst>
        </pc:spChg>
        <pc:spChg chg="mod">
          <ac:chgData name="YIP Pak Kei" userId="84071794-bab4-4b42-9f59-0a1beb5d37e7" providerId="ADAL" clId="{327E37EB-F7D8-42A2-B640-10DB968EB23A}" dt="2025-09-29T02:47:49.364" v="3343" actId="113"/>
          <ac:spMkLst>
            <pc:docMk/>
            <pc:sldMk cId="2049587722" sldId="545"/>
            <ac:spMk id="72" creationId="{840CFADA-CAD6-2A04-5B15-5DB4DD6A84E0}"/>
          </ac:spMkLst>
        </pc:spChg>
        <pc:spChg chg="mod">
          <ac:chgData name="YIP Pak Kei" userId="84071794-bab4-4b42-9f59-0a1beb5d37e7" providerId="ADAL" clId="{327E37EB-F7D8-42A2-B640-10DB968EB23A}" dt="2025-09-29T05:09:24.787" v="4371" actId="113"/>
          <ac:spMkLst>
            <pc:docMk/>
            <pc:sldMk cId="2049587722" sldId="545"/>
            <ac:spMk id="73" creationId="{DB3347BB-2913-A230-8362-2B778394E7CE}"/>
          </ac:spMkLst>
        </pc:spChg>
        <pc:spChg chg="mod">
          <ac:chgData name="YIP Pak Kei" userId="84071794-bab4-4b42-9f59-0a1beb5d37e7" providerId="ADAL" clId="{327E37EB-F7D8-42A2-B640-10DB968EB23A}" dt="2025-09-29T02:07:06.564" v="2797" actId="313"/>
          <ac:spMkLst>
            <pc:docMk/>
            <pc:sldMk cId="2049587722" sldId="545"/>
            <ac:spMk id="106" creationId="{734F8B63-0C1D-770B-CA9D-EE7ACF817C1F}"/>
          </ac:spMkLst>
        </pc:spChg>
        <pc:spChg chg="del">
          <ac:chgData name="YIP Pak Kei" userId="84071794-bab4-4b42-9f59-0a1beb5d37e7" providerId="ADAL" clId="{327E37EB-F7D8-42A2-B640-10DB968EB23A}" dt="2025-09-29T02:01:37.289" v="2633" actId="478"/>
          <ac:spMkLst>
            <pc:docMk/>
            <pc:sldMk cId="2049587722" sldId="545"/>
            <ac:spMk id="138" creationId="{8BC11123-4B26-8100-E85C-F218651524A5}"/>
          </ac:spMkLst>
        </pc:spChg>
        <pc:picChg chg="del mod">
          <ac:chgData name="YIP Pak Kei" userId="84071794-bab4-4b42-9f59-0a1beb5d37e7" providerId="ADAL" clId="{327E37EB-F7D8-42A2-B640-10DB968EB23A}" dt="2025-09-29T01:39:06.958" v="2591" actId="478"/>
          <ac:picMkLst>
            <pc:docMk/>
            <pc:sldMk cId="2049587722" sldId="545"/>
            <ac:picMk id="4" creationId="{044E5171-FD8A-0D93-7CA3-D78446DE73D7}"/>
          </ac:picMkLst>
        </pc:picChg>
        <pc:picChg chg="add del mod">
          <ac:chgData name="YIP Pak Kei" userId="84071794-bab4-4b42-9f59-0a1beb5d37e7" providerId="ADAL" clId="{327E37EB-F7D8-42A2-B640-10DB968EB23A}" dt="2025-09-29T02:09:37.383" v="2806" actId="478"/>
          <ac:picMkLst>
            <pc:docMk/>
            <pc:sldMk cId="2049587722" sldId="545"/>
            <ac:picMk id="10" creationId="{8307A5D3-85D7-DAD6-BEA8-FE5C521D8BE0}"/>
          </ac:picMkLst>
        </pc:picChg>
        <pc:picChg chg="add mod">
          <ac:chgData name="YIP Pak Kei" userId="84071794-bab4-4b42-9f59-0a1beb5d37e7" providerId="ADAL" clId="{327E37EB-F7D8-42A2-B640-10DB968EB23A}" dt="2025-09-29T02:09:35.242" v="2805" actId="207"/>
          <ac:picMkLst>
            <pc:docMk/>
            <pc:sldMk cId="2049587722" sldId="545"/>
            <ac:picMk id="15" creationId="{D5A5CD1E-0B56-8311-ADFC-5FB312617C08}"/>
          </ac:picMkLst>
        </pc:picChg>
        <pc:picChg chg="add mod">
          <ac:chgData name="YIP Pak Kei" userId="84071794-bab4-4b42-9f59-0a1beb5d37e7" providerId="ADAL" clId="{327E37EB-F7D8-42A2-B640-10DB968EB23A}" dt="2025-09-29T02:10:17.238" v="2809" actId="207"/>
          <ac:picMkLst>
            <pc:docMk/>
            <pc:sldMk cId="2049587722" sldId="545"/>
            <ac:picMk id="19" creationId="{216BC373-5F14-4BD2-E2FA-2CBC70AC0B91}"/>
          </ac:picMkLst>
        </pc:picChg>
        <pc:picChg chg="add mod">
          <ac:chgData name="YIP Pak Kei" userId="84071794-bab4-4b42-9f59-0a1beb5d37e7" providerId="ADAL" clId="{327E37EB-F7D8-42A2-B640-10DB968EB23A}" dt="2025-09-29T02:13:20.577" v="2820" actId="14826"/>
          <ac:picMkLst>
            <pc:docMk/>
            <pc:sldMk cId="2049587722" sldId="545"/>
            <ac:picMk id="23" creationId="{C67758D6-6C1D-2263-93C8-079F70553A3D}"/>
          </ac:picMkLst>
        </pc:picChg>
        <pc:picChg chg="add mod">
          <ac:chgData name="YIP Pak Kei" userId="84071794-bab4-4b42-9f59-0a1beb5d37e7" providerId="ADAL" clId="{327E37EB-F7D8-42A2-B640-10DB968EB23A}" dt="2025-09-29T02:11:27.134" v="2814" actId="207"/>
          <ac:picMkLst>
            <pc:docMk/>
            <pc:sldMk cId="2049587722" sldId="545"/>
            <ac:picMk id="27" creationId="{3D96D35D-53B4-815A-1692-BA48D03FDD73}"/>
          </ac:picMkLst>
        </pc:picChg>
        <pc:picChg chg="add mod">
          <ac:chgData name="YIP Pak Kei" userId="84071794-bab4-4b42-9f59-0a1beb5d37e7" providerId="ADAL" clId="{327E37EB-F7D8-42A2-B640-10DB968EB23A}" dt="2025-09-29T02:12:40.029" v="2819" actId="207"/>
          <ac:picMkLst>
            <pc:docMk/>
            <pc:sldMk cId="2049587722" sldId="545"/>
            <ac:picMk id="33" creationId="{56D23643-732E-35DB-0A22-8E26206083CA}"/>
          </ac:picMkLst>
        </pc:picChg>
        <pc:picChg chg="del">
          <ac:chgData name="YIP Pak Kei" userId="84071794-bab4-4b42-9f59-0a1beb5d37e7" providerId="ADAL" clId="{327E37EB-F7D8-42A2-B640-10DB968EB23A}" dt="2025-09-29T02:09:06.481" v="2803" actId="478"/>
          <ac:picMkLst>
            <pc:docMk/>
            <pc:sldMk cId="2049587722" sldId="545"/>
            <ac:picMk id="85" creationId="{D65F5CE9-1D9A-9BF0-5ADD-C4E2693DA4CB}"/>
          </ac:picMkLst>
        </pc:picChg>
        <pc:picChg chg="del">
          <ac:chgData name="YIP Pak Kei" userId="84071794-bab4-4b42-9f59-0a1beb5d37e7" providerId="ADAL" clId="{327E37EB-F7D8-42A2-B640-10DB968EB23A}" dt="2025-09-29T02:09:45.923" v="2807" actId="478"/>
          <ac:picMkLst>
            <pc:docMk/>
            <pc:sldMk cId="2049587722" sldId="545"/>
            <ac:picMk id="86" creationId="{EDC60F06-D73E-F719-14FA-A6F1ECF09300}"/>
          </ac:picMkLst>
        </pc:picChg>
        <pc:picChg chg="del mod">
          <ac:chgData name="YIP Pak Kei" userId="84071794-bab4-4b42-9f59-0a1beb5d37e7" providerId="ADAL" clId="{327E37EB-F7D8-42A2-B640-10DB968EB23A}" dt="2025-09-29T02:10:20.547" v="2810" actId="478"/>
          <ac:picMkLst>
            <pc:docMk/>
            <pc:sldMk cId="2049587722" sldId="545"/>
            <ac:picMk id="87" creationId="{ED53247D-56A2-6AB9-6FF9-0313BD7DB9E8}"/>
          </ac:picMkLst>
        </pc:picChg>
        <pc:picChg chg="del">
          <ac:chgData name="YIP Pak Kei" userId="84071794-bab4-4b42-9f59-0a1beb5d37e7" providerId="ADAL" clId="{327E37EB-F7D8-42A2-B640-10DB968EB23A}" dt="2025-09-29T02:10:51.986" v="2812" actId="478"/>
          <ac:picMkLst>
            <pc:docMk/>
            <pc:sldMk cId="2049587722" sldId="545"/>
            <ac:picMk id="88" creationId="{32BC0F61-A0C8-5BEF-A6E9-0E7ADE645FA6}"/>
          </ac:picMkLst>
        </pc:picChg>
        <pc:picChg chg="add del">
          <ac:chgData name="YIP Pak Kei" userId="84071794-bab4-4b42-9f59-0a1beb5d37e7" providerId="ADAL" clId="{327E37EB-F7D8-42A2-B640-10DB968EB23A}" dt="2025-09-29T02:11:54.820" v="2817" actId="478"/>
          <ac:picMkLst>
            <pc:docMk/>
            <pc:sldMk cId="2049587722" sldId="545"/>
            <ac:picMk id="90" creationId="{86472D92-CAA9-AF6F-549B-2EE170C70DD7}"/>
          </ac:picMkLst>
        </pc:picChg>
      </pc:sldChg>
      <pc:sldChg chg="del">
        <pc:chgData name="YIP Pak Kei" userId="84071794-bab4-4b42-9f59-0a1beb5d37e7" providerId="ADAL" clId="{327E37EB-F7D8-42A2-B640-10DB968EB23A}" dt="2025-09-29T04:46:54.695" v="4169" actId="47"/>
        <pc:sldMkLst>
          <pc:docMk/>
          <pc:sldMk cId="1430138192" sldId="546"/>
        </pc:sldMkLst>
      </pc:sldChg>
      <pc:sldChg chg="addSp delSp modSp mod">
        <pc:chgData name="YIP Pak Kei" userId="84071794-bab4-4b42-9f59-0a1beb5d37e7" providerId="ADAL" clId="{327E37EB-F7D8-42A2-B640-10DB968EB23A}" dt="2025-09-29T05:04:28.412" v="4354" actId="164"/>
        <pc:sldMkLst>
          <pc:docMk/>
          <pc:sldMk cId="7450669" sldId="547"/>
        </pc:sldMkLst>
        <pc:spChg chg="mod">
          <ac:chgData name="YIP Pak Kei" userId="84071794-bab4-4b42-9f59-0a1beb5d37e7" providerId="ADAL" clId="{327E37EB-F7D8-42A2-B640-10DB968EB23A}" dt="2025-09-29T04:54:42.624" v="4275" actId="1076"/>
          <ac:spMkLst>
            <pc:docMk/>
            <pc:sldMk cId="7450669" sldId="547"/>
            <ac:spMk id="2" creationId="{3303D0A8-13D2-09F3-219C-38156020085F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4" creationId="{BFCCF6EE-8682-36B1-ECCE-78913B4DAB8F}"/>
          </ac:spMkLst>
        </pc:spChg>
        <pc:spChg chg="add mod">
          <ac:chgData name="YIP Pak Kei" userId="84071794-bab4-4b42-9f59-0a1beb5d37e7" providerId="ADAL" clId="{327E37EB-F7D8-42A2-B640-10DB968EB23A}" dt="2025-09-29T05:04:28.412" v="4354" actId="164"/>
          <ac:spMkLst>
            <pc:docMk/>
            <pc:sldMk cId="7450669" sldId="547"/>
            <ac:spMk id="7" creationId="{29C485CB-B3EF-0BC4-3342-072E3D013AC7}"/>
          </ac:spMkLst>
        </pc:spChg>
        <pc:spChg chg="add mod">
          <ac:chgData name="YIP Pak Kei" userId="84071794-bab4-4b42-9f59-0a1beb5d37e7" providerId="ADAL" clId="{327E37EB-F7D8-42A2-B640-10DB968EB23A}" dt="2025-09-29T04:59:21.747" v="4289"/>
          <ac:spMkLst>
            <pc:docMk/>
            <pc:sldMk cId="7450669" sldId="547"/>
            <ac:spMk id="10" creationId="{2A1ED83D-32CD-5416-7AF1-433F1ABC1E89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15" creationId="{92B8F584-2104-8F4B-AC30-4854E003473A}"/>
          </ac:spMkLst>
        </pc:spChg>
        <pc:spChg chg="add del">
          <ac:chgData name="YIP Pak Kei" userId="84071794-bab4-4b42-9f59-0a1beb5d37e7" providerId="ADAL" clId="{327E37EB-F7D8-42A2-B640-10DB968EB23A}" dt="2025-09-29T05:00:12.973" v="4293" actId="22"/>
          <ac:spMkLst>
            <pc:docMk/>
            <pc:sldMk cId="7450669" sldId="547"/>
            <ac:spMk id="21" creationId="{FF35F356-17D1-07BE-98FB-AE1681FD1A94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34" creationId="{86575217-11E2-0A22-5994-CE479FED1E8D}"/>
          </ac:spMkLst>
        </pc:spChg>
        <pc:spChg chg="mod">
          <ac:chgData name="YIP Pak Kei" userId="84071794-bab4-4b42-9f59-0a1beb5d37e7" providerId="ADAL" clId="{327E37EB-F7D8-42A2-B640-10DB968EB23A}" dt="2025-09-29T04:49:40.344" v="4219" actId="1076"/>
          <ac:spMkLst>
            <pc:docMk/>
            <pc:sldMk cId="7450669" sldId="547"/>
            <ac:spMk id="40" creationId="{BE65AE59-7587-BA67-101C-D4DEC9E17011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42" creationId="{12B1865E-07B4-AF9A-8D45-08DB53FAAA79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46" creationId="{7FC3E0D4-E10A-B7AE-38FD-C172BCD001E7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47" creationId="{A24ED7CD-1F53-5DFA-D96B-BB946783EE76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48" creationId="{477317B7-8143-CAEB-A35F-06B677C9718A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49" creationId="{5D314DCF-6503-2D17-34E2-FDC0790105D2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62" creationId="{B381C386-3F39-27B8-D8E7-FBEBEC817EDD}"/>
          </ac:spMkLst>
        </pc:spChg>
        <pc:spChg chg="mod">
          <ac:chgData name="YIP Pak Kei" userId="84071794-bab4-4b42-9f59-0a1beb5d37e7" providerId="ADAL" clId="{327E37EB-F7D8-42A2-B640-10DB968EB23A}" dt="2025-09-29T04:49:19.858" v="4215" actId="1037"/>
          <ac:spMkLst>
            <pc:docMk/>
            <pc:sldMk cId="7450669" sldId="547"/>
            <ac:spMk id="79" creationId="{2CF23465-86A6-8D8E-38D9-B82ADE7D093B}"/>
          </ac:spMkLst>
        </pc:spChg>
        <pc:grpChg chg="add mod">
          <ac:chgData name="YIP Pak Kei" userId="84071794-bab4-4b42-9f59-0a1beb5d37e7" providerId="ADAL" clId="{327E37EB-F7D8-42A2-B640-10DB968EB23A}" dt="2025-09-29T05:04:17.611" v="4351" actId="164"/>
          <ac:grpSpMkLst>
            <pc:docMk/>
            <pc:sldMk cId="7450669" sldId="547"/>
            <ac:grpSpMk id="23" creationId="{C09720F4-F361-64EB-D086-568F906145FD}"/>
          </ac:grpSpMkLst>
        </pc:grpChg>
        <pc:grpChg chg="add mod">
          <ac:chgData name="YIP Pak Kei" userId="84071794-bab4-4b42-9f59-0a1beb5d37e7" providerId="ADAL" clId="{327E37EB-F7D8-42A2-B640-10DB968EB23A}" dt="2025-09-29T05:04:28.412" v="4354" actId="164"/>
          <ac:grpSpMkLst>
            <pc:docMk/>
            <pc:sldMk cId="7450669" sldId="547"/>
            <ac:grpSpMk id="24" creationId="{00B9855B-9AFD-F117-F4D3-70F1AFACA574}"/>
          </ac:grpSpMkLst>
        </pc:grpChg>
        <pc:picChg chg="add mod">
          <ac:chgData name="YIP Pak Kei" userId="84071794-bab4-4b42-9f59-0a1beb5d37e7" providerId="ADAL" clId="{327E37EB-F7D8-42A2-B640-10DB968EB23A}" dt="2025-09-29T05:04:28.412" v="4354" actId="164"/>
          <ac:picMkLst>
            <pc:docMk/>
            <pc:sldMk cId="7450669" sldId="547"/>
            <ac:picMk id="22" creationId="{2A63F7C3-BA04-FD94-8057-D03B1A1AD1A0}"/>
          </ac:picMkLst>
        </pc:picChg>
        <pc:picChg chg="mod">
          <ac:chgData name="YIP Pak Kei" userId="84071794-bab4-4b42-9f59-0a1beb5d37e7" providerId="ADAL" clId="{327E37EB-F7D8-42A2-B640-10DB968EB23A}" dt="2025-09-28T11:39:36.589" v="809" actId="207"/>
          <ac:picMkLst>
            <pc:docMk/>
            <pc:sldMk cId="7450669" sldId="547"/>
            <ac:picMk id="29" creationId="{47F50A4F-1CBF-9C35-4A87-301E351EEBDD}"/>
          </ac:picMkLst>
        </pc:picChg>
        <pc:picChg chg="mod">
          <ac:chgData name="YIP Pak Kei" userId="84071794-bab4-4b42-9f59-0a1beb5d37e7" providerId="ADAL" clId="{327E37EB-F7D8-42A2-B640-10DB968EB23A}" dt="2025-09-29T04:49:40.344" v="4219" actId="1076"/>
          <ac:picMkLst>
            <pc:docMk/>
            <pc:sldMk cId="7450669" sldId="547"/>
            <ac:picMk id="31" creationId="{C3E09D47-A09A-0D11-CD80-A00D4CA84EC8}"/>
          </ac:picMkLst>
        </pc:picChg>
        <pc:cxnChg chg="add mod">
          <ac:chgData name="YIP Pak Kei" userId="84071794-bab4-4b42-9f59-0a1beb5d37e7" providerId="ADAL" clId="{327E37EB-F7D8-42A2-B640-10DB968EB23A}" dt="2025-09-29T04:54:11.589" v="4274" actId="14100"/>
          <ac:cxnSpMkLst>
            <pc:docMk/>
            <pc:sldMk cId="7450669" sldId="547"/>
            <ac:cxnSpMk id="5" creationId="{F4CDDA5F-3C42-7BFD-382B-B00BA5A98DE2}"/>
          </ac:cxnSpMkLst>
        </pc:cxnChg>
        <pc:cxnChg chg="mod">
          <ac:chgData name="YIP Pak Kei" userId="84071794-bab4-4b42-9f59-0a1beb5d37e7" providerId="ADAL" clId="{327E37EB-F7D8-42A2-B640-10DB968EB23A}" dt="2025-09-29T04:50:35.772" v="4226" actId="1036"/>
          <ac:cxnSpMkLst>
            <pc:docMk/>
            <pc:sldMk cId="7450669" sldId="547"/>
            <ac:cxnSpMk id="38" creationId="{44147784-DB73-BD48-397A-DC053B74ADC8}"/>
          </ac:cxnSpMkLst>
        </pc:cxnChg>
        <pc:cxnChg chg="mod">
          <ac:chgData name="YIP Pak Kei" userId="84071794-bab4-4b42-9f59-0a1beb5d37e7" providerId="ADAL" clId="{327E37EB-F7D8-42A2-B640-10DB968EB23A}" dt="2025-09-29T04:50:35.772" v="4226" actId="1036"/>
          <ac:cxnSpMkLst>
            <pc:docMk/>
            <pc:sldMk cId="7450669" sldId="547"/>
            <ac:cxnSpMk id="56" creationId="{5A2DBDDF-6945-1CBF-BDCA-1D584B22196E}"/>
          </ac:cxnSpMkLst>
        </pc:cxnChg>
        <pc:cxnChg chg="del">
          <ac:chgData name="YIP Pak Kei" userId="84071794-bab4-4b42-9f59-0a1beb5d37e7" providerId="ADAL" clId="{327E37EB-F7D8-42A2-B640-10DB968EB23A}" dt="2025-09-29T04:49:26.579" v="4216" actId="478"/>
          <ac:cxnSpMkLst>
            <pc:docMk/>
            <pc:sldMk cId="7450669" sldId="547"/>
            <ac:cxnSpMk id="65" creationId="{B10BB54C-583A-F674-B70C-FD88A7C87975}"/>
          </ac:cxnSpMkLst>
        </pc:cxnChg>
        <pc:cxnChg chg="mod">
          <ac:chgData name="YIP Pak Kei" userId="84071794-bab4-4b42-9f59-0a1beb5d37e7" providerId="ADAL" clId="{327E37EB-F7D8-42A2-B640-10DB968EB23A}" dt="2025-09-29T04:50:35.772" v="4226" actId="1036"/>
          <ac:cxnSpMkLst>
            <pc:docMk/>
            <pc:sldMk cId="7450669" sldId="547"/>
            <ac:cxnSpMk id="71" creationId="{3CAC3F15-D0DB-F94C-7E7A-C552E7D3A112}"/>
          </ac:cxnSpMkLst>
        </pc:cxnChg>
      </pc:sldChg>
      <pc:sldChg chg="addSp delSp modSp mod">
        <pc:chgData name="YIP Pak Kei" userId="84071794-bab4-4b42-9f59-0a1beb5d37e7" providerId="ADAL" clId="{327E37EB-F7D8-42A2-B640-10DB968EB23A}" dt="2025-09-29T05:11:08.542" v="4390" actId="20577"/>
        <pc:sldMkLst>
          <pc:docMk/>
          <pc:sldMk cId="2969623277" sldId="548"/>
        </pc:sldMkLst>
        <pc:spChg chg="mod">
          <ac:chgData name="YIP Pak Kei" userId="84071794-bab4-4b42-9f59-0a1beb5d37e7" providerId="ADAL" clId="{327E37EB-F7D8-42A2-B640-10DB968EB23A}" dt="2025-09-29T04:54:57.841" v="4276" actId="1076"/>
          <ac:spMkLst>
            <pc:docMk/>
            <pc:sldMk cId="2969623277" sldId="548"/>
            <ac:spMk id="2" creationId="{8DDE1B8B-D485-872C-35FF-0ABDCA859604}"/>
          </ac:spMkLst>
        </pc:spChg>
        <pc:spChg chg="mod">
          <ac:chgData name="YIP Pak Kei" userId="84071794-bab4-4b42-9f59-0a1beb5d37e7" providerId="ADAL" clId="{327E37EB-F7D8-42A2-B640-10DB968EB23A}" dt="2025-09-29T04:55:18.456" v="4279" actId="1037"/>
          <ac:spMkLst>
            <pc:docMk/>
            <pc:sldMk cId="2969623277" sldId="548"/>
            <ac:spMk id="4" creationId="{51D88663-7CDC-80AB-5286-19CD732E32CB}"/>
          </ac:spMkLst>
        </pc:spChg>
        <pc:spChg chg="mod topLvl">
          <ac:chgData name="YIP Pak Kei" userId="84071794-bab4-4b42-9f59-0a1beb5d37e7" providerId="ADAL" clId="{327E37EB-F7D8-42A2-B640-10DB968EB23A}" dt="2025-09-28T09:43:18.726" v="473" actId="164"/>
          <ac:spMkLst>
            <pc:docMk/>
            <pc:sldMk cId="2969623277" sldId="548"/>
            <ac:spMk id="5" creationId="{7B8B47C0-6976-F479-9ABF-566DE88CE5BC}"/>
          </ac:spMkLst>
        </pc:spChg>
        <pc:spChg chg="del">
          <ac:chgData name="YIP Pak Kei" userId="84071794-bab4-4b42-9f59-0a1beb5d37e7" providerId="ADAL" clId="{327E37EB-F7D8-42A2-B640-10DB968EB23A}" dt="2025-09-28T09:34:09.360" v="362" actId="478"/>
          <ac:spMkLst>
            <pc:docMk/>
            <pc:sldMk cId="2969623277" sldId="548"/>
            <ac:spMk id="11" creationId="{DBD89EB9-70C6-F759-CE6B-CE63FE657466}"/>
          </ac:spMkLst>
        </pc:spChg>
        <pc:spChg chg="mod">
          <ac:chgData name="YIP Pak Kei" userId="84071794-bab4-4b42-9f59-0a1beb5d37e7" providerId="ADAL" clId="{327E37EB-F7D8-42A2-B640-10DB968EB23A}" dt="2025-09-29T05:05:30.272" v="4363" actId="20577"/>
          <ac:spMkLst>
            <pc:docMk/>
            <pc:sldMk cId="2969623277" sldId="548"/>
            <ac:spMk id="15" creationId="{D536939D-F4CD-7AEE-9980-7BA7514F9C14}"/>
          </ac:spMkLst>
        </pc:spChg>
        <pc:spChg chg="mod topLvl">
          <ac:chgData name="YIP Pak Kei" userId="84071794-bab4-4b42-9f59-0a1beb5d37e7" providerId="ADAL" clId="{327E37EB-F7D8-42A2-B640-10DB968EB23A}" dt="2025-09-28T09:43:18.726" v="473" actId="164"/>
          <ac:spMkLst>
            <pc:docMk/>
            <pc:sldMk cId="2969623277" sldId="548"/>
            <ac:spMk id="16" creationId="{8B78ED48-BAB7-7214-2E92-2E4FAA3F494A}"/>
          </ac:spMkLst>
        </pc:spChg>
        <pc:spChg chg="mod">
          <ac:chgData name="YIP Pak Kei" userId="84071794-bab4-4b42-9f59-0a1beb5d37e7" providerId="ADAL" clId="{327E37EB-F7D8-42A2-B640-10DB968EB23A}" dt="2025-09-29T04:55:34.957" v="4285" actId="12789"/>
          <ac:spMkLst>
            <pc:docMk/>
            <pc:sldMk cId="2969623277" sldId="548"/>
            <ac:spMk id="28" creationId="{359F5CC8-7100-5045-CE58-75F2E2F19A90}"/>
          </ac:spMkLst>
        </pc:spChg>
        <pc:spChg chg="del">
          <ac:chgData name="YIP Pak Kei" userId="84071794-bab4-4b42-9f59-0a1beb5d37e7" providerId="ADAL" clId="{327E37EB-F7D8-42A2-B640-10DB968EB23A}" dt="2025-09-28T09:33:58.906" v="359" actId="478"/>
          <ac:spMkLst>
            <pc:docMk/>
            <pc:sldMk cId="2969623277" sldId="548"/>
            <ac:spMk id="29" creationId="{9E5A8114-B286-363F-0402-C482860264C7}"/>
          </ac:spMkLst>
        </pc:spChg>
        <pc:spChg chg="mod">
          <ac:chgData name="YIP Pak Kei" userId="84071794-bab4-4b42-9f59-0a1beb5d37e7" providerId="ADAL" clId="{327E37EB-F7D8-42A2-B640-10DB968EB23A}" dt="2025-09-28T09:34:56.632" v="415" actId="1036"/>
          <ac:spMkLst>
            <pc:docMk/>
            <pc:sldMk cId="2969623277" sldId="548"/>
            <ac:spMk id="35" creationId="{92415EF6-6D31-9290-AE3B-98456CD3800E}"/>
          </ac:spMkLst>
        </pc:spChg>
        <pc:spChg chg="mod">
          <ac:chgData name="YIP Pak Kei" userId="84071794-bab4-4b42-9f59-0a1beb5d37e7" providerId="ADAL" clId="{327E37EB-F7D8-42A2-B640-10DB968EB23A}" dt="2025-09-28T09:34:56.632" v="415" actId="1036"/>
          <ac:spMkLst>
            <pc:docMk/>
            <pc:sldMk cId="2969623277" sldId="548"/>
            <ac:spMk id="36" creationId="{DD505391-CB6B-E8C2-5AA8-42CA962EA897}"/>
          </ac:spMkLst>
        </pc:spChg>
        <pc:spChg chg="mod">
          <ac:chgData name="YIP Pak Kei" userId="84071794-bab4-4b42-9f59-0a1beb5d37e7" providerId="ADAL" clId="{327E37EB-F7D8-42A2-B640-10DB968EB23A}" dt="2025-09-28T09:34:56.632" v="415" actId="1036"/>
          <ac:spMkLst>
            <pc:docMk/>
            <pc:sldMk cId="2969623277" sldId="548"/>
            <ac:spMk id="46" creationId="{28CFA2BB-6FCE-9CDF-B794-AB1133818C34}"/>
          </ac:spMkLst>
        </pc:spChg>
        <pc:spChg chg="mod">
          <ac:chgData name="YIP Pak Kei" userId="84071794-bab4-4b42-9f59-0a1beb5d37e7" providerId="ADAL" clId="{327E37EB-F7D8-42A2-B640-10DB968EB23A}" dt="2025-09-28T09:33:25.301" v="353" actId="1036"/>
          <ac:spMkLst>
            <pc:docMk/>
            <pc:sldMk cId="2969623277" sldId="548"/>
            <ac:spMk id="70" creationId="{BD600375-56D0-A3FC-152E-6B708AEDD111}"/>
          </ac:spMkLst>
        </pc:spChg>
        <pc:spChg chg="mod">
          <ac:chgData name="YIP Pak Kei" userId="84071794-bab4-4b42-9f59-0a1beb5d37e7" providerId="ADAL" clId="{327E37EB-F7D8-42A2-B640-10DB968EB23A}" dt="2025-09-29T05:11:08.542" v="4390" actId="20577"/>
          <ac:spMkLst>
            <pc:docMk/>
            <pc:sldMk cId="2969623277" sldId="548"/>
            <ac:spMk id="71" creationId="{74B2540D-E179-38E7-AD7A-EBA8F651A8F4}"/>
          </ac:spMkLst>
        </pc:spChg>
        <pc:spChg chg="mod">
          <ac:chgData name="YIP Pak Kei" userId="84071794-bab4-4b42-9f59-0a1beb5d37e7" providerId="ADAL" clId="{327E37EB-F7D8-42A2-B640-10DB968EB23A}" dt="2025-09-28T09:44:39.613" v="585" actId="14100"/>
          <ac:spMkLst>
            <pc:docMk/>
            <pc:sldMk cId="2969623277" sldId="548"/>
            <ac:spMk id="72" creationId="{70490BF4-97CB-06BF-8B42-568393BC662B}"/>
          </ac:spMkLst>
        </pc:spChg>
        <pc:spChg chg="mod">
          <ac:chgData name="YIP Pak Kei" userId="84071794-bab4-4b42-9f59-0a1beb5d37e7" providerId="ADAL" clId="{327E37EB-F7D8-42A2-B640-10DB968EB23A}" dt="2025-09-28T11:48:51.871" v="873" actId="313"/>
          <ac:spMkLst>
            <pc:docMk/>
            <pc:sldMk cId="2969623277" sldId="548"/>
            <ac:spMk id="73" creationId="{5CAA2637-75D1-2808-E07F-B143B60114F6}"/>
          </ac:spMkLst>
        </pc:spChg>
        <pc:spChg chg="mod">
          <ac:chgData name="YIP Pak Kei" userId="84071794-bab4-4b42-9f59-0a1beb5d37e7" providerId="ADAL" clId="{327E37EB-F7D8-42A2-B640-10DB968EB23A}" dt="2025-09-28T09:12:07.842" v="19" actId="164"/>
          <ac:spMkLst>
            <pc:docMk/>
            <pc:sldMk cId="2969623277" sldId="548"/>
            <ac:spMk id="75" creationId="{A9A3382D-6C3A-BB15-1FCD-A30CC3D5EC1E}"/>
          </ac:spMkLst>
        </pc:spChg>
        <pc:spChg chg="mod">
          <ac:chgData name="YIP Pak Kei" userId="84071794-bab4-4b42-9f59-0a1beb5d37e7" providerId="ADAL" clId="{327E37EB-F7D8-42A2-B640-10DB968EB23A}" dt="2025-09-28T09:12:09.277" v="20"/>
          <ac:spMkLst>
            <pc:docMk/>
            <pc:sldMk cId="2969623277" sldId="548"/>
            <ac:spMk id="97" creationId="{3FA8B1BD-4458-3C71-28B3-0DC95C781BE5}"/>
          </ac:spMkLst>
        </pc:spChg>
        <pc:spChg chg="add del mod topLvl">
          <ac:chgData name="YIP Pak Kei" userId="84071794-bab4-4b42-9f59-0a1beb5d37e7" providerId="ADAL" clId="{327E37EB-F7D8-42A2-B640-10DB968EB23A}" dt="2025-09-28T09:38:04.368" v="452" actId="1035"/>
          <ac:spMkLst>
            <pc:docMk/>
            <pc:sldMk cId="2969623277" sldId="548"/>
            <ac:spMk id="105" creationId="{D56CF466-59B9-24AB-03E0-D130FF7C1D1F}"/>
          </ac:spMkLst>
        </pc:spChg>
        <pc:spChg chg="mod">
          <ac:chgData name="YIP Pak Kei" userId="84071794-bab4-4b42-9f59-0a1beb5d37e7" providerId="ADAL" clId="{327E37EB-F7D8-42A2-B640-10DB968EB23A}" dt="2025-09-28T09:19:57.193" v="106" actId="14826"/>
          <ac:spMkLst>
            <pc:docMk/>
            <pc:sldMk cId="2969623277" sldId="548"/>
            <ac:spMk id="113" creationId="{C7BA14F3-7E1B-CD3B-D100-3A94542A3816}"/>
          </ac:spMkLst>
        </pc:spChg>
        <pc:spChg chg="add mod">
          <ac:chgData name="YIP Pak Kei" userId="84071794-bab4-4b42-9f59-0a1beb5d37e7" providerId="ADAL" clId="{327E37EB-F7D8-42A2-B640-10DB968EB23A}" dt="2025-09-28T09:16:34.779" v="59" actId="164"/>
          <ac:spMkLst>
            <pc:docMk/>
            <pc:sldMk cId="2969623277" sldId="548"/>
            <ac:spMk id="121" creationId="{EB687A08-4561-BF7D-BA03-F7D41844E4D6}"/>
          </ac:spMkLst>
        </pc:spChg>
        <pc:spChg chg="mod">
          <ac:chgData name="YIP Pak Kei" userId="84071794-bab4-4b42-9f59-0a1beb5d37e7" providerId="ADAL" clId="{327E37EB-F7D8-42A2-B640-10DB968EB23A}" dt="2025-09-28T09:20:14.973" v="111"/>
          <ac:spMkLst>
            <pc:docMk/>
            <pc:sldMk cId="2969623277" sldId="548"/>
            <ac:spMk id="124" creationId="{38FE83B0-E7D1-ADA4-3D71-C2A351B199B5}"/>
          </ac:spMkLst>
        </pc:spChg>
        <pc:spChg chg="mod">
          <ac:chgData name="YIP Pak Kei" userId="84071794-bab4-4b42-9f59-0a1beb5d37e7" providerId="ADAL" clId="{327E37EB-F7D8-42A2-B640-10DB968EB23A}" dt="2025-09-28T09:20:18.245" v="113"/>
          <ac:spMkLst>
            <pc:docMk/>
            <pc:sldMk cId="2969623277" sldId="548"/>
            <ac:spMk id="132" creationId="{7D74450D-481C-1623-6647-DD204AC4DBA2}"/>
          </ac:spMkLst>
        </pc:spChg>
        <pc:spChg chg="add mod">
          <ac:chgData name="YIP Pak Kei" userId="84071794-bab4-4b42-9f59-0a1beb5d37e7" providerId="ADAL" clId="{327E37EB-F7D8-42A2-B640-10DB968EB23A}" dt="2025-09-29T04:55:18.456" v="4279" actId="1037"/>
          <ac:spMkLst>
            <pc:docMk/>
            <pc:sldMk cId="2969623277" sldId="548"/>
            <ac:spMk id="139" creationId="{61667BB2-8A30-EA5F-2E9A-8AAE19392FB7}"/>
          </ac:spMkLst>
        </pc:spChg>
        <pc:spChg chg="add mod">
          <ac:chgData name="YIP Pak Kei" userId="84071794-bab4-4b42-9f59-0a1beb5d37e7" providerId="ADAL" clId="{327E37EB-F7D8-42A2-B640-10DB968EB23A}" dt="2025-09-28T09:31:02.008" v="315"/>
          <ac:spMkLst>
            <pc:docMk/>
            <pc:sldMk cId="2969623277" sldId="548"/>
            <ac:spMk id="147" creationId="{D04E2CA0-0BE1-290F-259F-578505AB89F2}"/>
          </ac:spMkLst>
        </pc:spChg>
        <pc:spChg chg="add mod">
          <ac:chgData name="YIP Pak Kei" userId="84071794-bab4-4b42-9f59-0a1beb5d37e7" providerId="ADAL" clId="{327E37EB-F7D8-42A2-B640-10DB968EB23A}" dt="2025-09-28T09:33:36.537" v="355" actId="14100"/>
          <ac:spMkLst>
            <pc:docMk/>
            <pc:sldMk cId="2969623277" sldId="548"/>
            <ac:spMk id="148" creationId="{F041D720-4727-91F8-7670-FCE5CA90A852}"/>
          </ac:spMkLst>
        </pc:spChg>
        <pc:spChg chg="add mod">
          <ac:chgData name="YIP Pak Kei" userId="84071794-bab4-4b42-9f59-0a1beb5d37e7" providerId="ADAL" clId="{327E37EB-F7D8-42A2-B640-10DB968EB23A}" dt="2025-09-28T09:34:17.924" v="365"/>
          <ac:spMkLst>
            <pc:docMk/>
            <pc:sldMk cId="2969623277" sldId="548"/>
            <ac:spMk id="152" creationId="{064D8079-4A8A-2670-403F-E3B28000AB63}"/>
          </ac:spMkLst>
        </pc:spChg>
        <pc:spChg chg="add mod">
          <ac:chgData name="YIP Pak Kei" userId="84071794-bab4-4b42-9f59-0a1beb5d37e7" providerId="ADAL" clId="{327E37EB-F7D8-42A2-B640-10DB968EB23A}" dt="2025-09-29T04:55:34.957" v="4285" actId="12789"/>
          <ac:spMkLst>
            <pc:docMk/>
            <pc:sldMk cId="2969623277" sldId="548"/>
            <ac:spMk id="154" creationId="{73EDDFC5-E7D5-4A3B-9D00-075EBB51302F}"/>
          </ac:spMkLst>
        </pc:spChg>
        <pc:spChg chg="add mod">
          <ac:chgData name="YIP Pak Kei" userId="84071794-bab4-4b42-9f59-0a1beb5d37e7" providerId="ADAL" clId="{327E37EB-F7D8-42A2-B640-10DB968EB23A}" dt="2025-09-28T09:35:28.597" v="420" actId="14100"/>
          <ac:spMkLst>
            <pc:docMk/>
            <pc:sldMk cId="2969623277" sldId="548"/>
            <ac:spMk id="155" creationId="{F2FA10D9-6B94-1A0D-DED6-3447BAF8CE61}"/>
          </ac:spMkLst>
        </pc:spChg>
        <pc:grpChg chg="del mod">
          <ac:chgData name="YIP Pak Kei" userId="84071794-bab4-4b42-9f59-0a1beb5d37e7" providerId="ADAL" clId="{327E37EB-F7D8-42A2-B640-10DB968EB23A}" dt="2025-09-28T09:27:05.861" v="226" actId="165"/>
          <ac:grpSpMkLst>
            <pc:docMk/>
            <pc:sldMk cId="2969623277" sldId="548"/>
            <ac:grpSpMk id="17" creationId="{972704D6-BAA4-9B0D-1CE7-B2B1B8C0E8AB}"/>
          </ac:grpSpMkLst>
        </pc:grpChg>
        <pc:grpChg chg="mod">
          <ac:chgData name="YIP Pak Kei" userId="84071794-bab4-4b42-9f59-0a1beb5d37e7" providerId="ADAL" clId="{327E37EB-F7D8-42A2-B640-10DB968EB23A}" dt="2025-09-28T09:39:27.307" v="454" actId="1076"/>
          <ac:grpSpMkLst>
            <pc:docMk/>
            <pc:sldMk cId="2969623277" sldId="548"/>
            <ac:grpSpMk id="25" creationId="{FC5D910B-93AE-4EAC-74E0-E591B1C0FFCA}"/>
          </ac:grpSpMkLst>
        </pc:grpChg>
        <pc:grpChg chg="mod">
          <ac:chgData name="YIP Pak Kei" userId="84071794-bab4-4b42-9f59-0a1beb5d37e7" providerId="ADAL" clId="{327E37EB-F7D8-42A2-B640-10DB968EB23A}" dt="2025-09-28T09:39:21.036" v="453" actId="1076"/>
          <ac:grpSpMkLst>
            <pc:docMk/>
            <pc:sldMk cId="2969623277" sldId="548"/>
            <ac:grpSpMk id="27" creationId="{CCE9ACC8-6FB4-7844-259E-F972FF3F57B6}"/>
          </ac:grpSpMkLst>
        </pc:grpChg>
        <pc:grpChg chg="mod">
          <ac:chgData name="YIP Pak Kei" userId="84071794-bab4-4b42-9f59-0a1beb5d37e7" providerId="ADAL" clId="{327E37EB-F7D8-42A2-B640-10DB968EB23A}" dt="2025-09-28T09:12:07.842" v="19" actId="164"/>
          <ac:grpSpMkLst>
            <pc:docMk/>
            <pc:sldMk cId="2969623277" sldId="548"/>
            <ac:grpSpMk id="47" creationId="{DEFFD33E-F163-2F11-E88A-B09354CF4635}"/>
          </ac:grpSpMkLst>
        </pc:grpChg>
        <pc:grpChg chg="mod">
          <ac:chgData name="YIP Pak Kei" userId="84071794-bab4-4b42-9f59-0a1beb5d37e7" providerId="ADAL" clId="{327E37EB-F7D8-42A2-B640-10DB968EB23A}" dt="2025-09-28T09:13:00.351" v="28" actId="1076"/>
          <ac:grpSpMkLst>
            <pc:docMk/>
            <pc:sldMk cId="2969623277" sldId="548"/>
            <ac:grpSpMk id="79" creationId="{D033E982-042B-CC7D-8755-3E7FA5596574}"/>
          </ac:grpSpMkLst>
        </pc:grpChg>
        <pc:grpChg chg="mod">
          <ac:chgData name="YIP Pak Kei" userId="84071794-bab4-4b42-9f59-0a1beb5d37e7" providerId="ADAL" clId="{327E37EB-F7D8-42A2-B640-10DB968EB23A}" dt="2025-09-28T09:13:03.508" v="29" actId="1076"/>
          <ac:grpSpMkLst>
            <pc:docMk/>
            <pc:sldMk cId="2969623277" sldId="548"/>
            <ac:grpSpMk id="85" creationId="{B825FDA1-98B6-8AA5-5A76-07B1589D209E}"/>
          </ac:grpSpMkLst>
        </pc:grpChg>
        <pc:grpChg chg="add del mod">
          <ac:chgData name="YIP Pak Kei" userId="84071794-bab4-4b42-9f59-0a1beb5d37e7" providerId="ADAL" clId="{327E37EB-F7D8-42A2-B640-10DB968EB23A}" dt="2025-09-28T09:12:05.024" v="18" actId="478"/>
          <ac:grpSpMkLst>
            <pc:docMk/>
            <pc:sldMk cId="2969623277" sldId="548"/>
            <ac:grpSpMk id="89" creationId="{CA6AFA65-F30B-5031-283C-3F60FD3460E2}"/>
          </ac:grpSpMkLst>
        </pc:grpChg>
        <pc:grpChg chg="add del mod">
          <ac:chgData name="YIP Pak Kei" userId="84071794-bab4-4b42-9f59-0a1beb5d37e7" providerId="ADAL" clId="{327E37EB-F7D8-42A2-B640-10DB968EB23A}" dt="2025-09-28T09:20:06.145" v="107" actId="478"/>
          <ac:grpSpMkLst>
            <pc:docMk/>
            <pc:sldMk cId="2969623277" sldId="548"/>
            <ac:grpSpMk id="95" creationId="{B853A856-3F7A-7432-834A-4FAE8C571CB0}"/>
          </ac:grpSpMkLst>
        </pc:grpChg>
        <pc:grpChg chg="add del mod">
          <ac:chgData name="YIP Pak Kei" userId="84071794-bab4-4b42-9f59-0a1beb5d37e7" providerId="ADAL" clId="{327E37EB-F7D8-42A2-B640-10DB968EB23A}" dt="2025-09-28T09:20:07.070" v="108" actId="478"/>
          <ac:grpSpMkLst>
            <pc:docMk/>
            <pc:sldMk cId="2969623277" sldId="548"/>
            <ac:grpSpMk id="96" creationId="{2F28F6FA-8043-08A6-E5E6-A3E950EC1573}"/>
          </ac:grpSpMkLst>
        </pc:grpChg>
        <pc:grpChg chg="mod">
          <ac:chgData name="YIP Pak Kei" userId="84071794-bab4-4b42-9f59-0a1beb5d37e7" providerId="ADAL" clId="{327E37EB-F7D8-42A2-B640-10DB968EB23A}" dt="2025-09-28T09:12:09.277" v="20"/>
          <ac:grpSpMkLst>
            <pc:docMk/>
            <pc:sldMk cId="2969623277" sldId="548"/>
            <ac:grpSpMk id="98" creationId="{53376876-4B84-0935-9998-ED301550651B}"/>
          </ac:grpSpMkLst>
        </pc:grpChg>
        <pc:grpChg chg="add del mod">
          <ac:chgData name="YIP Pak Kei" userId="84071794-bab4-4b42-9f59-0a1beb5d37e7" providerId="ADAL" clId="{327E37EB-F7D8-42A2-B640-10DB968EB23A}" dt="2025-09-28T09:13:18.605" v="32" actId="165"/>
          <ac:grpSpMkLst>
            <pc:docMk/>
            <pc:sldMk cId="2969623277" sldId="548"/>
            <ac:grpSpMk id="104" creationId="{3950B97B-B1AC-8A95-81E3-B91BD28B3AE3}"/>
          </ac:grpSpMkLst>
        </pc:grpChg>
        <pc:grpChg chg="del mod topLvl">
          <ac:chgData name="YIP Pak Kei" userId="84071794-bab4-4b42-9f59-0a1beb5d37e7" providerId="ADAL" clId="{327E37EB-F7D8-42A2-B640-10DB968EB23A}" dt="2025-09-28T09:14:57.161" v="51" actId="165"/>
          <ac:grpSpMkLst>
            <pc:docMk/>
            <pc:sldMk cId="2969623277" sldId="548"/>
            <ac:grpSpMk id="106" creationId="{E0992580-D3F9-2E63-E727-26F7119AAB48}"/>
          </ac:grpSpMkLst>
        </pc:grpChg>
        <pc:grpChg chg="add mod">
          <ac:chgData name="YIP Pak Kei" userId="84071794-bab4-4b42-9f59-0a1beb5d37e7" providerId="ADAL" clId="{327E37EB-F7D8-42A2-B640-10DB968EB23A}" dt="2025-09-28T09:21:30.180" v="141" actId="552"/>
          <ac:grpSpMkLst>
            <pc:docMk/>
            <pc:sldMk cId="2969623277" sldId="548"/>
            <ac:grpSpMk id="112" creationId="{2377663C-7E36-73D9-11BC-563372B345C2}"/>
          </ac:grpSpMkLst>
        </pc:grpChg>
        <pc:grpChg chg="mod">
          <ac:chgData name="YIP Pak Kei" userId="84071794-bab4-4b42-9f59-0a1beb5d37e7" providerId="ADAL" clId="{327E37EB-F7D8-42A2-B640-10DB968EB23A}" dt="2025-09-28T09:19:57.193" v="106" actId="14826"/>
          <ac:grpSpMkLst>
            <pc:docMk/>
            <pc:sldMk cId="2969623277" sldId="548"/>
            <ac:grpSpMk id="114" creationId="{6D78FD7C-29F2-D6D0-1111-AAF14D71D5E5}"/>
          </ac:grpSpMkLst>
        </pc:grpChg>
        <pc:grpChg chg="add mod">
          <ac:chgData name="YIP Pak Kei" userId="84071794-bab4-4b42-9f59-0a1beb5d37e7" providerId="ADAL" clId="{327E37EB-F7D8-42A2-B640-10DB968EB23A}" dt="2025-09-28T09:16:37.244" v="62" actId="1038"/>
          <ac:grpSpMkLst>
            <pc:docMk/>
            <pc:sldMk cId="2969623277" sldId="548"/>
            <ac:grpSpMk id="122" creationId="{2DF82652-5A98-E9E3-2670-28E11F7B270A}"/>
          </ac:grpSpMkLst>
        </pc:grpChg>
        <pc:grpChg chg="add mod">
          <ac:chgData name="YIP Pak Kei" userId="84071794-bab4-4b42-9f59-0a1beb5d37e7" providerId="ADAL" clId="{327E37EB-F7D8-42A2-B640-10DB968EB23A}" dt="2025-09-28T09:21:30.180" v="141" actId="552"/>
          <ac:grpSpMkLst>
            <pc:docMk/>
            <pc:sldMk cId="2969623277" sldId="548"/>
            <ac:grpSpMk id="123" creationId="{D9DF0CD8-EFF1-D901-74C9-D22752BFBDF0}"/>
          </ac:grpSpMkLst>
        </pc:grpChg>
        <pc:grpChg chg="mod">
          <ac:chgData name="YIP Pak Kei" userId="84071794-bab4-4b42-9f59-0a1beb5d37e7" providerId="ADAL" clId="{327E37EB-F7D8-42A2-B640-10DB968EB23A}" dt="2025-09-28T09:20:14.973" v="111"/>
          <ac:grpSpMkLst>
            <pc:docMk/>
            <pc:sldMk cId="2969623277" sldId="548"/>
            <ac:grpSpMk id="125" creationId="{EE34500E-28DC-6518-1EF6-91777D710F79}"/>
          </ac:grpSpMkLst>
        </pc:grpChg>
        <pc:grpChg chg="add mod">
          <ac:chgData name="YIP Pak Kei" userId="84071794-bab4-4b42-9f59-0a1beb5d37e7" providerId="ADAL" clId="{327E37EB-F7D8-42A2-B640-10DB968EB23A}" dt="2025-09-28T09:21:30.180" v="141" actId="552"/>
          <ac:grpSpMkLst>
            <pc:docMk/>
            <pc:sldMk cId="2969623277" sldId="548"/>
            <ac:grpSpMk id="131" creationId="{D2882231-F22E-A023-E26D-95FF1EC2CD09}"/>
          </ac:grpSpMkLst>
        </pc:grpChg>
        <pc:grpChg chg="mod">
          <ac:chgData name="YIP Pak Kei" userId="84071794-bab4-4b42-9f59-0a1beb5d37e7" providerId="ADAL" clId="{327E37EB-F7D8-42A2-B640-10DB968EB23A}" dt="2025-09-28T09:20:18.245" v="113"/>
          <ac:grpSpMkLst>
            <pc:docMk/>
            <pc:sldMk cId="2969623277" sldId="548"/>
            <ac:grpSpMk id="133" creationId="{E729FD40-E043-D51B-4D39-5D5C760A830A}"/>
          </ac:grpSpMkLst>
        </pc:grpChg>
        <pc:grpChg chg="add mod">
          <ac:chgData name="YIP Pak Kei" userId="84071794-bab4-4b42-9f59-0a1beb5d37e7" providerId="ADAL" clId="{327E37EB-F7D8-42A2-B640-10DB968EB23A}" dt="2025-09-29T04:55:18.456" v="4279" actId="1037"/>
          <ac:grpSpMkLst>
            <pc:docMk/>
            <pc:sldMk cId="2969623277" sldId="548"/>
            <ac:grpSpMk id="159" creationId="{1AF2BED4-6AF5-98C4-92F7-786796B8A44D}"/>
          </ac:grpSpMkLst>
        </pc:grpChg>
        <pc:picChg chg="mod topLvl">
          <ac:chgData name="YIP Pak Kei" userId="84071794-bab4-4b42-9f59-0a1beb5d37e7" providerId="ADAL" clId="{327E37EB-F7D8-42A2-B640-10DB968EB23A}" dt="2025-09-28T09:43:18.726" v="473" actId="164"/>
          <ac:picMkLst>
            <pc:docMk/>
            <pc:sldMk cId="2969623277" sldId="548"/>
            <ac:picMk id="12" creationId="{1C0BF736-4FF9-7198-BD73-7E8EF22FD9C8}"/>
          </ac:picMkLst>
        </pc:picChg>
        <pc:picChg chg="del">
          <ac:chgData name="YIP Pak Kei" userId="84071794-bab4-4b42-9f59-0a1beb5d37e7" providerId="ADAL" clId="{327E37EB-F7D8-42A2-B640-10DB968EB23A}" dt="2025-09-28T09:15:11.268" v="53" actId="478"/>
          <ac:picMkLst>
            <pc:docMk/>
            <pc:sldMk cId="2969623277" sldId="548"/>
            <ac:picMk id="32" creationId="{5C228C0D-B846-617A-6FEA-6022255FD553}"/>
          </ac:picMkLst>
        </pc:picChg>
        <pc:picChg chg="mod">
          <ac:chgData name="YIP Pak Kei" userId="84071794-bab4-4b42-9f59-0a1beb5d37e7" providerId="ADAL" clId="{327E37EB-F7D8-42A2-B640-10DB968EB23A}" dt="2025-09-28T09:34:56.632" v="415" actId="1036"/>
          <ac:picMkLst>
            <pc:docMk/>
            <pc:sldMk cId="2969623277" sldId="548"/>
            <ac:picMk id="67" creationId="{6E757C58-4B24-10C8-61A1-4DDBA7BD8BAA}"/>
          </ac:picMkLst>
        </pc:picChg>
        <pc:picChg chg="mod">
          <ac:chgData name="YIP Pak Kei" userId="84071794-bab4-4b42-9f59-0a1beb5d37e7" providerId="ADAL" clId="{327E37EB-F7D8-42A2-B640-10DB968EB23A}" dt="2025-09-28T09:34:56.632" v="415" actId="1036"/>
          <ac:picMkLst>
            <pc:docMk/>
            <pc:sldMk cId="2969623277" sldId="548"/>
            <ac:picMk id="69" creationId="{D9948BDC-95D4-1A69-5DC6-C191D18ACAF8}"/>
          </ac:picMkLst>
        </pc:picChg>
        <pc:picChg chg="mod">
          <ac:chgData name="YIP Pak Kei" userId="84071794-bab4-4b42-9f59-0a1beb5d37e7" providerId="ADAL" clId="{327E37EB-F7D8-42A2-B640-10DB968EB23A}" dt="2025-09-28T09:44:39.613" v="585" actId="14100"/>
          <ac:picMkLst>
            <pc:docMk/>
            <pc:sldMk cId="2969623277" sldId="548"/>
            <ac:picMk id="78" creationId="{AF086C75-E724-3348-3314-81313568AD2D}"/>
          </ac:picMkLst>
        </pc:picChg>
        <pc:picChg chg="mod">
          <ac:chgData name="YIP Pak Kei" userId="84071794-bab4-4b42-9f59-0a1beb5d37e7" providerId="ADAL" clId="{327E37EB-F7D8-42A2-B640-10DB968EB23A}" dt="2025-09-28T09:11:40.636" v="11"/>
          <ac:picMkLst>
            <pc:docMk/>
            <pc:sldMk cId="2969623277" sldId="548"/>
            <ac:picMk id="90" creationId="{69352A80-19B2-49E8-69D2-BE09C721B304}"/>
          </ac:picMkLst>
        </pc:picChg>
        <pc:picChg chg="mod">
          <ac:chgData name="YIP Pak Kei" userId="84071794-bab4-4b42-9f59-0a1beb5d37e7" providerId="ADAL" clId="{327E37EB-F7D8-42A2-B640-10DB968EB23A}" dt="2025-09-28T09:11:40.636" v="11"/>
          <ac:picMkLst>
            <pc:docMk/>
            <pc:sldMk cId="2969623277" sldId="548"/>
            <ac:picMk id="91" creationId="{355303E8-713E-F572-6955-DA685BBF208E}"/>
          </ac:picMkLst>
        </pc:picChg>
        <pc:picChg chg="mod">
          <ac:chgData name="YIP Pak Kei" userId="84071794-bab4-4b42-9f59-0a1beb5d37e7" providerId="ADAL" clId="{327E37EB-F7D8-42A2-B640-10DB968EB23A}" dt="2025-09-28T09:11:40.636" v="11"/>
          <ac:picMkLst>
            <pc:docMk/>
            <pc:sldMk cId="2969623277" sldId="548"/>
            <ac:picMk id="92" creationId="{7571D35E-E5DE-23F8-8D85-D9106A08347A}"/>
          </ac:picMkLst>
        </pc:picChg>
        <pc:picChg chg="mod">
          <ac:chgData name="YIP Pak Kei" userId="84071794-bab4-4b42-9f59-0a1beb5d37e7" providerId="ADAL" clId="{327E37EB-F7D8-42A2-B640-10DB968EB23A}" dt="2025-09-28T09:11:40.636" v="11"/>
          <ac:picMkLst>
            <pc:docMk/>
            <pc:sldMk cId="2969623277" sldId="548"/>
            <ac:picMk id="93" creationId="{F2ABA5A0-49B8-7F3B-5437-6969BD0A1086}"/>
          </ac:picMkLst>
        </pc:picChg>
        <pc:picChg chg="mod">
          <ac:chgData name="YIP Pak Kei" userId="84071794-bab4-4b42-9f59-0a1beb5d37e7" providerId="ADAL" clId="{327E37EB-F7D8-42A2-B640-10DB968EB23A}" dt="2025-09-28T09:11:40.636" v="11"/>
          <ac:picMkLst>
            <pc:docMk/>
            <pc:sldMk cId="2969623277" sldId="548"/>
            <ac:picMk id="94" creationId="{C83A3100-61B2-900B-E403-CBB2A049F06B}"/>
          </ac:picMkLst>
        </pc:picChg>
        <pc:picChg chg="mod">
          <ac:chgData name="YIP Pak Kei" userId="84071794-bab4-4b42-9f59-0a1beb5d37e7" providerId="ADAL" clId="{327E37EB-F7D8-42A2-B640-10DB968EB23A}" dt="2025-09-28T09:12:09.277" v="20"/>
          <ac:picMkLst>
            <pc:docMk/>
            <pc:sldMk cId="2969623277" sldId="548"/>
            <ac:picMk id="99" creationId="{65DD3F0D-4349-5C54-9A1C-997B61BBB2BE}"/>
          </ac:picMkLst>
        </pc:picChg>
        <pc:picChg chg="mod">
          <ac:chgData name="YIP Pak Kei" userId="84071794-bab4-4b42-9f59-0a1beb5d37e7" providerId="ADAL" clId="{327E37EB-F7D8-42A2-B640-10DB968EB23A}" dt="2025-09-28T09:12:09.277" v="20"/>
          <ac:picMkLst>
            <pc:docMk/>
            <pc:sldMk cId="2969623277" sldId="548"/>
            <ac:picMk id="100" creationId="{01CDDA51-FEAE-A484-FA72-1AE925B46F36}"/>
          </ac:picMkLst>
        </pc:picChg>
        <pc:picChg chg="mod">
          <ac:chgData name="YIP Pak Kei" userId="84071794-bab4-4b42-9f59-0a1beb5d37e7" providerId="ADAL" clId="{327E37EB-F7D8-42A2-B640-10DB968EB23A}" dt="2025-09-28T09:12:09.277" v="20"/>
          <ac:picMkLst>
            <pc:docMk/>
            <pc:sldMk cId="2969623277" sldId="548"/>
            <ac:picMk id="101" creationId="{33CEBEA6-215F-8D53-A1A9-02F0A5867C63}"/>
          </ac:picMkLst>
        </pc:picChg>
        <pc:picChg chg="mod">
          <ac:chgData name="YIP Pak Kei" userId="84071794-bab4-4b42-9f59-0a1beb5d37e7" providerId="ADAL" clId="{327E37EB-F7D8-42A2-B640-10DB968EB23A}" dt="2025-09-28T09:12:09.277" v="20"/>
          <ac:picMkLst>
            <pc:docMk/>
            <pc:sldMk cId="2969623277" sldId="548"/>
            <ac:picMk id="102" creationId="{9B663953-FE59-EA10-E0C1-F6D7C71CAA23}"/>
          </ac:picMkLst>
        </pc:picChg>
        <pc:picChg chg="mod">
          <ac:chgData name="YIP Pak Kei" userId="84071794-bab4-4b42-9f59-0a1beb5d37e7" providerId="ADAL" clId="{327E37EB-F7D8-42A2-B640-10DB968EB23A}" dt="2025-09-28T09:12:09.277" v="20"/>
          <ac:picMkLst>
            <pc:docMk/>
            <pc:sldMk cId="2969623277" sldId="548"/>
            <ac:picMk id="103" creationId="{01808A41-9FE7-6CAD-242E-0FB8C6204FB6}"/>
          </ac:picMkLst>
        </pc:picChg>
        <pc:picChg chg="mod topLvl">
          <ac:chgData name="YIP Pak Kei" userId="84071794-bab4-4b42-9f59-0a1beb5d37e7" providerId="ADAL" clId="{327E37EB-F7D8-42A2-B640-10DB968EB23A}" dt="2025-09-28T09:34:56.632" v="415" actId="1036"/>
          <ac:picMkLst>
            <pc:docMk/>
            <pc:sldMk cId="2969623277" sldId="548"/>
            <ac:picMk id="107" creationId="{38D71846-836F-A8C8-FFDF-60A2B5898FFA}"/>
          </ac:picMkLst>
        </pc:picChg>
        <pc:picChg chg="mod topLvl">
          <ac:chgData name="YIP Pak Kei" userId="84071794-bab4-4b42-9f59-0a1beb5d37e7" providerId="ADAL" clId="{327E37EB-F7D8-42A2-B640-10DB968EB23A}" dt="2025-09-28T09:34:56.632" v="415" actId="1036"/>
          <ac:picMkLst>
            <pc:docMk/>
            <pc:sldMk cId="2969623277" sldId="548"/>
            <ac:picMk id="108" creationId="{64C5E11C-4C39-294F-77F0-E3E0467F816B}"/>
          </ac:picMkLst>
        </pc:picChg>
        <pc:picChg chg="mod topLvl">
          <ac:chgData name="YIP Pak Kei" userId="84071794-bab4-4b42-9f59-0a1beb5d37e7" providerId="ADAL" clId="{327E37EB-F7D8-42A2-B640-10DB968EB23A}" dt="2025-09-28T09:34:40.481" v="393" actId="1038"/>
          <ac:picMkLst>
            <pc:docMk/>
            <pc:sldMk cId="2969623277" sldId="548"/>
            <ac:picMk id="109" creationId="{71C0FB19-5582-31A8-58F0-B01CC6862AA7}"/>
          </ac:picMkLst>
        </pc:picChg>
        <pc:picChg chg="mod topLvl">
          <ac:chgData name="YIP Pak Kei" userId="84071794-bab4-4b42-9f59-0a1beb5d37e7" providerId="ADAL" clId="{327E37EB-F7D8-42A2-B640-10DB968EB23A}" dt="2025-09-28T09:34:56.632" v="415" actId="1036"/>
          <ac:picMkLst>
            <pc:docMk/>
            <pc:sldMk cId="2969623277" sldId="548"/>
            <ac:picMk id="110" creationId="{19224239-5699-A8CC-F542-F5AE5CDCD9B5}"/>
          </ac:picMkLst>
        </pc:picChg>
        <pc:picChg chg="mod topLvl">
          <ac:chgData name="YIP Pak Kei" userId="84071794-bab4-4b42-9f59-0a1beb5d37e7" providerId="ADAL" clId="{327E37EB-F7D8-42A2-B640-10DB968EB23A}" dt="2025-09-28T09:34:32.728" v="376" actId="1038"/>
          <ac:picMkLst>
            <pc:docMk/>
            <pc:sldMk cId="2969623277" sldId="548"/>
            <ac:picMk id="111" creationId="{2DEE3EFF-4F44-9836-4CB7-224A6DAF31CD}"/>
          </ac:picMkLst>
        </pc:picChg>
        <pc:picChg chg="mod">
          <ac:chgData name="YIP Pak Kei" userId="84071794-bab4-4b42-9f59-0a1beb5d37e7" providerId="ADAL" clId="{327E37EB-F7D8-42A2-B640-10DB968EB23A}" dt="2025-09-28T09:19:57.193" v="106" actId="14826"/>
          <ac:picMkLst>
            <pc:docMk/>
            <pc:sldMk cId="2969623277" sldId="548"/>
            <ac:picMk id="115" creationId="{7009EF83-D50F-0BFE-867A-138881512C10}"/>
          </ac:picMkLst>
        </pc:picChg>
        <pc:picChg chg="mod">
          <ac:chgData name="YIP Pak Kei" userId="84071794-bab4-4b42-9f59-0a1beb5d37e7" providerId="ADAL" clId="{327E37EB-F7D8-42A2-B640-10DB968EB23A}" dt="2025-09-28T09:19:57.193" v="106" actId="14826"/>
          <ac:picMkLst>
            <pc:docMk/>
            <pc:sldMk cId="2969623277" sldId="548"/>
            <ac:picMk id="116" creationId="{14E81EAD-8681-945F-4C02-0405D06C963C}"/>
          </ac:picMkLst>
        </pc:picChg>
        <pc:picChg chg="mod">
          <ac:chgData name="YIP Pak Kei" userId="84071794-bab4-4b42-9f59-0a1beb5d37e7" providerId="ADAL" clId="{327E37EB-F7D8-42A2-B640-10DB968EB23A}" dt="2025-09-28T09:19:57.193" v="106" actId="14826"/>
          <ac:picMkLst>
            <pc:docMk/>
            <pc:sldMk cId="2969623277" sldId="548"/>
            <ac:picMk id="117" creationId="{7246B506-1AD9-7500-B89D-8BACFD02F397}"/>
          </ac:picMkLst>
        </pc:picChg>
        <pc:picChg chg="mod">
          <ac:chgData name="YIP Pak Kei" userId="84071794-bab4-4b42-9f59-0a1beb5d37e7" providerId="ADAL" clId="{327E37EB-F7D8-42A2-B640-10DB968EB23A}" dt="2025-09-28T09:19:57.193" v="106" actId="14826"/>
          <ac:picMkLst>
            <pc:docMk/>
            <pc:sldMk cId="2969623277" sldId="548"/>
            <ac:picMk id="118" creationId="{DE5A3AE7-50AA-4367-050B-FEA69D88A0BD}"/>
          </ac:picMkLst>
        </pc:picChg>
        <pc:picChg chg="mod">
          <ac:chgData name="YIP Pak Kei" userId="84071794-bab4-4b42-9f59-0a1beb5d37e7" providerId="ADAL" clId="{327E37EB-F7D8-42A2-B640-10DB968EB23A}" dt="2025-09-28T09:19:57.193" v="106" actId="14826"/>
          <ac:picMkLst>
            <pc:docMk/>
            <pc:sldMk cId="2969623277" sldId="548"/>
            <ac:picMk id="119" creationId="{291F22A0-D608-9C8F-F51D-5950A81F5E01}"/>
          </ac:picMkLst>
        </pc:picChg>
        <pc:picChg chg="add mod">
          <ac:chgData name="YIP Pak Kei" userId="84071794-bab4-4b42-9f59-0a1beb5d37e7" providerId="ADAL" clId="{327E37EB-F7D8-42A2-B640-10DB968EB23A}" dt="2025-09-28T09:16:34.779" v="59" actId="164"/>
          <ac:picMkLst>
            <pc:docMk/>
            <pc:sldMk cId="2969623277" sldId="548"/>
            <ac:picMk id="120" creationId="{D8374DD6-650F-974F-0054-D595BA38A333}"/>
          </ac:picMkLst>
        </pc:picChg>
        <pc:picChg chg="mod">
          <ac:chgData name="YIP Pak Kei" userId="84071794-bab4-4b42-9f59-0a1beb5d37e7" providerId="ADAL" clId="{327E37EB-F7D8-42A2-B640-10DB968EB23A}" dt="2025-09-28T09:20:14.973" v="111"/>
          <ac:picMkLst>
            <pc:docMk/>
            <pc:sldMk cId="2969623277" sldId="548"/>
            <ac:picMk id="126" creationId="{4EA28878-DCB8-8374-7A8F-9A727E47872F}"/>
          </ac:picMkLst>
        </pc:picChg>
        <pc:picChg chg="mod">
          <ac:chgData name="YIP Pak Kei" userId="84071794-bab4-4b42-9f59-0a1beb5d37e7" providerId="ADAL" clId="{327E37EB-F7D8-42A2-B640-10DB968EB23A}" dt="2025-09-28T09:20:14.973" v="111"/>
          <ac:picMkLst>
            <pc:docMk/>
            <pc:sldMk cId="2969623277" sldId="548"/>
            <ac:picMk id="127" creationId="{EC91777D-0C7B-472A-914D-1876F5970CF5}"/>
          </ac:picMkLst>
        </pc:picChg>
        <pc:picChg chg="mod">
          <ac:chgData name="YIP Pak Kei" userId="84071794-bab4-4b42-9f59-0a1beb5d37e7" providerId="ADAL" clId="{327E37EB-F7D8-42A2-B640-10DB968EB23A}" dt="2025-09-28T09:20:14.973" v="111"/>
          <ac:picMkLst>
            <pc:docMk/>
            <pc:sldMk cId="2969623277" sldId="548"/>
            <ac:picMk id="128" creationId="{E90222DF-2B68-1331-25AB-F58972613134}"/>
          </ac:picMkLst>
        </pc:picChg>
        <pc:picChg chg="mod">
          <ac:chgData name="YIP Pak Kei" userId="84071794-bab4-4b42-9f59-0a1beb5d37e7" providerId="ADAL" clId="{327E37EB-F7D8-42A2-B640-10DB968EB23A}" dt="2025-09-28T09:20:14.973" v="111"/>
          <ac:picMkLst>
            <pc:docMk/>
            <pc:sldMk cId="2969623277" sldId="548"/>
            <ac:picMk id="129" creationId="{0E90C5E5-3D02-AED7-D969-376455D3C737}"/>
          </ac:picMkLst>
        </pc:picChg>
        <pc:picChg chg="mod">
          <ac:chgData name="YIP Pak Kei" userId="84071794-bab4-4b42-9f59-0a1beb5d37e7" providerId="ADAL" clId="{327E37EB-F7D8-42A2-B640-10DB968EB23A}" dt="2025-09-28T09:20:14.973" v="111"/>
          <ac:picMkLst>
            <pc:docMk/>
            <pc:sldMk cId="2969623277" sldId="548"/>
            <ac:picMk id="130" creationId="{1F0D59B4-2814-BE6B-FA69-4F6C249FE286}"/>
          </ac:picMkLst>
        </pc:picChg>
        <pc:picChg chg="mod">
          <ac:chgData name="YIP Pak Kei" userId="84071794-bab4-4b42-9f59-0a1beb5d37e7" providerId="ADAL" clId="{327E37EB-F7D8-42A2-B640-10DB968EB23A}" dt="2025-09-28T09:20:18.245" v="113"/>
          <ac:picMkLst>
            <pc:docMk/>
            <pc:sldMk cId="2969623277" sldId="548"/>
            <ac:picMk id="134" creationId="{7F12DE0B-D6C2-A66C-FA76-4CD39D820AA9}"/>
          </ac:picMkLst>
        </pc:picChg>
        <pc:picChg chg="mod">
          <ac:chgData name="YIP Pak Kei" userId="84071794-bab4-4b42-9f59-0a1beb5d37e7" providerId="ADAL" clId="{327E37EB-F7D8-42A2-B640-10DB968EB23A}" dt="2025-09-28T09:20:18.245" v="113"/>
          <ac:picMkLst>
            <pc:docMk/>
            <pc:sldMk cId="2969623277" sldId="548"/>
            <ac:picMk id="135" creationId="{EBD39E5F-0F39-53AA-39CE-063FC5D09259}"/>
          </ac:picMkLst>
        </pc:picChg>
        <pc:picChg chg="mod">
          <ac:chgData name="YIP Pak Kei" userId="84071794-bab4-4b42-9f59-0a1beb5d37e7" providerId="ADAL" clId="{327E37EB-F7D8-42A2-B640-10DB968EB23A}" dt="2025-09-28T09:20:18.245" v="113"/>
          <ac:picMkLst>
            <pc:docMk/>
            <pc:sldMk cId="2969623277" sldId="548"/>
            <ac:picMk id="136" creationId="{49DDE80C-EC66-154C-54F5-1451B4527082}"/>
          </ac:picMkLst>
        </pc:picChg>
        <pc:picChg chg="mod">
          <ac:chgData name="YIP Pak Kei" userId="84071794-bab4-4b42-9f59-0a1beb5d37e7" providerId="ADAL" clId="{327E37EB-F7D8-42A2-B640-10DB968EB23A}" dt="2025-09-28T09:20:18.245" v="113"/>
          <ac:picMkLst>
            <pc:docMk/>
            <pc:sldMk cId="2969623277" sldId="548"/>
            <ac:picMk id="137" creationId="{83C4CD39-74D4-CD10-E476-245139A5F4D2}"/>
          </ac:picMkLst>
        </pc:picChg>
        <pc:picChg chg="mod">
          <ac:chgData name="YIP Pak Kei" userId="84071794-bab4-4b42-9f59-0a1beb5d37e7" providerId="ADAL" clId="{327E37EB-F7D8-42A2-B640-10DB968EB23A}" dt="2025-09-28T09:20:18.245" v="113"/>
          <ac:picMkLst>
            <pc:docMk/>
            <pc:sldMk cId="2969623277" sldId="548"/>
            <ac:picMk id="138" creationId="{3A2D1655-C1F9-8AD4-C67F-240CE3A08B43}"/>
          </ac:picMkLst>
        </pc:picChg>
        <pc:cxnChg chg="add mod">
          <ac:chgData name="YIP Pak Kei" userId="84071794-bab4-4b42-9f59-0a1beb5d37e7" providerId="ADAL" clId="{327E37EB-F7D8-42A2-B640-10DB968EB23A}" dt="2025-09-29T04:55:18.456" v="4279" actId="1037"/>
          <ac:cxnSpMkLst>
            <pc:docMk/>
            <pc:sldMk cId="2969623277" sldId="548"/>
            <ac:cxnSpMk id="140" creationId="{DB847CDF-0499-7F4F-86E7-AEEB57A96C12}"/>
          </ac:cxnSpMkLst>
        </pc:cxnChg>
        <pc:cxnChg chg="add mod">
          <ac:chgData name="YIP Pak Kei" userId="84071794-bab4-4b42-9f59-0a1beb5d37e7" providerId="ADAL" clId="{327E37EB-F7D8-42A2-B640-10DB968EB23A}" dt="2025-09-28T09:31:40.589" v="336" actId="1038"/>
          <ac:cxnSpMkLst>
            <pc:docMk/>
            <pc:sldMk cId="2969623277" sldId="548"/>
            <ac:cxnSpMk id="149" creationId="{CEA625B3-74A9-9B7A-2EE7-7C370D5260B0}"/>
          </ac:cxnSpMkLst>
        </pc:cxnChg>
        <pc:cxnChg chg="add mod">
          <ac:chgData name="YIP Pak Kei" userId="84071794-bab4-4b42-9f59-0a1beb5d37e7" providerId="ADAL" clId="{327E37EB-F7D8-42A2-B640-10DB968EB23A}" dt="2025-09-28T09:34:17.924" v="365"/>
          <ac:cxnSpMkLst>
            <pc:docMk/>
            <pc:sldMk cId="2969623277" sldId="548"/>
            <ac:cxnSpMk id="153" creationId="{FF2AFC8C-D43F-0F08-892C-09D9EBE21F47}"/>
          </ac:cxnSpMkLst>
        </pc:cxnChg>
        <pc:cxnChg chg="add mod">
          <ac:chgData name="YIP Pak Kei" userId="84071794-bab4-4b42-9f59-0a1beb5d37e7" providerId="ADAL" clId="{327E37EB-F7D8-42A2-B640-10DB968EB23A}" dt="2025-09-28T10:14:08.152" v="643" actId="1036"/>
          <ac:cxnSpMkLst>
            <pc:docMk/>
            <pc:sldMk cId="2969623277" sldId="548"/>
            <ac:cxnSpMk id="156" creationId="{827BFA65-8AD3-417D-31EF-9F9A867A0C7F}"/>
          </ac:cxnSpMkLst>
        </pc:cxnChg>
      </pc:sldChg>
      <pc:sldChg chg="modSp mod ord modShow">
        <pc:chgData name="YIP Pak Kei" userId="84071794-bab4-4b42-9f59-0a1beb5d37e7" providerId="ADAL" clId="{327E37EB-F7D8-42A2-B640-10DB968EB23A}" dt="2025-09-29T05:05:53.464" v="4364"/>
        <pc:sldMkLst>
          <pc:docMk/>
          <pc:sldMk cId="645705442" sldId="549"/>
        </pc:sldMkLst>
        <pc:spChg chg="mod">
          <ac:chgData name="YIP Pak Kei" userId="84071794-bab4-4b42-9f59-0a1beb5d37e7" providerId="ADAL" clId="{327E37EB-F7D8-42A2-B640-10DB968EB23A}" dt="2025-09-29T05:05:53.464" v="4364"/>
          <ac:spMkLst>
            <pc:docMk/>
            <pc:sldMk cId="645705442" sldId="549"/>
            <ac:spMk id="15" creationId="{4306B68E-D5FE-21E1-4FCB-965AC0D35F1D}"/>
          </ac:spMkLst>
        </pc:spChg>
      </pc:sldChg>
      <pc:sldChg chg="addSp delSp modSp mod">
        <pc:chgData name="YIP Pak Kei" userId="84071794-bab4-4b42-9f59-0a1beb5d37e7" providerId="ADAL" clId="{327E37EB-F7D8-42A2-B640-10DB968EB23A}" dt="2025-09-29T05:05:53.464" v="4364"/>
        <pc:sldMkLst>
          <pc:docMk/>
          <pc:sldMk cId="2516137872" sldId="550"/>
        </pc:sldMkLst>
        <pc:spChg chg="mod">
          <ac:chgData name="YIP Pak Kei" userId="84071794-bab4-4b42-9f59-0a1beb5d37e7" providerId="ADAL" clId="{327E37EB-F7D8-42A2-B640-10DB968EB23A}" dt="2025-09-28T11:14:34.001" v="805" actId="1076"/>
          <ac:spMkLst>
            <pc:docMk/>
            <pc:sldMk cId="2516137872" sldId="550"/>
            <ac:spMk id="4" creationId="{C9DF4B79-AC64-F326-7FBE-13DC706F69D7}"/>
          </ac:spMkLst>
        </pc:spChg>
        <pc:spChg chg="mod">
          <ac:chgData name="YIP Pak Kei" userId="84071794-bab4-4b42-9f59-0a1beb5d37e7" providerId="ADAL" clId="{327E37EB-F7D8-42A2-B640-10DB968EB23A}" dt="2025-09-28T11:11:25.745" v="726" actId="1076"/>
          <ac:spMkLst>
            <pc:docMk/>
            <pc:sldMk cId="2516137872" sldId="550"/>
            <ac:spMk id="12" creationId="{CAB4B706-BD3B-83CA-517C-103B5D0BAE1C}"/>
          </ac:spMkLst>
        </pc:spChg>
        <pc:spChg chg="mod">
          <ac:chgData name="YIP Pak Kei" userId="84071794-bab4-4b42-9f59-0a1beb5d37e7" providerId="ADAL" clId="{327E37EB-F7D8-42A2-B640-10DB968EB23A}" dt="2025-09-28T11:51:27.957" v="878" actId="20577"/>
          <ac:spMkLst>
            <pc:docMk/>
            <pc:sldMk cId="2516137872" sldId="550"/>
            <ac:spMk id="13" creationId="{07C5C1A9-1295-D8C6-D952-085E23980777}"/>
          </ac:spMkLst>
        </pc:spChg>
        <pc:spChg chg="del mod">
          <ac:chgData name="YIP Pak Kei" userId="84071794-bab4-4b42-9f59-0a1beb5d37e7" providerId="ADAL" clId="{327E37EB-F7D8-42A2-B640-10DB968EB23A}" dt="2025-09-28T11:13:40.921" v="801" actId="478"/>
          <ac:spMkLst>
            <pc:docMk/>
            <pc:sldMk cId="2516137872" sldId="550"/>
            <ac:spMk id="16" creationId="{9364593E-E62B-5863-564B-74D86BCF708C}"/>
          </ac:spMkLst>
        </pc:spChg>
        <pc:spChg chg="mod">
          <ac:chgData name="YIP Pak Kei" userId="84071794-bab4-4b42-9f59-0a1beb5d37e7" providerId="ADAL" clId="{327E37EB-F7D8-42A2-B640-10DB968EB23A}" dt="2025-09-29T05:05:53.464" v="4364"/>
          <ac:spMkLst>
            <pc:docMk/>
            <pc:sldMk cId="2516137872" sldId="550"/>
            <ac:spMk id="82" creationId="{D9E80F08-3DEA-FE8A-804F-460B58C87EEF}"/>
          </ac:spMkLst>
        </pc:spChg>
        <pc:spChg chg="mod">
          <ac:chgData name="YIP Pak Kei" userId="84071794-bab4-4b42-9f59-0a1beb5d37e7" providerId="ADAL" clId="{327E37EB-F7D8-42A2-B640-10DB968EB23A}" dt="2025-09-28T11:12:32.422" v="760" actId="1036"/>
          <ac:spMkLst>
            <pc:docMk/>
            <pc:sldMk cId="2516137872" sldId="550"/>
            <ac:spMk id="118" creationId="{F0B019EE-5137-4EA8-493E-9D1C5A710DE0}"/>
          </ac:spMkLst>
        </pc:spChg>
        <pc:spChg chg="mod">
          <ac:chgData name="YIP Pak Kei" userId="84071794-bab4-4b42-9f59-0a1beb5d37e7" providerId="ADAL" clId="{327E37EB-F7D8-42A2-B640-10DB968EB23A}" dt="2025-09-28T12:30:23.816" v="2278" actId="1036"/>
          <ac:spMkLst>
            <pc:docMk/>
            <pc:sldMk cId="2516137872" sldId="550"/>
            <ac:spMk id="182" creationId="{4E945B4E-FB9F-5924-BC4C-8973DE62EE0B}"/>
          </ac:spMkLst>
        </pc:spChg>
        <pc:spChg chg="mod">
          <ac:chgData name="YIP Pak Kei" userId="84071794-bab4-4b42-9f59-0a1beb5d37e7" providerId="ADAL" clId="{327E37EB-F7D8-42A2-B640-10DB968EB23A}" dt="2025-09-28T11:13:10.261" v="795" actId="6549"/>
          <ac:spMkLst>
            <pc:docMk/>
            <pc:sldMk cId="2516137872" sldId="550"/>
            <ac:spMk id="183" creationId="{730A064F-E3C6-D76A-29FC-DDCE738EA121}"/>
          </ac:spMkLst>
        </pc:spChg>
        <pc:spChg chg="mod">
          <ac:chgData name="YIP Pak Kei" userId="84071794-bab4-4b42-9f59-0a1beb5d37e7" providerId="ADAL" clId="{327E37EB-F7D8-42A2-B640-10DB968EB23A}" dt="2025-09-28T11:10:34.722" v="709" actId="14100"/>
          <ac:spMkLst>
            <pc:docMk/>
            <pc:sldMk cId="2516137872" sldId="550"/>
            <ac:spMk id="185" creationId="{0EABA142-CA83-2F7D-6C38-82CE4E173EE7}"/>
          </ac:spMkLst>
        </pc:spChg>
        <pc:spChg chg="add del mod">
          <ac:chgData name="YIP Pak Kei" userId="84071794-bab4-4b42-9f59-0a1beb5d37e7" providerId="ADAL" clId="{327E37EB-F7D8-42A2-B640-10DB968EB23A}" dt="2025-09-28T11:44:21.823" v="846" actId="478"/>
          <ac:spMkLst>
            <pc:docMk/>
            <pc:sldMk cId="2516137872" sldId="550"/>
            <ac:spMk id="186" creationId="{50F8C1E6-B98A-BA8C-8636-BDEE869046AE}"/>
          </ac:spMkLst>
        </pc:spChg>
        <pc:spChg chg="del mod">
          <ac:chgData name="YIP Pak Kei" userId="84071794-bab4-4b42-9f59-0a1beb5d37e7" providerId="ADAL" clId="{327E37EB-F7D8-42A2-B640-10DB968EB23A}" dt="2025-09-28T11:13:41.997" v="802" actId="478"/>
          <ac:spMkLst>
            <pc:docMk/>
            <pc:sldMk cId="2516137872" sldId="550"/>
            <ac:spMk id="188" creationId="{B2AB0AF9-21BF-1577-4913-3751E77E1DED}"/>
          </ac:spMkLst>
        </pc:spChg>
        <pc:spChg chg="add mod">
          <ac:chgData name="YIP Pak Kei" userId="84071794-bab4-4b42-9f59-0a1beb5d37e7" providerId="ADAL" clId="{327E37EB-F7D8-42A2-B640-10DB968EB23A}" dt="2025-09-28T11:45:00.257" v="849" actId="1037"/>
          <ac:spMkLst>
            <pc:docMk/>
            <pc:sldMk cId="2516137872" sldId="550"/>
            <ac:spMk id="191" creationId="{6DEA1635-A913-A1E3-5E37-6906A979CCF3}"/>
          </ac:spMkLst>
        </pc:spChg>
        <pc:spChg chg="add mod">
          <ac:chgData name="YIP Pak Kei" userId="84071794-bab4-4b42-9f59-0a1beb5d37e7" providerId="ADAL" clId="{327E37EB-F7D8-42A2-B640-10DB968EB23A}" dt="2025-09-28T11:44:54.752" v="848" actId="12789"/>
          <ac:spMkLst>
            <pc:docMk/>
            <pc:sldMk cId="2516137872" sldId="550"/>
            <ac:spMk id="192" creationId="{4D9FD9EC-5C14-FC23-44A5-A7E575858EE1}"/>
          </ac:spMkLst>
        </pc:spChg>
        <pc:grpChg chg="mod">
          <ac:chgData name="YIP Pak Kei" userId="84071794-bab4-4b42-9f59-0a1beb5d37e7" providerId="ADAL" clId="{327E37EB-F7D8-42A2-B640-10DB968EB23A}" dt="2025-09-28T11:19:08.566" v="807" actId="1076"/>
          <ac:grpSpMkLst>
            <pc:docMk/>
            <pc:sldMk cId="2516137872" sldId="550"/>
            <ac:grpSpMk id="180" creationId="{C7231713-4968-C2BE-E970-5DAF842158C8}"/>
          </ac:grpSpMkLst>
        </pc:grpChg>
        <pc:grpChg chg="mod">
          <ac:chgData name="YIP Pak Kei" userId="84071794-bab4-4b42-9f59-0a1beb5d37e7" providerId="ADAL" clId="{327E37EB-F7D8-42A2-B640-10DB968EB23A}" dt="2025-09-28T11:14:08.973" v="804" actId="1036"/>
          <ac:grpSpMkLst>
            <pc:docMk/>
            <pc:sldMk cId="2516137872" sldId="550"/>
            <ac:grpSpMk id="181" creationId="{B048C291-C6A6-9CFC-0941-687906CE8034}"/>
          </ac:grpSpMkLst>
        </pc:grpChg>
        <pc:picChg chg="mod">
          <ac:chgData name="YIP Pak Kei" userId="84071794-bab4-4b42-9f59-0a1beb5d37e7" providerId="ADAL" clId="{327E37EB-F7D8-42A2-B640-10DB968EB23A}" dt="2025-09-28T11:11:25.745" v="726" actId="1076"/>
          <ac:picMkLst>
            <pc:docMk/>
            <pc:sldMk cId="2516137872" sldId="550"/>
            <ac:picMk id="14" creationId="{37A14868-9A68-D6C8-B336-ECC951A13BAD}"/>
          </ac:picMkLst>
        </pc:picChg>
        <pc:cxnChg chg="mod">
          <ac:chgData name="YIP Pak Kei" userId="84071794-bab4-4b42-9f59-0a1beb5d37e7" providerId="ADAL" clId="{327E37EB-F7D8-42A2-B640-10DB968EB23A}" dt="2025-09-28T12:30:23.816" v="2278" actId="1036"/>
          <ac:cxnSpMkLst>
            <pc:docMk/>
            <pc:sldMk cId="2516137872" sldId="550"/>
            <ac:cxnSpMk id="184" creationId="{B6BA067A-8554-6AB4-EAAA-81A8EF73F571}"/>
          </ac:cxnSpMkLst>
        </pc:cxnChg>
        <pc:cxnChg chg="add mod">
          <ac:chgData name="YIP Pak Kei" userId="84071794-bab4-4b42-9f59-0a1beb5d37e7" providerId="ADAL" clId="{327E37EB-F7D8-42A2-B640-10DB968EB23A}" dt="2025-09-28T11:12:32.422" v="760" actId="1036"/>
          <ac:cxnSpMkLst>
            <pc:docMk/>
            <pc:sldMk cId="2516137872" sldId="550"/>
            <ac:cxnSpMk id="189" creationId="{0B7D7BE0-6088-9B45-F84C-929607C32281}"/>
          </ac:cxnSpMkLst>
        </pc:cxnChg>
        <pc:cxnChg chg="add del mod">
          <ac:chgData name="YIP Pak Kei" userId="84071794-bab4-4b42-9f59-0a1beb5d37e7" providerId="ADAL" clId="{327E37EB-F7D8-42A2-B640-10DB968EB23A}" dt="2025-09-28T11:12:52.234" v="789" actId="478"/>
          <ac:cxnSpMkLst>
            <pc:docMk/>
            <pc:sldMk cId="2516137872" sldId="550"/>
            <ac:cxnSpMk id="190" creationId="{B4107767-0643-64CD-2C7C-BCC0018A07C9}"/>
          </ac:cxnSpMkLst>
        </pc:cxnChg>
      </pc:sldChg>
      <pc:sldChg chg="modSp mod">
        <pc:chgData name="YIP Pak Kei" userId="84071794-bab4-4b42-9f59-0a1beb5d37e7" providerId="ADAL" clId="{327E37EB-F7D8-42A2-B640-10DB968EB23A}" dt="2025-09-29T05:12:04.254" v="4414" actId="20577"/>
        <pc:sldMkLst>
          <pc:docMk/>
          <pc:sldMk cId="2092592584" sldId="551"/>
        </pc:sldMkLst>
        <pc:spChg chg="mod">
          <ac:chgData name="YIP Pak Kei" userId="84071794-bab4-4b42-9f59-0a1beb5d37e7" providerId="ADAL" clId="{327E37EB-F7D8-42A2-B640-10DB968EB23A}" dt="2025-09-29T05:12:04.254" v="4414" actId="20577"/>
          <ac:spMkLst>
            <pc:docMk/>
            <pc:sldMk cId="2092592584" sldId="551"/>
            <ac:spMk id="4" creationId="{A3877CE9-D544-EEE9-FF42-2EDA4E161D67}"/>
          </ac:spMkLst>
        </pc:spChg>
        <pc:spChg chg="mod">
          <ac:chgData name="YIP Pak Kei" userId="84071794-bab4-4b42-9f59-0a1beb5d37e7" providerId="ADAL" clId="{327E37EB-F7D8-42A2-B640-10DB968EB23A}" dt="2025-09-29T05:11:26.022" v="4404" actId="1036"/>
          <ac:spMkLst>
            <pc:docMk/>
            <pc:sldMk cId="2092592584" sldId="551"/>
            <ac:spMk id="12" creationId="{6176D150-D8F9-F4A9-DADA-F0AA6AD55B5F}"/>
          </ac:spMkLst>
        </pc:spChg>
        <pc:spChg chg="mod">
          <ac:chgData name="YIP Pak Kei" userId="84071794-bab4-4b42-9f59-0a1beb5d37e7" providerId="ADAL" clId="{327E37EB-F7D8-42A2-B640-10DB968EB23A}" dt="2025-09-29T05:11:26.022" v="4404" actId="1036"/>
          <ac:spMkLst>
            <pc:docMk/>
            <pc:sldMk cId="2092592584" sldId="551"/>
            <ac:spMk id="13" creationId="{24E2DF5D-909B-B3EA-B372-C77CB3B4F9F5}"/>
          </ac:spMkLst>
        </pc:spChg>
        <pc:spChg chg="mod">
          <ac:chgData name="YIP Pak Kei" userId="84071794-bab4-4b42-9f59-0a1beb5d37e7" providerId="ADAL" clId="{327E37EB-F7D8-42A2-B640-10DB968EB23A}" dt="2025-09-29T05:11:40.847" v="4410" actId="1037"/>
          <ac:spMkLst>
            <pc:docMk/>
            <pc:sldMk cId="2092592584" sldId="551"/>
            <ac:spMk id="28" creationId="{B77E12F7-B075-A7BC-F30F-29E0AA39A2B6}"/>
          </ac:spMkLst>
        </pc:spChg>
        <pc:spChg chg="mod">
          <ac:chgData name="YIP Pak Kei" userId="84071794-bab4-4b42-9f59-0a1beb5d37e7" providerId="ADAL" clId="{327E37EB-F7D8-42A2-B640-10DB968EB23A}" dt="2025-09-29T05:11:32.577" v="4405" actId="1038"/>
          <ac:spMkLst>
            <pc:docMk/>
            <pc:sldMk cId="2092592584" sldId="551"/>
            <ac:spMk id="29" creationId="{07D8C5FF-F969-6FB1-3A72-D2D31CAE2E0A}"/>
          </ac:spMkLst>
        </pc:spChg>
        <pc:spChg chg="mod">
          <ac:chgData name="YIP Pak Kei" userId="84071794-bab4-4b42-9f59-0a1beb5d37e7" providerId="ADAL" clId="{327E37EB-F7D8-42A2-B640-10DB968EB23A}" dt="2025-09-29T05:11:26.022" v="4404" actId="1036"/>
          <ac:spMkLst>
            <pc:docMk/>
            <pc:sldMk cId="2092592584" sldId="551"/>
            <ac:spMk id="78" creationId="{8C471A34-0BD8-170A-D6AB-0B6CEF2A7AD3}"/>
          </ac:spMkLst>
        </pc:spChg>
        <pc:spChg chg="mod">
          <ac:chgData name="YIP Pak Kei" userId="84071794-bab4-4b42-9f59-0a1beb5d37e7" providerId="ADAL" clId="{327E37EB-F7D8-42A2-B640-10DB968EB23A}" dt="2025-09-29T05:11:26.022" v="4404" actId="1036"/>
          <ac:spMkLst>
            <pc:docMk/>
            <pc:sldMk cId="2092592584" sldId="551"/>
            <ac:spMk id="79" creationId="{2F78D47D-3C8A-6EF3-FC50-C88CE473F0C2}"/>
          </ac:spMkLst>
        </pc:spChg>
        <pc:spChg chg="mod">
          <ac:chgData name="YIP Pak Kei" userId="84071794-bab4-4b42-9f59-0a1beb5d37e7" providerId="ADAL" clId="{327E37EB-F7D8-42A2-B640-10DB968EB23A}" dt="2025-09-29T05:11:26.022" v="4404" actId="1036"/>
          <ac:spMkLst>
            <pc:docMk/>
            <pc:sldMk cId="2092592584" sldId="551"/>
            <ac:spMk id="80" creationId="{E094D6F0-4F17-0081-BB0A-F7CB4D7FD033}"/>
          </ac:spMkLst>
        </pc:spChg>
        <pc:spChg chg="mod">
          <ac:chgData name="YIP Pak Kei" userId="84071794-bab4-4b42-9f59-0a1beb5d37e7" providerId="ADAL" clId="{327E37EB-F7D8-42A2-B640-10DB968EB23A}" dt="2025-09-29T05:11:26.022" v="4404" actId="1036"/>
          <ac:spMkLst>
            <pc:docMk/>
            <pc:sldMk cId="2092592584" sldId="551"/>
            <ac:spMk id="82" creationId="{02F31958-1BCE-EF36-720F-00BA237808C7}"/>
          </ac:spMkLst>
        </pc:spChg>
        <pc:spChg chg="mod">
          <ac:chgData name="YIP Pak Kei" userId="84071794-bab4-4b42-9f59-0a1beb5d37e7" providerId="ADAL" clId="{327E37EB-F7D8-42A2-B640-10DB968EB23A}" dt="2025-09-29T05:11:26.022" v="4404" actId="1036"/>
          <ac:spMkLst>
            <pc:docMk/>
            <pc:sldMk cId="2092592584" sldId="551"/>
            <ac:spMk id="86" creationId="{B45CAA82-E82D-6286-65CB-55E6BD15A53E}"/>
          </ac:spMkLst>
        </pc:spChg>
        <pc:grpChg chg="mod">
          <ac:chgData name="YIP Pak Kei" userId="84071794-bab4-4b42-9f59-0a1beb5d37e7" providerId="ADAL" clId="{327E37EB-F7D8-42A2-B640-10DB968EB23A}" dt="2025-09-28T09:41:40.396" v="461" actId="1038"/>
          <ac:grpSpMkLst>
            <pc:docMk/>
            <pc:sldMk cId="2092592584" sldId="551"/>
            <ac:grpSpMk id="30" creationId="{06F2B077-C2EF-FDFF-A0D8-533EFD832FE2}"/>
          </ac:grpSpMkLst>
        </pc:grpChg>
        <pc:grpChg chg="mod">
          <ac:chgData name="YIP Pak Kei" userId="84071794-bab4-4b42-9f59-0a1beb5d37e7" providerId="ADAL" clId="{327E37EB-F7D8-42A2-B640-10DB968EB23A}" dt="2025-09-28T09:40:58.224" v="458" actId="1076"/>
          <ac:grpSpMkLst>
            <pc:docMk/>
            <pc:sldMk cId="2092592584" sldId="551"/>
            <ac:grpSpMk id="31" creationId="{CE5A15B0-8B13-53D2-059F-9B150613834C}"/>
          </ac:grpSpMkLst>
        </pc:grpChg>
        <pc:cxnChg chg="mod">
          <ac:chgData name="YIP Pak Kei" userId="84071794-bab4-4b42-9f59-0a1beb5d37e7" providerId="ADAL" clId="{327E37EB-F7D8-42A2-B640-10DB968EB23A}" dt="2025-09-28T12:30:36.496" v="2286" actId="1036"/>
          <ac:cxnSpMkLst>
            <pc:docMk/>
            <pc:sldMk cId="2092592584" sldId="551"/>
            <ac:cxnSpMk id="88" creationId="{2BEB32C6-C485-93F1-E4AC-6AE97CB4E07E}"/>
          </ac:cxnSpMkLst>
        </pc:cxnChg>
      </pc:sldChg>
      <pc:sldChg chg="addSp delSp modSp mod">
        <pc:chgData name="YIP Pak Kei" userId="84071794-bab4-4b42-9f59-0a1beb5d37e7" providerId="ADAL" clId="{327E37EB-F7D8-42A2-B640-10DB968EB23A}" dt="2025-09-29T05:05:53.464" v="4364"/>
        <pc:sldMkLst>
          <pc:docMk/>
          <pc:sldMk cId="2725566375" sldId="552"/>
        </pc:sldMkLst>
        <pc:spChg chg="mod">
          <ac:chgData name="YIP Pak Kei" userId="84071794-bab4-4b42-9f59-0a1beb5d37e7" providerId="ADAL" clId="{327E37EB-F7D8-42A2-B640-10DB968EB23A}" dt="2025-09-29T02:43:19.198" v="3281" actId="20577"/>
          <ac:spMkLst>
            <pc:docMk/>
            <pc:sldMk cId="2725566375" sldId="552"/>
            <ac:spMk id="4" creationId="{C84E368C-947B-95DB-02ED-498F2459E7E0}"/>
          </ac:spMkLst>
        </pc:spChg>
        <pc:spChg chg="mod">
          <ac:chgData name="YIP Pak Kei" userId="84071794-bab4-4b42-9f59-0a1beb5d37e7" providerId="ADAL" clId="{327E37EB-F7D8-42A2-B640-10DB968EB23A}" dt="2025-09-29T02:46:12.954" v="3335" actId="14100"/>
          <ac:spMkLst>
            <pc:docMk/>
            <pc:sldMk cId="2725566375" sldId="552"/>
            <ac:spMk id="12" creationId="{EF25288E-8379-13F1-7B4F-F5C5045E9169}"/>
          </ac:spMkLst>
        </pc:spChg>
        <pc:spChg chg="mod">
          <ac:chgData name="YIP Pak Kei" userId="84071794-bab4-4b42-9f59-0a1beb5d37e7" providerId="ADAL" clId="{327E37EB-F7D8-42A2-B640-10DB968EB23A}" dt="2025-09-29T02:46:01.455" v="3334" actId="20577"/>
          <ac:spMkLst>
            <pc:docMk/>
            <pc:sldMk cId="2725566375" sldId="552"/>
            <ac:spMk id="13" creationId="{E077A251-9ACD-FF2C-4793-9496AA69A859}"/>
          </ac:spMkLst>
        </pc:spChg>
        <pc:spChg chg="mod">
          <ac:chgData name="YIP Pak Kei" userId="84071794-bab4-4b42-9f59-0a1beb5d37e7" providerId="ADAL" clId="{327E37EB-F7D8-42A2-B640-10DB968EB23A}" dt="2025-09-28T11:42:53.673" v="834" actId="1076"/>
          <ac:spMkLst>
            <pc:docMk/>
            <pc:sldMk cId="2725566375" sldId="552"/>
            <ac:spMk id="25" creationId="{D61B1FA6-21C6-293E-B86A-A7DAE362E882}"/>
          </ac:spMkLst>
        </pc:spChg>
        <pc:spChg chg="mod">
          <ac:chgData name="YIP Pak Kei" userId="84071794-bab4-4b42-9f59-0a1beb5d37e7" providerId="ADAL" clId="{327E37EB-F7D8-42A2-B640-10DB968EB23A}" dt="2025-09-28T11:42:53.673" v="834" actId="1076"/>
          <ac:spMkLst>
            <pc:docMk/>
            <pc:sldMk cId="2725566375" sldId="552"/>
            <ac:spMk id="26" creationId="{7F13BD4C-DD79-3463-FF41-70559A149CFF}"/>
          </ac:spMkLst>
        </pc:spChg>
        <pc:spChg chg="mod">
          <ac:chgData name="YIP Pak Kei" userId="84071794-bab4-4b42-9f59-0a1beb5d37e7" providerId="ADAL" clId="{327E37EB-F7D8-42A2-B640-10DB968EB23A}" dt="2025-09-28T11:42:53.673" v="834" actId="1076"/>
          <ac:spMkLst>
            <pc:docMk/>
            <pc:sldMk cId="2725566375" sldId="552"/>
            <ac:spMk id="27" creationId="{ED53EE1E-ED76-034D-4BA5-2AF8267D3F6E}"/>
          </ac:spMkLst>
        </pc:spChg>
        <pc:spChg chg="mod">
          <ac:chgData name="YIP Pak Kei" userId="84071794-bab4-4b42-9f59-0a1beb5d37e7" providerId="ADAL" clId="{327E37EB-F7D8-42A2-B640-10DB968EB23A}" dt="2025-09-29T02:38:31.663" v="3186" actId="20577"/>
          <ac:spMkLst>
            <pc:docMk/>
            <pc:sldMk cId="2725566375" sldId="552"/>
            <ac:spMk id="30" creationId="{89E5FB20-4FF9-A61D-5B3F-C901BC637713}"/>
          </ac:spMkLst>
        </pc:spChg>
        <pc:spChg chg="mod">
          <ac:chgData name="YIP Pak Kei" userId="84071794-bab4-4b42-9f59-0a1beb5d37e7" providerId="ADAL" clId="{327E37EB-F7D8-42A2-B640-10DB968EB23A}" dt="2025-09-28T11:45:22.789" v="850" actId="1076"/>
          <ac:spMkLst>
            <pc:docMk/>
            <pc:sldMk cId="2725566375" sldId="552"/>
            <ac:spMk id="32" creationId="{47B2B299-3BE7-F164-0538-5B07A51CBB7C}"/>
          </ac:spMkLst>
        </pc:spChg>
        <pc:spChg chg="mod">
          <ac:chgData name="YIP Pak Kei" userId="84071794-bab4-4b42-9f59-0a1beb5d37e7" providerId="ADAL" clId="{327E37EB-F7D8-42A2-B640-10DB968EB23A}" dt="2025-09-29T02:37:42.064" v="3178" actId="14100"/>
          <ac:spMkLst>
            <pc:docMk/>
            <pc:sldMk cId="2725566375" sldId="552"/>
            <ac:spMk id="47" creationId="{C56185E8-6CC6-086E-347C-2D6561F96F77}"/>
          </ac:spMkLst>
        </pc:spChg>
        <pc:spChg chg="mod">
          <ac:chgData name="YIP Pak Kei" userId="84071794-bab4-4b42-9f59-0a1beb5d37e7" providerId="ADAL" clId="{327E37EB-F7D8-42A2-B640-10DB968EB23A}" dt="2025-09-29T05:05:53.464" v="4364"/>
          <ac:spMkLst>
            <pc:docMk/>
            <pc:sldMk cId="2725566375" sldId="552"/>
            <ac:spMk id="82" creationId="{819417B8-150D-017A-0BBD-180615660804}"/>
          </ac:spMkLst>
        </pc:spChg>
        <pc:spChg chg="mod">
          <ac:chgData name="YIP Pak Kei" userId="84071794-bab4-4b42-9f59-0a1beb5d37e7" providerId="ADAL" clId="{327E37EB-F7D8-42A2-B640-10DB968EB23A}" dt="2025-09-29T02:41:48.811" v="3246" actId="1036"/>
          <ac:spMkLst>
            <pc:docMk/>
            <pc:sldMk cId="2725566375" sldId="552"/>
            <ac:spMk id="118" creationId="{36E4D021-D0DE-60A4-2EDB-183E1A4369D9}"/>
          </ac:spMkLst>
        </pc:spChg>
        <pc:spChg chg="mod">
          <ac:chgData name="YIP Pak Kei" userId="84071794-bab4-4b42-9f59-0a1beb5d37e7" providerId="ADAL" clId="{327E37EB-F7D8-42A2-B640-10DB968EB23A}" dt="2025-09-28T11:41:04.665" v="812" actId="207"/>
          <ac:spMkLst>
            <pc:docMk/>
            <pc:sldMk cId="2725566375" sldId="552"/>
            <ac:spMk id="169" creationId="{9237DCB9-822E-4631-6BE8-6C14A23BE5C5}"/>
          </ac:spMkLst>
        </pc:spChg>
        <pc:spChg chg="mod">
          <ac:chgData name="YIP Pak Kei" userId="84071794-bab4-4b42-9f59-0a1beb5d37e7" providerId="ADAL" clId="{327E37EB-F7D8-42A2-B640-10DB968EB23A}" dt="2025-09-29T04:34:16.606" v="4110" actId="1036"/>
          <ac:spMkLst>
            <pc:docMk/>
            <pc:sldMk cId="2725566375" sldId="552"/>
            <ac:spMk id="182" creationId="{7A651260-E5C0-68D8-19E4-0A871882EFC7}"/>
          </ac:spMkLst>
        </pc:spChg>
        <pc:spChg chg="mod">
          <ac:chgData name="YIP Pak Kei" userId="84071794-bab4-4b42-9f59-0a1beb5d37e7" providerId="ADAL" clId="{327E37EB-F7D8-42A2-B640-10DB968EB23A}" dt="2025-09-29T04:34:16.606" v="4110" actId="1036"/>
          <ac:spMkLst>
            <pc:docMk/>
            <pc:sldMk cId="2725566375" sldId="552"/>
            <ac:spMk id="183" creationId="{382A325F-D0ED-FA8D-4C80-A50E12A681DC}"/>
          </ac:spMkLst>
        </pc:spChg>
        <pc:spChg chg="mod">
          <ac:chgData name="YIP Pak Kei" userId="84071794-bab4-4b42-9f59-0a1beb5d37e7" providerId="ADAL" clId="{327E37EB-F7D8-42A2-B640-10DB968EB23A}" dt="2025-09-29T02:38:14.337" v="3180" actId="14100"/>
          <ac:spMkLst>
            <pc:docMk/>
            <pc:sldMk cId="2725566375" sldId="552"/>
            <ac:spMk id="185" creationId="{F4566922-C0B6-6B15-B4E4-5C4473115358}"/>
          </ac:spMkLst>
        </pc:spChg>
        <pc:spChg chg="mod">
          <ac:chgData name="YIP Pak Kei" userId="84071794-bab4-4b42-9f59-0a1beb5d37e7" providerId="ADAL" clId="{327E37EB-F7D8-42A2-B640-10DB968EB23A}" dt="2025-09-29T02:37:45.627" v="3179" actId="14100"/>
          <ac:spMkLst>
            <pc:docMk/>
            <pc:sldMk cId="2725566375" sldId="552"/>
            <ac:spMk id="186" creationId="{75ED6DF6-F52F-2F3E-E499-2EB4C9643C55}"/>
          </ac:spMkLst>
        </pc:spChg>
        <pc:spChg chg="mod">
          <ac:chgData name="YIP Pak Kei" userId="84071794-bab4-4b42-9f59-0a1beb5d37e7" providerId="ADAL" clId="{327E37EB-F7D8-42A2-B640-10DB968EB23A}" dt="2025-09-28T11:45:22.789" v="850" actId="1076"/>
          <ac:spMkLst>
            <pc:docMk/>
            <pc:sldMk cId="2725566375" sldId="552"/>
            <ac:spMk id="188" creationId="{C391A585-F58A-C561-ADEE-19A4FC7DFA4F}"/>
          </ac:spMkLst>
        </pc:spChg>
        <pc:grpChg chg="mod">
          <ac:chgData name="YIP Pak Kei" userId="84071794-bab4-4b42-9f59-0a1beb5d37e7" providerId="ADAL" clId="{327E37EB-F7D8-42A2-B640-10DB968EB23A}" dt="2025-09-28T11:42:53.673" v="834" actId="1076"/>
          <ac:grpSpMkLst>
            <pc:docMk/>
            <pc:sldMk cId="2725566375" sldId="552"/>
            <ac:grpSpMk id="8" creationId="{681280E5-A068-4043-DAB8-2D876BFA0784}"/>
          </ac:grpSpMkLst>
        </pc:grpChg>
        <pc:grpChg chg="mod">
          <ac:chgData name="YIP Pak Kei" userId="84071794-bab4-4b42-9f59-0a1beb5d37e7" providerId="ADAL" clId="{327E37EB-F7D8-42A2-B640-10DB968EB23A}" dt="2025-09-28T11:42:13.994" v="827" actId="1076"/>
          <ac:grpSpMkLst>
            <pc:docMk/>
            <pc:sldMk cId="2725566375" sldId="552"/>
            <ac:grpSpMk id="181" creationId="{3C0C8557-DC92-B19E-DB95-2FA51D6C83C6}"/>
          </ac:grpSpMkLst>
        </pc:grpChg>
        <pc:graphicFrameChg chg="mod">
          <ac:chgData name="YIP Pak Kei" userId="84071794-bab4-4b42-9f59-0a1beb5d37e7" providerId="ADAL" clId="{327E37EB-F7D8-42A2-B640-10DB968EB23A}" dt="2025-09-28T11:42:53.673" v="834" actId="1076"/>
          <ac:graphicFrameMkLst>
            <pc:docMk/>
            <pc:sldMk cId="2725566375" sldId="552"/>
            <ac:graphicFrameMk id="24" creationId="{E91D3256-9521-5463-A688-894B50DECB99}"/>
          </ac:graphicFrameMkLst>
        </pc:graphicFrameChg>
        <pc:picChg chg="add mod">
          <ac:chgData name="YIP Pak Kei" userId="84071794-bab4-4b42-9f59-0a1beb5d37e7" providerId="ADAL" clId="{327E37EB-F7D8-42A2-B640-10DB968EB23A}" dt="2025-09-29T04:34:22.599" v="4115" actId="1036"/>
          <ac:picMkLst>
            <pc:docMk/>
            <pc:sldMk cId="2725566375" sldId="552"/>
            <ac:picMk id="2" creationId="{FF95AE47-A53E-F644-0A08-EC7AABF2253C}"/>
          </ac:picMkLst>
        </pc:picChg>
        <pc:picChg chg="mod">
          <ac:chgData name="YIP Pak Kei" userId="84071794-bab4-4b42-9f59-0a1beb5d37e7" providerId="ADAL" clId="{327E37EB-F7D8-42A2-B640-10DB968EB23A}" dt="2025-09-28T11:42:53.673" v="834" actId="1076"/>
          <ac:picMkLst>
            <pc:docMk/>
            <pc:sldMk cId="2725566375" sldId="552"/>
            <ac:picMk id="34" creationId="{7717881F-30FE-420D-C5FA-F5018FD27086}"/>
          </ac:picMkLst>
        </pc:picChg>
        <pc:picChg chg="mod">
          <ac:chgData name="YIP Pak Kei" userId="84071794-bab4-4b42-9f59-0a1beb5d37e7" providerId="ADAL" clId="{327E37EB-F7D8-42A2-B640-10DB968EB23A}" dt="2025-09-28T11:42:53.673" v="834" actId="1076"/>
          <ac:picMkLst>
            <pc:docMk/>
            <pc:sldMk cId="2725566375" sldId="552"/>
            <ac:picMk id="49" creationId="{605565CC-003D-6ED2-A44D-8F04719E45B0}"/>
          </ac:picMkLst>
        </pc:picChg>
        <pc:picChg chg="mod">
          <ac:chgData name="YIP Pak Kei" userId="84071794-bab4-4b42-9f59-0a1beb5d37e7" providerId="ADAL" clId="{327E37EB-F7D8-42A2-B640-10DB968EB23A}" dt="2025-09-28T11:42:53.673" v="834" actId="1076"/>
          <ac:picMkLst>
            <pc:docMk/>
            <pc:sldMk cId="2725566375" sldId="552"/>
            <ac:picMk id="52" creationId="{8EFC58DB-2223-6C77-FBEB-E371EEB09851}"/>
          </ac:picMkLst>
        </pc:picChg>
        <pc:picChg chg="add del mod">
          <ac:chgData name="YIP Pak Kei" userId="84071794-bab4-4b42-9f59-0a1beb5d37e7" providerId="ADAL" clId="{327E37EB-F7D8-42A2-B640-10DB968EB23A}" dt="2025-09-28T11:41:07.935" v="813" actId="478"/>
          <ac:picMkLst>
            <pc:docMk/>
            <pc:sldMk cId="2725566375" sldId="552"/>
            <ac:picMk id="53" creationId="{14C9833B-ECDB-29B2-A5C2-CC36AEFFC813}"/>
          </ac:picMkLst>
        </pc:picChg>
        <pc:picChg chg="add mod">
          <ac:chgData name="YIP Pak Kei" userId="84071794-bab4-4b42-9f59-0a1beb5d37e7" providerId="ADAL" clId="{327E37EB-F7D8-42A2-B640-10DB968EB23A}" dt="2025-09-28T11:41:58.021" v="824"/>
          <ac:picMkLst>
            <pc:docMk/>
            <pc:sldMk cId="2725566375" sldId="552"/>
            <ac:picMk id="54" creationId="{2953038C-D9D1-3EEC-D6AA-AF0ED12D106C}"/>
          </ac:picMkLst>
        </pc:picChg>
        <pc:picChg chg="mod">
          <ac:chgData name="YIP Pak Kei" userId="84071794-bab4-4b42-9f59-0a1beb5d37e7" providerId="ADAL" clId="{327E37EB-F7D8-42A2-B640-10DB968EB23A}" dt="2025-09-28T11:40:57.375" v="811" actId="207"/>
          <ac:picMkLst>
            <pc:docMk/>
            <pc:sldMk cId="2725566375" sldId="552"/>
            <ac:picMk id="172" creationId="{A5233A3D-2632-7F1F-21C0-92CD6C06FDB6}"/>
          </ac:picMkLst>
        </pc:picChg>
        <pc:cxnChg chg="mod">
          <ac:chgData name="YIP Pak Kei" userId="84071794-bab4-4b42-9f59-0a1beb5d37e7" providerId="ADAL" clId="{327E37EB-F7D8-42A2-B640-10DB968EB23A}" dt="2025-09-29T02:41:48.811" v="3246" actId="1036"/>
          <ac:cxnSpMkLst>
            <pc:docMk/>
            <pc:sldMk cId="2725566375" sldId="552"/>
            <ac:cxnSpMk id="31" creationId="{2FC31202-5488-9651-07B5-F501186CBF95}"/>
          </ac:cxnSpMkLst>
        </pc:cxnChg>
        <pc:cxnChg chg="add mod">
          <ac:chgData name="YIP Pak Kei" userId="84071794-bab4-4b42-9f59-0a1beb5d37e7" providerId="ADAL" clId="{327E37EB-F7D8-42A2-B640-10DB968EB23A}" dt="2025-09-28T11:45:39.236" v="854" actId="14100"/>
          <ac:cxnSpMkLst>
            <pc:docMk/>
            <pc:sldMk cId="2725566375" sldId="552"/>
            <ac:cxnSpMk id="55" creationId="{DF300938-E9C0-495C-A32B-D816C2154B76}"/>
          </ac:cxnSpMkLst>
        </pc:cxnChg>
        <pc:cxnChg chg="add del mod">
          <ac:chgData name="YIP Pak Kei" userId="84071794-bab4-4b42-9f59-0a1beb5d37e7" providerId="ADAL" clId="{327E37EB-F7D8-42A2-B640-10DB968EB23A}" dt="2025-09-28T11:47:24.332" v="864" actId="478"/>
          <ac:cxnSpMkLst>
            <pc:docMk/>
            <pc:sldMk cId="2725566375" sldId="552"/>
            <ac:cxnSpMk id="59" creationId="{516F3CC0-F8F5-269F-E21D-1EDEEAB3526E}"/>
          </ac:cxnSpMkLst>
        </pc:cxnChg>
        <pc:cxnChg chg="add del mod">
          <ac:chgData name="YIP Pak Kei" userId="84071794-bab4-4b42-9f59-0a1beb5d37e7" providerId="ADAL" clId="{327E37EB-F7D8-42A2-B640-10DB968EB23A}" dt="2025-09-28T11:47:52.947" v="868" actId="478"/>
          <ac:cxnSpMkLst>
            <pc:docMk/>
            <pc:sldMk cId="2725566375" sldId="552"/>
            <ac:cxnSpMk id="68" creationId="{0DBB984D-BB8A-12A0-C624-1A1F86B1D6A6}"/>
          </ac:cxnSpMkLst>
        </pc:cxnChg>
        <pc:cxnChg chg="add del mod">
          <ac:chgData name="YIP Pak Kei" userId="84071794-bab4-4b42-9f59-0a1beb5d37e7" providerId="ADAL" clId="{327E37EB-F7D8-42A2-B640-10DB968EB23A}" dt="2025-09-28T11:48:24.083" v="872" actId="478"/>
          <ac:cxnSpMkLst>
            <pc:docMk/>
            <pc:sldMk cId="2725566375" sldId="552"/>
            <ac:cxnSpMk id="71" creationId="{3301C680-0135-188E-A18D-E85A04C1F774}"/>
          </ac:cxnSpMkLst>
        </pc:cxnChg>
        <pc:cxnChg chg="mod">
          <ac:chgData name="YIP Pak Kei" userId="84071794-bab4-4b42-9f59-0a1beb5d37e7" providerId="ADAL" clId="{327E37EB-F7D8-42A2-B640-10DB968EB23A}" dt="2025-09-29T04:34:16.606" v="4110" actId="1036"/>
          <ac:cxnSpMkLst>
            <pc:docMk/>
            <pc:sldMk cId="2725566375" sldId="552"/>
            <ac:cxnSpMk id="184" creationId="{CD050C33-DB1E-285D-1325-921014788E82}"/>
          </ac:cxnSpMkLst>
        </pc:cxnChg>
      </pc:sldChg>
      <pc:sldChg chg="addSp delSp modSp mod">
        <pc:chgData name="YIP Pak Kei" userId="84071794-bab4-4b42-9f59-0a1beb5d37e7" providerId="ADAL" clId="{327E37EB-F7D8-42A2-B640-10DB968EB23A}" dt="2025-09-29T05:08:54.633" v="4369" actId="1076"/>
        <pc:sldMkLst>
          <pc:docMk/>
          <pc:sldMk cId="1988712180" sldId="553"/>
        </pc:sldMkLst>
        <pc:spChg chg="add del mod">
          <ac:chgData name="YIP Pak Kei" userId="84071794-bab4-4b42-9f59-0a1beb5d37e7" providerId="ADAL" clId="{327E37EB-F7D8-42A2-B640-10DB968EB23A}" dt="2025-09-29T04:27:13.789" v="3951" actId="478"/>
          <ac:spMkLst>
            <pc:docMk/>
            <pc:sldMk cId="1988712180" sldId="553"/>
            <ac:spMk id="2" creationId="{D17E9985-6F5A-0A2A-3C87-B510E00CEFBA}"/>
          </ac:spMkLst>
        </pc:spChg>
        <pc:spChg chg="mod">
          <ac:chgData name="YIP Pak Kei" userId="84071794-bab4-4b42-9f59-0a1beb5d37e7" providerId="ADAL" clId="{327E37EB-F7D8-42A2-B640-10DB968EB23A}" dt="2025-09-29T05:08:54.633" v="4369" actId="1076"/>
          <ac:spMkLst>
            <pc:docMk/>
            <pc:sldMk cId="1988712180" sldId="553"/>
            <ac:spMk id="4" creationId="{44C662DE-DB1C-C879-8336-08184BB4CAE3}"/>
          </ac:spMkLst>
        </pc:spChg>
        <pc:spChg chg="mod">
          <ac:chgData name="YIP Pak Kei" userId="84071794-bab4-4b42-9f59-0a1beb5d37e7" providerId="ADAL" clId="{327E37EB-F7D8-42A2-B640-10DB968EB23A}" dt="2025-09-29T04:27:46.731" v="3966" actId="1035"/>
          <ac:spMkLst>
            <pc:docMk/>
            <pc:sldMk cId="1988712180" sldId="553"/>
            <ac:spMk id="12" creationId="{865F673B-DB9F-AF8A-2AE2-6B46AA5B9925}"/>
          </ac:spMkLst>
        </pc:spChg>
        <pc:spChg chg="mod">
          <ac:chgData name="YIP Pak Kei" userId="84071794-bab4-4b42-9f59-0a1beb5d37e7" providerId="ADAL" clId="{327E37EB-F7D8-42A2-B640-10DB968EB23A}" dt="2025-09-29T00:10:54.083" v="2583" actId="20577"/>
          <ac:spMkLst>
            <pc:docMk/>
            <pc:sldMk cId="1988712180" sldId="553"/>
            <ac:spMk id="13" creationId="{CEB235B2-DF76-781C-2B0A-AF838924BDF3}"/>
          </ac:spMkLst>
        </pc:spChg>
        <pc:spChg chg="mod">
          <ac:chgData name="YIP Pak Kei" userId="84071794-bab4-4b42-9f59-0a1beb5d37e7" providerId="ADAL" clId="{327E37EB-F7D8-42A2-B640-10DB968EB23A}" dt="2025-09-29T04:27:46.731" v="3966" actId="1035"/>
          <ac:spMkLst>
            <pc:docMk/>
            <pc:sldMk cId="1988712180" sldId="553"/>
            <ac:spMk id="16" creationId="{2DC96FD7-E07C-E489-DE0B-F1F61F7BB589}"/>
          </ac:spMkLst>
        </pc:spChg>
        <pc:spChg chg="mod">
          <ac:chgData name="YIP Pak Kei" userId="84071794-bab4-4b42-9f59-0a1beb5d37e7" providerId="ADAL" clId="{327E37EB-F7D8-42A2-B640-10DB968EB23A}" dt="2025-09-29T04:27:46.731" v="3966" actId="1035"/>
          <ac:spMkLst>
            <pc:docMk/>
            <pc:sldMk cId="1988712180" sldId="553"/>
            <ac:spMk id="28" creationId="{5F98D07B-8668-2E90-AD85-37F89086B179}"/>
          </ac:spMkLst>
        </pc:spChg>
        <pc:spChg chg="add del">
          <ac:chgData name="YIP Pak Kei" userId="84071794-bab4-4b42-9f59-0a1beb5d37e7" providerId="ADAL" clId="{327E37EB-F7D8-42A2-B640-10DB968EB23A}" dt="2025-09-28T12:51:33.018" v="2333" actId="478"/>
          <ac:spMkLst>
            <pc:docMk/>
            <pc:sldMk cId="1988712180" sldId="553"/>
            <ac:spMk id="32" creationId="{797BFA78-C0EA-FF53-AECC-33AEA091A980}"/>
          </ac:spMkLst>
        </pc:spChg>
        <pc:spChg chg="mod">
          <ac:chgData name="YIP Pak Kei" userId="84071794-bab4-4b42-9f59-0a1beb5d37e7" providerId="ADAL" clId="{327E37EB-F7D8-42A2-B640-10DB968EB23A}" dt="2025-09-28T11:55:22.723" v="925" actId="207"/>
          <ac:spMkLst>
            <pc:docMk/>
            <pc:sldMk cId="1988712180" sldId="553"/>
            <ac:spMk id="33" creationId="{1C28BB03-266E-9AAD-DC09-CC50EC52F46D}"/>
          </ac:spMkLst>
        </pc:spChg>
        <pc:spChg chg="mod">
          <ac:chgData name="YIP Pak Kei" userId="84071794-bab4-4b42-9f59-0a1beb5d37e7" providerId="ADAL" clId="{327E37EB-F7D8-42A2-B640-10DB968EB23A}" dt="2025-09-29T04:27:46.731" v="3966" actId="1035"/>
          <ac:spMkLst>
            <pc:docMk/>
            <pc:sldMk cId="1988712180" sldId="553"/>
            <ac:spMk id="50" creationId="{6888A91E-D056-68D1-050B-276B4209E1B6}"/>
          </ac:spMkLst>
        </pc:spChg>
        <pc:spChg chg="mod">
          <ac:chgData name="YIP Pak Kei" userId="84071794-bab4-4b42-9f59-0a1beb5d37e7" providerId="ADAL" clId="{327E37EB-F7D8-42A2-B640-10DB968EB23A}" dt="2025-09-29T04:32:30.257" v="4041" actId="1036"/>
          <ac:spMkLst>
            <pc:docMk/>
            <pc:sldMk cId="1988712180" sldId="553"/>
            <ac:spMk id="78" creationId="{616D25D4-BA93-7090-2956-84B57FAEF94A}"/>
          </ac:spMkLst>
        </pc:spChg>
        <pc:spChg chg="mod">
          <ac:chgData name="YIP Pak Kei" userId="84071794-bab4-4b42-9f59-0a1beb5d37e7" providerId="ADAL" clId="{327E37EB-F7D8-42A2-B640-10DB968EB23A}" dt="2025-09-29T04:32:30.257" v="4041" actId="1036"/>
          <ac:spMkLst>
            <pc:docMk/>
            <pc:sldMk cId="1988712180" sldId="553"/>
            <ac:spMk id="79" creationId="{CDE50E9A-D3CC-87E8-4E22-0578A5915422}"/>
          </ac:spMkLst>
        </pc:spChg>
        <pc:spChg chg="mod">
          <ac:chgData name="YIP Pak Kei" userId="84071794-bab4-4b42-9f59-0a1beb5d37e7" providerId="ADAL" clId="{327E37EB-F7D8-42A2-B640-10DB968EB23A}" dt="2025-09-29T04:27:46.731" v="3966" actId="1035"/>
          <ac:spMkLst>
            <pc:docMk/>
            <pc:sldMk cId="1988712180" sldId="553"/>
            <ac:spMk id="80" creationId="{0DC9084C-F2E1-C654-5C54-ACEF471D8BE8}"/>
          </ac:spMkLst>
        </pc:spChg>
        <pc:spChg chg="mod">
          <ac:chgData name="YIP Pak Kei" userId="84071794-bab4-4b42-9f59-0a1beb5d37e7" providerId="ADAL" clId="{327E37EB-F7D8-42A2-B640-10DB968EB23A}" dt="2025-09-29T05:05:53.464" v="4364"/>
          <ac:spMkLst>
            <pc:docMk/>
            <pc:sldMk cId="1988712180" sldId="553"/>
            <ac:spMk id="82" creationId="{590EA18D-BA5C-8FE9-2939-917DC09B0632}"/>
          </ac:spMkLst>
        </pc:spChg>
        <pc:spChg chg="mod">
          <ac:chgData name="YIP Pak Kei" userId="84071794-bab4-4b42-9f59-0a1beb5d37e7" providerId="ADAL" clId="{327E37EB-F7D8-42A2-B640-10DB968EB23A}" dt="2025-09-29T04:27:46.731" v="3966" actId="1035"/>
          <ac:spMkLst>
            <pc:docMk/>
            <pc:sldMk cId="1988712180" sldId="553"/>
            <ac:spMk id="86" creationId="{29CAC6A8-419B-0B6F-EBCB-692F53636523}"/>
          </ac:spMkLst>
        </pc:spChg>
        <pc:spChg chg="mod">
          <ac:chgData name="YIP Pak Kei" userId="84071794-bab4-4b42-9f59-0a1beb5d37e7" providerId="ADAL" clId="{327E37EB-F7D8-42A2-B640-10DB968EB23A}" dt="2025-09-28T14:40:42.427" v="2353" actId="14826"/>
          <ac:spMkLst>
            <pc:docMk/>
            <pc:sldMk cId="1988712180" sldId="553"/>
            <ac:spMk id="103" creationId="{F5E9EAE5-38EE-6708-5090-AE12ED534252}"/>
          </ac:spMkLst>
        </pc:spChg>
        <pc:spChg chg="mod">
          <ac:chgData name="YIP Pak Kei" userId="84071794-bab4-4b42-9f59-0a1beb5d37e7" providerId="ADAL" clId="{327E37EB-F7D8-42A2-B640-10DB968EB23A}" dt="2025-09-29T04:26:40.440" v="3948" actId="207"/>
          <ac:spMkLst>
            <pc:docMk/>
            <pc:sldMk cId="1988712180" sldId="553"/>
            <ac:spMk id="104" creationId="{0462E756-1644-8894-B0D5-F389C2615F79}"/>
          </ac:spMkLst>
        </pc:spChg>
        <pc:spChg chg="mod">
          <ac:chgData name="YIP Pak Kei" userId="84071794-bab4-4b42-9f59-0a1beb5d37e7" providerId="ADAL" clId="{327E37EB-F7D8-42A2-B640-10DB968EB23A}" dt="2025-09-28T14:40:42.427" v="2353" actId="14826"/>
          <ac:spMkLst>
            <pc:docMk/>
            <pc:sldMk cId="1988712180" sldId="553"/>
            <ac:spMk id="105" creationId="{E14BD359-4282-FD52-9078-9227D35E262A}"/>
          </ac:spMkLst>
        </pc:spChg>
        <pc:spChg chg="mod">
          <ac:chgData name="YIP Pak Kei" userId="84071794-bab4-4b42-9f59-0a1beb5d37e7" providerId="ADAL" clId="{327E37EB-F7D8-42A2-B640-10DB968EB23A}" dt="2025-09-28T14:40:42.427" v="2353" actId="14826"/>
          <ac:spMkLst>
            <pc:docMk/>
            <pc:sldMk cId="1988712180" sldId="553"/>
            <ac:spMk id="106" creationId="{D94826DC-4EDC-AB36-CCDE-09AC9407E7AC}"/>
          </ac:spMkLst>
        </pc:spChg>
        <pc:spChg chg="mod">
          <ac:chgData name="YIP Pak Kei" userId="84071794-bab4-4b42-9f59-0a1beb5d37e7" providerId="ADAL" clId="{327E37EB-F7D8-42A2-B640-10DB968EB23A}" dt="2025-09-28T14:40:42.427" v="2353" actId="14826"/>
          <ac:spMkLst>
            <pc:docMk/>
            <pc:sldMk cId="1988712180" sldId="553"/>
            <ac:spMk id="113" creationId="{3AD6055A-D1AB-1D07-51D0-C60768234C2C}"/>
          </ac:spMkLst>
        </pc:spChg>
        <pc:spChg chg="add">
          <ac:chgData name="YIP Pak Kei" userId="84071794-bab4-4b42-9f59-0a1beb5d37e7" providerId="ADAL" clId="{327E37EB-F7D8-42A2-B640-10DB968EB23A}" dt="2025-09-29T00:03:00.947" v="2467"/>
          <ac:spMkLst>
            <pc:docMk/>
            <pc:sldMk cId="1988712180" sldId="553"/>
            <ac:spMk id="114" creationId="{A8F8309D-E41E-481C-1D7E-C3A5532C390A}"/>
          </ac:spMkLst>
        </pc:spChg>
        <pc:spChg chg="add">
          <ac:chgData name="YIP Pak Kei" userId="84071794-bab4-4b42-9f59-0a1beb5d37e7" providerId="ADAL" clId="{327E37EB-F7D8-42A2-B640-10DB968EB23A}" dt="2025-09-29T00:03:10.823" v="2468"/>
          <ac:spMkLst>
            <pc:docMk/>
            <pc:sldMk cId="1988712180" sldId="553"/>
            <ac:spMk id="115" creationId="{0A4D52D9-F9DF-3FD2-D802-B2211B39674D}"/>
          </ac:spMkLst>
        </pc:spChg>
        <pc:spChg chg="mod">
          <ac:chgData name="YIP Pak Kei" userId="84071794-bab4-4b42-9f59-0a1beb5d37e7" providerId="ADAL" clId="{327E37EB-F7D8-42A2-B640-10DB968EB23A}" dt="2025-09-29T04:27:46.731" v="3966" actId="1035"/>
          <ac:spMkLst>
            <pc:docMk/>
            <pc:sldMk cId="1988712180" sldId="553"/>
            <ac:spMk id="118" creationId="{9A3C6896-56FA-B43F-C2F2-D370BC58373E}"/>
          </ac:spMkLst>
        </pc:spChg>
        <pc:grpChg chg="del mod">
          <ac:chgData name="YIP Pak Kei" userId="84071794-bab4-4b42-9f59-0a1beb5d37e7" providerId="ADAL" clId="{327E37EB-F7D8-42A2-B640-10DB968EB23A}" dt="2025-09-28T12:51:41.138" v="2335" actId="478"/>
          <ac:grpSpMkLst>
            <pc:docMk/>
            <pc:sldMk cId="1988712180" sldId="553"/>
            <ac:grpSpMk id="31" creationId="{418F9526-E07E-0A4E-0C0C-706E6B80C825}"/>
          </ac:grpSpMkLst>
        </pc:grpChg>
        <pc:grpChg chg="mod">
          <ac:chgData name="YIP Pak Kei" userId="84071794-bab4-4b42-9f59-0a1beb5d37e7" providerId="ADAL" clId="{327E37EB-F7D8-42A2-B640-10DB968EB23A}" dt="2025-09-28T14:40:57.774" v="2365" actId="1038"/>
          <ac:grpSpMkLst>
            <pc:docMk/>
            <pc:sldMk cId="1988712180" sldId="553"/>
            <ac:grpSpMk id="102" creationId="{D5EC90C4-0465-E7EC-CA69-832AD1CBDBA7}"/>
          </ac:grpSpMkLst>
        </pc:grpChg>
        <pc:picChg chg="add mod">
          <ac:chgData name="YIP Pak Kei" userId="84071794-bab4-4b42-9f59-0a1beb5d37e7" providerId="ADAL" clId="{327E37EB-F7D8-42A2-B640-10DB968EB23A}" dt="2025-09-29T04:32:38.100" v="4042" actId="1076"/>
          <ac:picMkLst>
            <pc:docMk/>
            <pc:sldMk cId="1988712180" sldId="553"/>
            <ac:picMk id="6" creationId="{334AC401-A68B-4AC3-C2A1-B83AA2EEF331}"/>
          </ac:picMkLst>
        </pc:picChg>
        <pc:picChg chg="mod">
          <ac:chgData name="YIP Pak Kei" userId="84071794-bab4-4b42-9f59-0a1beb5d37e7" providerId="ADAL" clId="{327E37EB-F7D8-42A2-B640-10DB968EB23A}" dt="2025-09-28T11:55:28.521" v="926" actId="207"/>
          <ac:picMkLst>
            <pc:docMk/>
            <pc:sldMk cId="1988712180" sldId="553"/>
            <ac:picMk id="36" creationId="{0F848823-3882-A6D0-C5DF-80AEA26ACC25}"/>
          </ac:picMkLst>
        </pc:picChg>
        <pc:picChg chg="mod">
          <ac:chgData name="YIP Pak Kei" userId="84071794-bab4-4b42-9f59-0a1beb5d37e7" providerId="ADAL" clId="{327E37EB-F7D8-42A2-B640-10DB968EB23A}" dt="2025-09-28T14:40:42.427" v="2353" actId="14826"/>
          <ac:picMkLst>
            <pc:docMk/>
            <pc:sldMk cId="1988712180" sldId="553"/>
            <ac:picMk id="107" creationId="{4078EE58-3D2A-E89A-7180-450A4777118A}"/>
          </ac:picMkLst>
        </pc:picChg>
        <pc:picChg chg="mod">
          <ac:chgData name="YIP Pak Kei" userId="84071794-bab4-4b42-9f59-0a1beb5d37e7" providerId="ADAL" clId="{327E37EB-F7D8-42A2-B640-10DB968EB23A}" dt="2025-09-28T14:40:42.427" v="2353" actId="14826"/>
          <ac:picMkLst>
            <pc:docMk/>
            <pc:sldMk cId="1988712180" sldId="553"/>
            <ac:picMk id="108" creationId="{8C5E1CA6-D9E7-9FE8-F547-EA50A0ADC3F6}"/>
          </ac:picMkLst>
        </pc:picChg>
        <pc:picChg chg="mod">
          <ac:chgData name="YIP Pak Kei" userId="84071794-bab4-4b42-9f59-0a1beb5d37e7" providerId="ADAL" clId="{327E37EB-F7D8-42A2-B640-10DB968EB23A}" dt="2025-09-28T14:40:42.427" v="2353" actId="14826"/>
          <ac:picMkLst>
            <pc:docMk/>
            <pc:sldMk cId="1988712180" sldId="553"/>
            <ac:picMk id="109" creationId="{7CCBCEA1-DB6C-1D2E-3824-E16576BD75CE}"/>
          </ac:picMkLst>
        </pc:picChg>
        <pc:picChg chg="mod">
          <ac:chgData name="YIP Pak Kei" userId="84071794-bab4-4b42-9f59-0a1beb5d37e7" providerId="ADAL" clId="{327E37EB-F7D8-42A2-B640-10DB968EB23A}" dt="2025-09-28T14:40:42.427" v="2353" actId="14826"/>
          <ac:picMkLst>
            <pc:docMk/>
            <pc:sldMk cId="1988712180" sldId="553"/>
            <ac:picMk id="110" creationId="{B7CA5279-7E70-9689-9B77-2653DA775DB7}"/>
          </ac:picMkLst>
        </pc:picChg>
        <pc:picChg chg="mod">
          <ac:chgData name="YIP Pak Kei" userId="84071794-bab4-4b42-9f59-0a1beb5d37e7" providerId="ADAL" clId="{327E37EB-F7D8-42A2-B640-10DB968EB23A}" dt="2025-09-28T14:41:02.499" v="2366" actId="1038"/>
          <ac:picMkLst>
            <pc:docMk/>
            <pc:sldMk cId="1988712180" sldId="553"/>
            <ac:picMk id="112" creationId="{30C5DB83-3A58-1C10-55F9-7D081A362BE2}"/>
          </ac:picMkLst>
        </pc:picChg>
        <pc:cxnChg chg="mod">
          <ac:chgData name="YIP Pak Kei" userId="84071794-bab4-4b42-9f59-0a1beb5d37e7" providerId="ADAL" clId="{327E37EB-F7D8-42A2-B640-10DB968EB23A}" dt="2025-09-29T00:11:10.963" v="2589" actId="1036"/>
          <ac:cxnSpMkLst>
            <pc:docMk/>
            <pc:sldMk cId="1988712180" sldId="553"/>
            <ac:cxnSpMk id="83" creationId="{26DE4949-9619-A091-743E-7C91C4E096E7}"/>
          </ac:cxnSpMkLst>
        </pc:cxnChg>
        <pc:cxnChg chg="mod">
          <ac:chgData name="YIP Pak Kei" userId="84071794-bab4-4b42-9f59-0a1beb5d37e7" providerId="ADAL" clId="{327E37EB-F7D8-42A2-B640-10DB968EB23A}" dt="2025-09-29T04:32:30.257" v="4041" actId="1036"/>
          <ac:cxnSpMkLst>
            <pc:docMk/>
            <pc:sldMk cId="1988712180" sldId="553"/>
            <ac:cxnSpMk id="88" creationId="{92FC1058-8D29-ACA4-2A7B-A5C0D8BD89E6}"/>
          </ac:cxnSpMkLst>
        </pc:cxnChg>
      </pc:sldChg>
      <pc:sldChg chg="new del">
        <pc:chgData name="YIP Pak Kei" userId="84071794-bab4-4b42-9f59-0a1beb5d37e7" providerId="ADAL" clId="{327E37EB-F7D8-42A2-B640-10DB968EB23A}" dt="2025-09-28T16:38:50.020" v="2378" actId="680"/>
        <pc:sldMkLst>
          <pc:docMk/>
          <pc:sldMk cId="573595089" sldId="554"/>
        </pc:sldMkLst>
      </pc:sldChg>
      <pc:sldChg chg="new del">
        <pc:chgData name="YIP Pak Kei" userId="84071794-bab4-4b42-9f59-0a1beb5d37e7" providerId="ADAL" clId="{327E37EB-F7D8-42A2-B640-10DB968EB23A}" dt="2025-09-28T16:38:13.308" v="2376" actId="680"/>
        <pc:sldMkLst>
          <pc:docMk/>
          <pc:sldMk cId="3540126451" sldId="554"/>
        </pc:sldMkLst>
      </pc:sldChg>
      <pc:sldChg chg="new del">
        <pc:chgData name="YIP Pak Kei" userId="84071794-bab4-4b42-9f59-0a1beb5d37e7" providerId="ADAL" clId="{327E37EB-F7D8-42A2-B640-10DB968EB23A}" dt="2025-09-28T16:38:06.391" v="2374" actId="680"/>
        <pc:sldMkLst>
          <pc:docMk/>
          <pc:sldMk cId="4133777469" sldId="55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dirty="0"/>
              <a:t>DPD: 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zh-HK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 rate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0.17</c:v>
                </c:pt>
                <c:pt idx="5">
                  <c:v>0.28000000000000003</c:v>
                </c:pt>
                <c:pt idx="6">
                  <c:v>0.28000000000000003</c:v>
                </c:pt>
                <c:pt idx="7">
                  <c:v>0.28000000000000003</c:v>
                </c:pt>
                <c:pt idx="8">
                  <c:v>0.28000000000000003</c:v>
                </c:pt>
                <c:pt idx="9">
                  <c:v>0.28000000000000003</c:v>
                </c:pt>
                <c:pt idx="10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F7-4D27-B2A3-95286ED58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28601792"/>
        <c:axId val="1628600832"/>
      </c:lineChart>
      <c:catAx>
        <c:axId val="1628601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dirty="0"/>
                  <a:t>Mob (Months on Book)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H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HK"/>
          </a:p>
        </c:txPr>
        <c:crossAx val="1628600832"/>
        <c:crosses val="autoZero"/>
        <c:auto val="1"/>
        <c:lblAlgn val="ctr"/>
        <c:lblOffset val="100"/>
        <c:tickMarkSkip val="1"/>
        <c:noMultiLvlLbl val="0"/>
      </c:catAx>
      <c:valAx>
        <c:axId val="1628600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dirty="0"/>
                  <a:t>Bad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H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HK"/>
          </a:p>
        </c:txPr>
        <c:crossAx val="1628601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zh-HK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DPD: 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zh-HK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 rate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0.17</c:v>
                </c:pt>
                <c:pt idx="5">
                  <c:v>0.28000000000000003</c:v>
                </c:pt>
                <c:pt idx="6">
                  <c:v>0.28000000000000003</c:v>
                </c:pt>
                <c:pt idx="7">
                  <c:v>0.28000000000000003</c:v>
                </c:pt>
                <c:pt idx="8">
                  <c:v>0.28000000000000003</c:v>
                </c:pt>
                <c:pt idx="9">
                  <c:v>0.28000000000000003</c:v>
                </c:pt>
                <c:pt idx="10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70-4C5B-A162-1C906F6E0F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28601792"/>
        <c:axId val="1628600832"/>
      </c:lineChart>
      <c:catAx>
        <c:axId val="1628601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Mob (Months on Book)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H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HK"/>
          </a:p>
        </c:txPr>
        <c:crossAx val="1628600832"/>
        <c:crosses val="autoZero"/>
        <c:auto val="1"/>
        <c:lblAlgn val="ctr"/>
        <c:lblOffset val="100"/>
        <c:tickMarkSkip val="1"/>
        <c:noMultiLvlLbl val="0"/>
      </c:catAx>
      <c:valAx>
        <c:axId val="1628600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Bad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H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HK"/>
          </a:p>
        </c:txPr>
        <c:crossAx val="1628601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zh-H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181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4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7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3"/>
            <a:ext cx="12218983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41"/>
            <a:ext cx="12218983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1" y="1163359"/>
            <a:ext cx="6858000" cy="4531279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2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81" y="1582291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63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2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4"/>
            <a:ext cx="2674795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6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5"/>
            <a:ext cx="2769195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4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2" y="5019503"/>
            <a:ext cx="9676771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5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7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3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2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5" y="5650994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1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2"/>
            <a:ext cx="12218983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1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80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1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1" y="7399"/>
            <a:ext cx="4758727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40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1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1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7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8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9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9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4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6" y="2715966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9" y="2721006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8" y="2716979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7" y="2726017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21" y="2718522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5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3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7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3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2" y="2543132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594" indent="-228594">
              <a:defRPr sz="1800"/>
            </a:lvl1pPr>
            <a:lvl2pPr indent="-228594">
              <a:defRPr sz="1600"/>
            </a:lvl2pPr>
            <a:lvl3pPr indent="-228594">
              <a:defRPr sz="1400"/>
            </a:lvl3pPr>
            <a:lvl4pPr indent="-228594">
              <a:defRPr sz="1200"/>
            </a:lvl4pPr>
            <a:lvl5pPr indent="-228594">
              <a:defRPr sz="1200"/>
            </a:lvl5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594" indent="-228594">
              <a:defRPr sz="1800"/>
            </a:lvl1pPr>
            <a:lvl2pPr indent="-228594">
              <a:defRPr sz="1600"/>
            </a:lvl2pPr>
            <a:lvl3pPr indent="-228594">
              <a:defRPr sz="1400"/>
            </a:lvl3pPr>
            <a:lvl4pPr indent="-228594">
              <a:defRPr sz="1200"/>
            </a:lvl4pPr>
            <a:lvl5pPr indent="-228594">
              <a:defRPr sz="1200"/>
            </a:lvl5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7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8" y="7664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3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8" y="2730131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594" indent="-228594">
              <a:defRPr sz="1800"/>
            </a:lvl1pPr>
            <a:lvl2pPr indent="-228594">
              <a:defRPr sz="1600"/>
            </a:lvl2pPr>
            <a:lvl3pPr indent="-228594">
              <a:defRPr sz="1400"/>
            </a:lvl3pPr>
            <a:lvl4pPr indent="-228594">
              <a:defRPr sz="1200"/>
            </a:lvl4pPr>
            <a:lvl5pPr indent="-228594">
              <a:defRPr sz="1200"/>
            </a:lvl5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594" indent="-228594">
              <a:defRPr sz="1800"/>
            </a:lvl1pPr>
            <a:lvl2pPr indent="-228594">
              <a:defRPr sz="1600"/>
            </a:lvl2pPr>
            <a:lvl3pPr indent="-228594">
              <a:defRPr sz="1400"/>
            </a:lvl3pPr>
            <a:lvl4pPr indent="-228594">
              <a:defRPr sz="1200"/>
            </a:lvl4pPr>
            <a:lvl5pPr indent="-228594">
              <a:defRPr sz="1200"/>
            </a:lvl5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1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594" indent="-228594">
              <a:defRPr sz="1800"/>
            </a:lvl1pPr>
            <a:lvl2pPr indent="-228594">
              <a:defRPr sz="1600"/>
            </a:lvl2pPr>
            <a:lvl3pPr indent="-228594">
              <a:defRPr sz="1400"/>
            </a:lvl3pPr>
            <a:lvl4pPr indent="-228594">
              <a:defRPr sz="1200"/>
            </a:lvl4pPr>
            <a:lvl5pPr indent="-228594">
              <a:defRPr sz="1200"/>
            </a:lvl5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8" y="2349816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8" y="2349816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8" y="2349816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3" y="2349816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9" y="4055524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2" y="185364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7" y="4055277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1" y="4066157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2" y="4056368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30" y="1861864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7" y="1855812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5" y="1846022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3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3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3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3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1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3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3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3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3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3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3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3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altLang="zh-HK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1" y="3079991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5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4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2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3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71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6"/>
            <a:ext cx="6858000" cy="4953951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1" y="1513892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7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HK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HK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1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94" indent="-347463" algn="l" defTabSz="914377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783" indent="-347463" algn="l" defTabSz="914377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2971" indent="-347463" algn="l" defTabSz="914377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160" indent="-347463" algn="l" defTabSz="914377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349" indent="-347463" algn="l" defTabSz="914377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nio.com/media/bank-buy-cash-investment-loa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sv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14.svg"/><Relationship Id="rId21" Type="http://schemas.openxmlformats.org/officeDocument/2006/relationships/image" Target="../media/image31.svg"/><Relationship Id="rId7" Type="http://schemas.openxmlformats.org/officeDocument/2006/relationships/image" Target="../media/image18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5" Type="http://schemas.openxmlformats.org/officeDocument/2006/relationships/image" Target="../media/image35.svg"/><Relationship Id="rId2" Type="http://schemas.openxmlformats.org/officeDocument/2006/relationships/image" Target="../media/image13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11" Type="http://schemas.openxmlformats.org/officeDocument/2006/relationships/image" Target="../media/image21.svg"/><Relationship Id="rId24" Type="http://schemas.openxmlformats.org/officeDocument/2006/relationships/image" Target="../media/image34.png"/><Relationship Id="rId5" Type="http://schemas.openxmlformats.org/officeDocument/2006/relationships/image" Target="../media/image16.svg"/><Relationship Id="rId15" Type="http://schemas.openxmlformats.org/officeDocument/2006/relationships/image" Target="../media/image25.svg"/><Relationship Id="rId23" Type="http://schemas.openxmlformats.org/officeDocument/2006/relationships/image" Target="../media/image33.svg"/><Relationship Id="rId10" Type="http://schemas.openxmlformats.org/officeDocument/2006/relationships/image" Target="../media/image9.png"/><Relationship Id="rId19" Type="http://schemas.openxmlformats.org/officeDocument/2006/relationships/image" Target="../media/image29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5.svg"/><Relationship Id="rId18" Type="http://schemas.openxmlformats.org/officeDocument/2006/relationships/image" Target="../media/image11.png"/><Relationship Id="rId3" Type="http://schemas.openxmlformats.org/officeDocument/2006/relationships/image" Target="../media/image14.svg"/><Relationship Id="rId21" Type="http://schemas.openxmlformats.org/officeDocument/2006/relationships/image" Target="../media/image39.svg"/><Relationship Id="rId7" Type="http://schemas.openxmlformats.org/officeDocument/2006/relationships/image" Target="../media/image21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3.png"/><Relationship Id="rId16" Type="http://schemas.openxmlformats.org/officeDocument/2006/relationships/image" Target="../media/image28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11" Type="http://schemas.openxmlformats.org/officeDocument/2006/relationships/image" Target="../media/image35.svg"/><Relationship Id="rId5" Type="http://schemas.openxmlformats.org/officeDocument/2006/relationships/image" Target="../media/image20.svg"/><Relationship Id="rId15" Type="http://schemas.openxmlformats.org/officeDocument/2006/relationships/image" Target="../media/image27.svg"/><Relationship Id="rId10" Type="http://schemas.openxmlformats.org/officeDocument/2006/relationships/image" Target="../media/image34.png"/><Relationship Id="rId19" Type="http://schemas.openxmlformats.org/officeDocument/2006/relationships/image" Target="../media/image12.svg"/><Relationship Id="rId4" Type="http://schemas.openxmlformats.org/officeDocument/2006/relationships/image" Target="../media/image19.png"/><Relationship Id="rId9" Type="http://schemas.openxmlformats.org/officeDocument/2006/relationships/image" Target="../media/image33.sv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4.svg"/><Relationship Id="rId3" Type="http://schemas.openxmlformats.org/officeDocument/2006/relationships/image" Target="../media/image20.svg"/><Relationship Id="rId7" Type="http://schemas.openxmlformats.org/officeDocument/2006/relationships/image" Target="../media/image16.svg"/><Relationship Id="rId12" Type="http://schemas.openxmlformats.org/officeDocument/2006/relationships/image" Target="../media/image13.png"/><Relationship Id="rId17" Type="http://schemas.openxmlformats.org/officeDocument/2006/relationships/image" Target="../media/image41.svg"/><Relationship Id="rId2" Type="http://schemas.openxmlformats.org/officeDocument/2006/relationships/image" Target="../media/image19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11" Type="http://schemas.openxmlformats.org/officeDocument/2006/relationships/image" Target="../media/image37.svg"/><Relationship Id="rId5" Type="http://schemas.openxmlformats.org/officeDocument/2006/relationships/image" Target="../media/image21.svg"/><Relationship Id="rId15" Type="http://schemas.openxmlformats.org/officeDocument/2006/relationships/image" Target="../media/image12.svg"/><Relationship Id="rId10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31.svg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7.svg"/><Relationship Id="rId18" Type="http://schemas.openxmlformats.org/officeDocument/2006/relationships/image" Target="../media/image42.svg"/><Relationship Id="rId3" Type="http://schemas.openxmlformats.org/officeDocument/2006/relationships/image" Target="../media/image14.svg"/><Relationship Id="rId21" Type="http://schemas.openxmlformats.org/officeDocument/2006/relationships/image" Target="../media/image45.png"/><Relationship Id="rId7" Type="http://schemas.openxmlformats.org/officeDocument/2006/relationships/image" Target="../media/image39.svg"/><Relationship Id="rId12" Type="http://schemas.openxmlformats.org/officeDocument/2006/relationships/image" Target="../media/image26.png"/><Relationship Id="rId17" Type="http://schemas.openxmlformats.org/officeDocument/2006/relationships/image" Target="../media/image6.svg"/><Relationship Id="rId2" Type="http://schemas.openxmlformats.org/officeDocument/2006/relationships/image" Target="../media/image13.png"/><Relationship Id="rId16" Type="http://schemas.openxmlformats.org/officeDocument/2006/relationships/image" Target="../media/image5.png"/><Relationship Id="rId20" Type="http://schemas.openxmlformats.org/officeDocument/2006/relationships/image" Target="../media/image44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png"/><Relationship Id="rId11" Type="http://schemas.openxmlformats.org/officeDocument/2006/relationships/image" Target="../media/image25.svg"/><Relationship Id="rId5" Type="http://schemas.openxmlformats.org/officeDocument/2006/relationships/image" Target="../media/image12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43.png"/><Relationship Id="rId4" Type="http://schemas.openxmlformats.org/officeDocument/2006/relationships/image" Target="../media/image11.png"/><Relationship Id="rId9" Type="http://schemas.openxmlformats.org/officeDocument/2006/relationships/image" Target="../media/image35.svg"/><Relationship Id="rId14" Type="http://schemas.openxmlformats.org/officeDocument/2006/relationships/image" Target="../media/image28.png"/><Relationship Id="rId22" Type="http://schemas.openxmlformats.org/officeDocument/2006/relationships/image" Target="../media/image4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2.svg"/><Relationship Id="rId18" Type="http://schemas.openxmlformats.org/officeDocument/2006/relationships/image" Target="../media/image50.svg"/><Relationship Id="rId3" Type="http://schemas.openxmlformats.org/officeDocument/2006/relationships/image" Target="../media/image14.svg"/><Relationship Id="rId21" Type="http://schemas.openxmlformats.org/officeDocument/2006/relationships/image" Target="../media/image53.png"/><Relationship Id="rId7" Type="http://schemas.openxmlformats.org/officeDocument/2006/relationships/image" Target="../media/image41.svg"/><Relationship Id="rId12" Type="http://schemas.openxmlformats.org/officeDocument/2006/relationships/image" Target="../media/image11.png"/><Relationship Id="rId17" Type="http://schemas.openxmlformats.org/officeDocument/2006/relationships/image" Target="../media/image49.png"/><Relationship Id="rId2" Type="http://schemas.openxmlformats.org/officeDocument/2006/relationships/image" Target="../media/image13.png"/><Relationship Id="rId16" Type="http://schemas.openxmlformats.org/officeDocument/2006/relationships/chart" Target="../charts/chart1.xml"/><Relationship Id="rId20" Type="http://schemas.openxmlformats.org/officeDocument/2006/relationships/image" Target="../media/image52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0.png"/><Relationship Id="rId11" Type="http://schemas.openxmlformats.org/officeDocument/2006/relationships/image" Target="../media/image48.svg"/><Relationship Id="rId24" Type="http://schemas.openxmlformats.org/officeDocument/2006/relationships/image" Target="../media/image46.svg"/><Relationship Id="rId5" Type="http://schemas.openxmlformats.org/officeDocument/2006/relationships/image" Target="../media/image6.svg"/><Relationship Id="rId15" Type="http://schemas.openxmlformats.org/officeDocument/2006/relationships/image" Target="../media/image37.svg"/><Relationship Id="rId23" Type="http://schemas.openxmlformats.org/officeDocument/2006/relationships/image" Target="../media/image45.png"/><Relationship Id="rId10" Type="http://schemas.openxmlformats.org/officeDocument/2006/relationships/image" Target="../media/image47.png"/><Relationship Id="rId19" Type="http://schemas.openxmlformats.org/officeDocument/2006/relationships/image" Target="../media/image51.png"/><Relationship Id="rId4" Type="http://schemas.openxmlformats.org/officeDocument/2006/relationships/image" Target="../media/image5.png"/><Relationship Id="rId9" Type="http://schemas.openxmlformats.org/officeDocument/2006/relationships/image" Target="../media/image31.svg"/><Relationship Id="rId14" Type="http://schemas.openxmlformats.org/officeDocument/2006/relationships/image" Target="../media/image36.png"/><Relationship Id="rId22" Type="http://schemas.openxmlformats.org/officeDocument/2006/relationships/image" Target="../media/image5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Loan Risk Data Pipeline (Bronze → Silver → Gold)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CS611 Assignment 1: Data Processing </a:t>
            </a:r>
            <a:r>
              <a:rPr lang="en-US" dirty="0" err="1"/>
              <a:t>Piplelines</a:t>
            </a:r>
            <a:endParaRPr lang="en-US" dirty="0"/>
          </a:p>
          <a:p>
            <a:r>
              <a:rPr lang="en-US" dirty="0"/>
              <a:t>Yip Pak Kei</a:t>
            </a:r>
          </a:p>
          <a:p>
            <a:r>
              <a:rPr lang="en-US" dirty="0"/>
              <a:t>October 2026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831" y="822960"/>
            <a:ext cx="8878824" cy="1069848"/>
          </a:xfrm>
        </p:spPr>
        <p:txBody>
          <a:bodyPr/>
          <a:lstStyle/>
          <a:p>
            <a:r>
              <a:rPr lang="en-US" dirty="0"/>
              <a:t>Why Build This Pipeline?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0852F-3FB7-6D2E-F6AC-1F6B9CAD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bank issues cash loans.</a:t>
            </a:r>
          </a:p>
          <a:p>
            <a:r>
              <a:rPr lang="en-US" dirty="0"/>
              <a:t>Need to predict loan default risk at the point of application.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Reduce credit losses.</a:t>
            </a:r>
          </a:p>
          <a:p>
            <a:pPr lvl="1"/>
            <a:r>
              <a:rPr lang="en-US" dirty="0"/>
              <a:t>Support responsible lending.</a:t>
            </a:r>
          </a:p>
          <a:p>
            <a:pPr lvl="1"/>
            <a:r>
              <a:rPr lang="en-US" dirty="0"/>
              <a:t>Improve regulatory compliance.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F7BD8-DA37-58AB-1F45-D0F045DF4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Technical Objective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24F2AAC-B18D-1D49-15F1-2D6910166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1" y="2743200"/>
            <a:ext cx="5241175" cy="2578608"/>
          </a:xfrm>
        </p:spPr>
        <p:txBody>
          <a:bodyPr/>
          <a:lstStyle/>
          <a:p>
            <a:pPr>
              <a:defRPr sz="1800"/>
            </a:pPr>
            <a:r>
              <a:rPr lang="en-US" altLang="zh-HK" dirty="0"/>
              <a:t>Build a structured, reproducible and auditable data pipeline following medallion architecture.</a:t>
            </a:r>
          </a:p>
          <a:p>
            <a:pPr>
              <a:defRPr sz="1800"/>
            </a:pPr>
            <a:r>
              <a:rPr lang="en-US" altLang="zh-HK" dirty="0"/>
              <a:t>Outputs:</a:t>
            </a:r>
          </a:p>
          <a:p>
            <a:pPr lvl="1">
              <a:defRPr sz="1800"/>
            </a:pPr>
            <a:r>
              <a:rPr lang="en-US" altLang="zh-HK" dirty="0"/>
              <a:t>Feature Store (Gold): model-ready features.</a:t>
            </a:r>
          </a:p>
          <a:p>
            <a:pPr lvl="1">
              <a:defRPr sz="1800"/>
            </a:pPr>
            <a:r>
              <a:rPr lang="en-US" altLang="zh-HK" dirty="0"/>
              <a:t>Label Store (Gold): default labels</a:t>
            </a:r>
          </a:p>
          <a:p>
            <a:pPr>
              <a:defRPr sz="1800"/>
            </a:pPr>
            <a:r>
              <a:rPr lang="en-US" altLang="zh-HK" dirty="0"/>
              <a:t>Ensure:</a:t>
            </a:r>
          </a:p>
          <a:p>
            <a:pPr lvl="1">
              <a:defRPr sz="1800"/>
            </a:pPr>
            <a:r>
              <a:rPr lang="en-US" altLang="zh-HK" dirty="0"/>
              <a:t>Clean, consistent data</a:t>
            </a:r>
          </a:p>
          <a:p>
            <a:pPr lvl="1">
              <a:defRPr sz="1800"/>
            </a:pPr>
            <a:r>
              <a:rPr lang="en-US" altLang="zh-HK" dirty="0"/>
              <a:t>Scalable for future loan risk ML models</a:t>
            </a:r>
          </a:p>
          <a:p>
            <a:pPr lvl="1">
              <a:defRPr sz="1800"/>
            </a:pPr>
            <a:r>
              <a:rPr lang="en-US" altLang="zh-HK" dirty="0"/>
              <a:t>Traceable from raw to Model.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  <p:pic>
        <p:nvPicPr>
          <p:cNvPr id="16" name="Graphic 15" descr="Target with solid fill">
            <a:extLst>
              <a:ext uri="{FF2B5EF4-FFF2-40B4-BE49-F238E27FC236}">
                <a16:creationId xmlns:a16="http://schemas.microsoft.com/office/drawing/2014/main" id="{C96E723F-5581-A138-C871-CF19669A1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8918" y="11143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4A991-FA54-E99A-8E9C-AD254AD1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6575217-11E2-0A22-5994-CE479FED1E8D}"/>
              </a:ext>
            </a:extLst>
          </p:cNvPr>
          <p:cNvSpPr>
            <a:spLocks/>
          </p:cNvSpPr>
          <p:nvPr/>
        </p:nvSpPr>
        <p:spPr>
          <a:xfrm>
            <a:off x="2846350" y="1932713"/>
            <a:ext cx="6556663" cy="2724912"/>
          </a:xfrm>
          <a:prstGeom prst="roundRect">
            <a:avLst>
              <a:gd name="adj" fmla="val 4827"/>
            </a:avLst>
          </a:prstGeom>
          <a:solidFill>
            <a:schemeClr val="bg1">
              <a:lumMod val="85000"/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HK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3D0A8-13D2-09F3-219C-38156020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08930"/>
            <a:ext cx="8878824" cy="1069848"/>
          </a:xfrm>
        </p:spPr>
        <p:txBody>
          <a:bodyPr/>
          <a:lstStyle/>
          <a:p>
            <a:r>
              <a:rPr lang="en-US" altLang="zh-HK" dirty="0"/>
              <a:t>Architecture Overview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B8F584-2104-8F4B-AC30-4854E0034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813" y="2501055"/>
            <a:ext cx="1112722" cy="493776"/>
          </a:xfrm>
        </p:spPr>
        <p:txBody>
          <a:bodyPr/>
          <a:lstStyle/>
          <a:p>
            <a:r>
              <a:rPr lang="en-US" altLang="zh-HK" sz="2000" b="0" dirty="0">
                <a:solidFill>
                  <a:srgbClr val="D0B74C"/>
                </a:solidFill>
              </a:rPr>
              <a:t>Bronze</a:t>
            </a:r>
            <a:endParaRPr lang="zh-HK" altLang="en-US" sz="2000" b="0" dirty="0">
              <a:solidFill>
                <a:srgbClr val="D0B74C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CF6EE-8682-36B1-ECCE-78913B4DA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7121" y="5027221"/>
            <a:ext cx="2103417" cy="799440"/>
          </a:xfrm>
        </p:spPr>
        <p:txBody>
          <a:bodyPr/>
          <a:lstStyle/>
          <a:p>
            <a:pPr marL="0" indent="0">
              <a:buNone/>
            </a:pPr>
            <a:r>
              <a:rPr lang="en-US" altLang="zh-HK" sz="1600" dirty="0"/>
              <a:t>“Landing zone” for raw data, no schema needed.</a:t>
            </a:r>
            <a:endParaRPr lang="en-US" sz="1600" dirty="0"/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55B7CD-A9EB-3785-A24B-6B46E4E8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F21D71-404D-D132-09CE-D41451D4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905" y="2883676"/>
            <a:ext cx="781923" cy="781923"/>
          </a:xfrm>
          <a:prstGeom prst="rect">
            <a:avLst/>
          </a:prstGeom>
        </p:spPr>
      </p:pic>
      <p:pic>
        <p:nvPicPr>
          <p:cNvPr id="29" name="Graphic 28" descr="Database with solid fill">
            <a:extLst>
              <a:ext uri="{FF2B5EF4-FFF2-40B4-BE49-F238E27FC236}">
                <a16:creationId xmlns:a16="http://schemas.microsoft.com/office/drawing/2014/main" id="{47F50A4F-1CBF-9C35-4A87-301E351EE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3211" y="2734638"/>
            <a:ext cx="1080000" cy="1080000"/>
          </a:xfrm>
          <a:prstGeom prst="rect">
            <a:avLst/>
          </a:prstGeom>
        </p:spPr>
      </p:pic>
      <p:pic>
        <p:nvPicPr>
          <p:cNvPr id="31" name="Graphic 30" descr="Download from cloud with solid fill">
            <a:extLst>
              <a:ext uri="{FF2B5EF4-FFF2-40B4-BE49-F238E27FC236}">
                <a16:creationId xmlns:a16="http://schemas.microsoft.com/office/drawing/2014/main" id="{C3E09D47-A09A-0D11-CD80-A00D4CA84E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166" y="2742206"/>
            <a:ext cx="686794" cy="686794"/>
          </a:xfrm>
          <a:prstGeom prst="rect">
            <a:avLst/>
          </a:prstGeom>
        </p:spPr>
      </p:pic>
      <p:pic>
        <p:nvPicPr>
          <p:cNvPr id="32" name="Graphic 31" descr="Database with solid fill">
            <a:extLst>
              <a:ext uri="{FF2B5EF4-FFF2-40B4-BE49-F238E27FC236}">
                <a16:creationId xmlns:a16="http://schemas.microsoft.com/office/drawing/2014/main" id="{873F876A-06F5-598F-992B-33F6E253D8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759" y="2734638"/>
            <a:ext cx="1080000" cy="1080000"/>
          </a:xfrm>
          <a:prstGeom prst="rect">
            <a:avLst/>
          </a:prstGeom>
        </p:spPr>
      </p:pic>
      <p:pic>
        <p:nvPicPr>
          <p:cNvPr id="33" name="Graphic 32" descr="Database with solid fill">
            <a:extLst>
              <a:ext uri="{FF2B5EF4-FFF2-40B4-BE49-F238E27FC236}">
                <a16:creationId xmlns:a16="http://schemas.microsoft.com/office/drawing/2014/main" id="{695E9150-95C2-22C7-D564-DEA044708C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98485" y="2734638"/>
            <a:ext cx="1080000" cy="10800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147784-DB73-BD48-397A-DC053B74ADC8}"/>
              </a:ext>
            </a:extLst>
          </p:cNvPr>
          <p:cNvCxnSpPr>
            <a:cxnSpLocks/>
          </p:cNvCxnSpPr>
          <p:nvPr/>
        </p:nvCxnSpPr>
        <p:spPr>
          <a:xfrm>
            <a:off x="4870904" y="3302811"/>
            <a:ext cx="833178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2B1865E-07B4-AF9A-8D45-08DB53FAAA79}"/>
              </a:ext>
            </a:extLst>
          </p:cNvPr>
          <p:cNvSpPr txBox="1">
            <a:spLocks/>
          </p:cNvSpPr>
          <p:nvPr/>
        </p:nvSpPr>
        <p:spPr>
          <a:xfrm>
            <a:off x="5853420" y="2507701"/>
            <a:ext cx="1112722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2000" b="0" dirty="0">
                <a:solidFill>
                  <a:srgbClr val="A6A6A6"/>
                </a:solidFill>
              </a:rPr>
              <a:t>Silver</a:t>
            </a:r>
            <a:endParaRPr lang="zh-HK" altLang="en-US" sz="2000" b="0" dirty="0">
              <a:solidFill>
                <a:srgbClr val="A6A6A6"/>
              </a:solidFill>
            </a:endParaRP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373535CD-F4A1-D73C-353F-67BE4F650EF0}"/>
              </a:ext>
            </a:extLst>
          </p:cNvPr>
          <p:cNvSpPr txBox="1">
            <a:spLocks/>
          </p:cNvSpPr>
          <p:nvPr/>
        </p:nvSpPr>
        <p:spPr>
          <a:xfrm>
            <a:off x="7875551" y="2499560"/>
            <a:ext cx="839990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2000" b="0" dirty="0">
                <a:solidFill>
                  <a:srgbClr val="ECC830"/>
                </a:solidFill>
              </a:rPr>
              <a:t>Gold</a:t>
            </a:r>
            <a:endParaRPr lang="zh-HK" altLang="en-US" sz="2000" b="0" dirty="0">
              <a:solidFill>
                <a:srgbClr val="ECC830"/>
              </a:solidFill>
            </a:endParaRP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C1AD2056-C8AD-B01D-2B7B-95C842038ACC}"/>
              </a:ext>
            </a:extLst>
          </p:cNvPr>
          <p:cNvSpPr txBox="1">
            <a:spLocks/>
          </p:cNvSpPr>
          <p:nvPr/>
        </p:nvSpPr>
        <p:spPr>
          <a:xfrm>
            <a:off x="5164023" y="5027221"/>
            <a:ext cx="2066921" cy="93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Define structure, enforce schema, evolve as needed.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C3E0D4-E10A-B7AE-38FD-C172BCD001E7}"/>
              </a:ext>
            </a:extLst>
          </p:cNvPr>
          <p:cNvSpPr txBox="1"/>
          <p:nvPr/>
        </p:nvSpPr>
        <p:spPr>
          <a:xfrm>
            <a:off x="2984386" y="2002483"/>
            <a:ext cx="1850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HK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Segoe UI" panose="020B0502040204020203" pitchFamily="34" charset="0"/>
              </a:rPr>
              <a:t>Datamart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4ED7CD-1F53-5DFA-D96B-BB946783EE76}"/>
              </a:ext>
            </a:extLst>
          </p:cNvPr>
          <p:cNvSpPr txBox="1"/>
          <p:nvPr/>
        </p:nvSpPr>
        <p:spPr>
          <a:xfrm>
            <a:off x="3313855" y="3819571"/>
            <a:ext cx="1850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HK" sz="1400" b="1" dirty="0">
                <a:solidFill>
                  <a:schemeClr val="bg1">
                    <a:lumMod val="50000"/>
                  </a:schemeClr>
                </a:solidFill>
              </a:rPr>
              <a:t>Raw </a:t>
            </a:r>
          </a:p>
          <a:p>
            <a:pPr marL="0" indent="0" algn="ctr">
              <a:buNone/>
            </a:pPr>
            <a:r>
              <a:rPr lang="en-US" altLang="zh-HK" sz="1400" b="1" dirty="0">
                <a:solidFill>
                  <a:schemeClr val="bg1">
                    <a:lumMod val="50000"/>
                  </a:schemeClr>
                </a:solidFill>
              </a:rPr>
              <a:t>Integration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7317B7-8143-CAEB-A35F-06B677C9718A}"/>
              </a:ext>
            </a:extLst>
          </p:cNvPr>
          <p:cNvSpPr txBox="1"/>
          <p:nvPr/>
        </p:nvSpPr>
        <p:spPr>
          <a:xfrm>
            <a:off x="5320991" y="3841891"/>
            <a:ext cx="1850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HK" sz="1400" b="1" dirty="0">
                <a:solidFill>
                  <a:schemeClr val="bg1">
                    <a:lumMod val="50000"/>
                  </a:schemeClr>
                </a:solidFill>
              </a:rPr>
              <a:t>Filtered, Cleaned, Augmented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314DCF-6503-2D17-34E2-FDC0790105D2}"/>
              </a:ext>
            </a:extLst>
          </p:cNvPr>
          <p:cNvSpPr txBox="1"/>
          <p:nvPr/>
        </p:nvSpPr>
        <p:spPr>
          <a:xfrm>
            <a:off x="7328127" y="3841891"/>
            <a:ext cx="1850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HK" sz="1400" b="1" dirty="0">
                <a:solidFill>
                  <a:schemeClr val="bg1">
                    <a:lumMod val="50000"/>
                  </a:schemeClr>
                </a:solidFill>
              </a:rPr>
              <a:t>Business-Level Aggregates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198B8D-97D2-CDAB-6E1D-66422349C4D4}"/>
              </a:ext>
            </a:extLst>
          </p:cNvPr>
          <p:cNvCxnSpPr>
            <a:cxnSpLocks/>
          </p:cNvCxnSpPr>
          <p:nvPr/>
        </p:nvCxnSpPr>
        <p:spPr>
          <a:xfrm flipV="1">
            <a:off x="4750371" y="1669924"/>
            <a:ext cx="4612977" cy="9792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A2DBDDF-6945-1CBF-BDCA-1D584B22196E}"/>
              </a:ext>
            </a:extLst>
          </p:cNvPr>
          <p:cNvCxnSpPr>
            <a:cxnSpLocks/>
          </p:cNvCxnSpPr>
          <p:nvPr/>
        </p:nvCxnSpPr>
        <p:spPr>
          <a:xfrm>
            <a:off x="6849192" y="3302811"/>
            <a:ext cx="833178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381C386-3F39-27B8-D8E7-FBEBEC817EDD}"/>
              </a:ext>
            </a:extLst>
          </p:cNvPr>
          <p:cNvSpPr txBox="1"/>
          <p:nvPr/>
        </p:nvSpPr>
        <p:spPr>
          <a:xfrm>
            <a:off x="2907023" y="1387046"/>
            <a:ext cx="1850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HK" sz="2400" dirty="0">
                <a:solidFill>
                  <a:srgbClr val="A6A6A6"/>
                </a:solidFill>
                <a:latin typeface="+mj-lt"/>
                <a:cs typeface="Segoe UI" panose="020B0502040204020203" pitchFamily="34" charset="0"/>
              </a:rPr>
              <a:t>Data Quality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CAC3F15-D0DB-F94C-7E7A-C552E7D3A112}"/>
              </a:ext>
            </a:extLst>
          </p:cNvPr>
          <p:cNvCxnSpPr>
            <a:cxnSpLocks/>
          </p:cNvCxnSpPr>
          <p:nvPr/>
        </p:nvCxnSpPr>
        <p:spPr>
          <a:xfrm>
            <a:off x="8793211" y="3302811"/>
            <a:ext cx="1512139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ontent Placeholder 3">
            <a:extLst>
              <a:ext uri="{FF2B5EF4-FFF2-40B4-BE49-F238E27FC236}">
                <a16:creationId xmlns:a16="http://schemas.microsoft.com/office/drawing/2014/main" id="{FA96D04F-C218-B0DB-9DA1-434970D2F2B1}"/>
              </a:ext>
            </a:extLst>
          </p:cNvPr>
          <p:cNvSpPr txBox="1">
            <a:spLocks/>
          </p:cNvSpPr>
          <p:nvPr/>
        </p:nvSpPr>
        <p:spPr>
          <a:xfrm>
            <a:off x="7374429" y="5025132"/>
            <a:ext cx="2105978" cy="93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Deliver continuously updated, clean data to downstream users and apps.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526B0E7-48FC-76D7-15C5-58498DD3195B}"/>
              </a:ext>
            </a:extLst>
          </p:cNvPr>
          <p:cNvSpPr/>
          <p:nvPr/>
        </p:nvSpPr>
        <p:spPr>
          <a:xfrm>
            <a:off x="2907022" y="4838526"/>
            <a:ext cx="2103417" cy="79098"/>
          </a:xfrm>
          <a:prstGeom prst="rect">
            <a:avLst/>
          </a:prstGeom>
          <a:gradFill flip="none" rotWithShape="1">
            <a:gsLst>
              <a:gs pos="0">
                <a:srgbClr val="D0B74C"/>
              </a:gs>
              <a:gs pos="100000">
                <a:srgbClr val="A6A6A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B4B253-DC2B-C1C5-1BB3-D7C1EACFE0B1}"/>
              </a:ext>
            </a:extLst>
          </p:cNvPr>
          <p:cNvSpPr/>
          <p:nvPr/>
        </p:nvSpPr>
        <p:spPr>
          <a:xfrm>
            <a:off x="7348033" y="4838526"/>
            <a:ext cx="2103417" cy="79098"/>
          </a:xfrm>
          <a:prstGeom prst="rect">
            <a:avLst/>
          </a:prstGeom>
          <a:gradFill flip="none" rotWithShape="1">
            <a:gsLst>
              <a:gs pos="100000">
                <a:srgbClr val="ECC830"/>
              </a:gs>
              <a:gs pos="0">
                <a:srgbClr val="A6A6A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CF23465-86A6-8D8E-38D9-B82ADE7D093B}"/>
              </a:ext>
            </a:extLst>
          </p:cNvPr>
          <p:cNvSpPr/>
          <p:nvPr/>
        </p:nvSpPr>
        <p:spPr>
          <a:xfrm>
            <a:off x="5127527" y="4838526"/>
            <a:ext cx="2103417" cy="79098"/>
          </a:xfrm>
          <a:prstGeom prst="rect">
            <a:avLst/>
          </a:prstGeom>
          <a:gradFill flip="none" rotWithShape="1">
            <a:gsLst>
              <a:gs pos="0">
                <a:srgbClr val="A6A6A6"/>
              </a:gs>
              <a:gs pos="100000">
                <a:srgbClr val="A6A6A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7D0618-D7A8-5665-D970-320A4CE3818C}"/>
              </a:ext>
            </a:extLst>
          </p:cNvPr>
          <p:cNvGrpSpPr/>
          <p:nvPr/>
        </p:nvGrpSpPr>
        <p:grpSpPr>
          <a:xfrm>
            <a:off x="4945556" y="2462952"/>
            <a:ext cx="576000" cy="790937"/>
            <a:chOff x="4147888" y="2462952"/>
            <a:chExt cx="576000" cy="790937"/>
          </a:xfrm>
        </p:grpSpPr>
        <p:pic>
          <p:nvPicPr>
            <p:cNvPr id="3" name="Graphic 2" descr="Circles with arrows with solid fill">
              <a:extLst>
                <a:ext uri="{FF2B5EF4-FFF2-40B4-BE49-F238E27FC236}">
                  <a16:creationId xmlns:a16="http://schemas.microsoft.com/office/drawing/2014/main" id="{C3965EAA-5C23-6E5C-1081-4A20F13CC707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147888" y="2677889"/>
              <a:ext cx="576000" cy="576000"/>
            </a:xfrm>
            <a:prstGeom prst="rect">
              <a:avLst/>
            </a:prstGeom>
          </p:spPr>
        </p:pic>
        <p:sp>
          <p:nvSpPr>
            <p:cNvPr id="9" name="Text Placeholder 14">
              <a:extLst>
                <a:ext uri="{FF2B5EF4-FFF2-40B4-BE49-F238E27FC236}">
                  <a16:creationId xmlns:a16="http://schemas.microsoft.com/office/drawing/2014/main" id="{8CCF09DC-0C27-F440-11A4-CD1A4CAE6BB5}"/>
                </a:ext>
              </a:extLst>
            </p:cNvPr>
            <p:cNvSpPr txBox="1">
              <a:spLocks/>
            </p:cNvSpPr>
            <p:nvPr/>
          </p:nvSpPr>
          <p:spPr>
            <a:xfrm>
              <a:off x="4174921" y="2462952"/>
              <a:ext cx="538387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2000" b="0" dirty="0">
                  <a:solidFill>
                    <a:schemeClr val="bg1">
                      <a:lumMod val="95000"/>
                    </a:schemeClr>
                  </a:solidFill>
                </a:rPr>
                <a:t>ETL</a:t>
              </a:r>
              <a:endParaRPr lang="zh-HK" altLang="en-US" sz="2000" b="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213FC-7338-B966-5507-2D4289300267}"/>
              </a:ext>
            </a:extLst>
          </p:cNvPr>
          <p:cNvGrpSpPr/>
          <p:nvPr/>
        </p:nvGrpSpPr>
        <p:grpSpPr>
          <a:xfrm>
            <a:off x="6924885" y="2474175"/>
            <a:ext cx="576000" cy="790937"/>
            <a:chOff x="4147888" y="2462952"/>
            <a:chExt cx="576000" cy="790937"/>
          </a:xfrm>
        </p:grpSpPr>
        <p:pic>
          <p:nvPicPr>
            <p:cNvPr id="13" name="Graphic 12" descr="Circles with arrows with solid fill">
              <a:extLst>
                <a:ext uri="{FF2B5EF4-FFF2-40B4-BE49-F238E27FC236}">
                  <a16:creationId xmlns:a16="http://schemas.microsoft.com/office/drawing/2014/main" id="{DC8DD9F4-FFC6-D384-6A37-500574BBDCEE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147888" y="2677889"/>
              <a:ext cx="576000" cy="576000"/>
            </a:xfrm>
            <a:prstGeom prst="rect">
              <a:avLst/>
            </a:prstGeom>
          </p:spPr>
        </p:pic>
        <p:sp>
          <p:nvSpPr>
            <p:cNvPr id="14" name="Text Placeholder 14">
              <a:extLst>
                <a:ext uri="{FF2B5EF4-FFF2-40B4-BE49-F238E27FC236}">
                  <a16:creationId xmlns:a16="http://schemas.microsoft.com/office/drawing/2014/main" id="{DBB46D95-1088-AE8C-41CA-59CA64D93EE9}"/>
                </a:ext>
              </a:extLst>
            </p:cNvPr>
            <p:cNvSpPr txBox="1">
              <a:spLocks/>
            </p:cNvSpPr>
            <p:nvPr/>
          </p:nvSpPr>
          <p:spPr>
            <a:xfrm>
              <a:off x="4174921" y="2462952"/>
              <a:ext cx="538387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2000" b="0" dirty="0">
                  <a:solidFill>
                    <a:schemeClr val="bg1">
                      <a:lumMod val="95000"/>
                    </a:schemeClr>
                  </a:solidFill>
                </a:rPr>
                <a:t>ETL</a:t>
              </a:r>
              <a:endParaRPr lang="zh-HK" altLang="en-US" sz="2000" b="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916E22-8E3D-1B54-FEB0-33FDFFC29965}"/>
              </a:ext>
            </a:extLst>
          </p:cNvPr>
          <p:cNvGrpSpPr/>
          <p:nvPr/>
        </p:nvGrpSpPr>
        <p:grpSpPr>
          <a:xfrm>
            <a:off x="3000416" y="2475467"/>
            <a:ext cx="576000" cy="790937"/>
            <a:chOff x="4147888" y="2462952"/>
            <a:chExt cx="576000" cy="790937"/>
          </a:xfrm>
        </p:grpSpPr>
        <p:pic>
          <p:nvPicPr>
            <p:cNvPr id="18" name="Graphic 17" descr="Circles with arrows with solid fill">
              <a:extLst>
                <a:ext uri="{FF2B5EF4-FFF2-40B4-BE49-F238E27FC236}">
                  <a16:creationId xmlns:a16="http://schemas.microsoft.com/office/drawing/2014/main" id="{77D5E8A7-E4AA-70BC-204A-1C29D1F62C81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147888" y="2677889"/>
              <a:ext cx="576000" cy="576000"/>
            </a:xfrm>
            <a:prstGeom prst="rect">
              <a:avLst/>
            </a:prstGeom>
          </p:spPr>
        </p:pic>
        <p:sp>
          <p:nvSpPr>
            <p:cNvPr id="19" name="Text Placeholder 14">
              <a:extLst>
                <a:ext uri="{FF2B5EF4-FFF2-40B4-BE49-F238E27FC236}">
                  <a16:creationId xmlns:a16="http://schemas.microsoft.com/office/drawing/2014/main" id="{3053748A-0BC9-4DF5-B658-E147AE65169B}"/>
                </a:ext>
              </a:extLst>
            </p:cNvPr>
            <p:cNvSpPr txBox="1">
              <a:spLocks/>
            </p:cNvSpPr>
            <p:nvPr/>
          </p:nvSpPr>
          <p:spPr>
            <a:xfrm>
              <a:off x="4174921" y="2462952"/>
              <a:ext cx="538387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2000" b="0" dirty="0">
                  <a:solidFill>
                    <a:schemeClr val="bg1">
                      <a:lumMod val="95000"/>
                    </a:schemeClr>
                  </a:solidFill>
                </a:rPr>
                <a:t>ETL</a:t>
              </a:r>
              <a:endParaRPr lang="zh-HK" altLang="en-US" sz="2000" b="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DCC766E2-898D-CB60-3D9E-BB860FF0A9ED}"/>
              </a:ext>
            </a:extLst>
          </p:cNvPr>
          <p:cNvSpPr txBox="1">
            <a:spLocks/>
          </p:cNvSpPr>
          <p:nvPr/>
        </p:nvSpPr>
        <p:spPr>
          <a:xfrm>
            <a:off x="10270001" y="3665599"/>
            <a:ext cx="1434691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2000" b="0" dirty="0"/>
              <a:t>Loan Risk ML Model</a:t>
            </a:r>
            <a:endParaRPr lang="zh-HK" altLang="en-US" sz="2000" b="0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BE65AE59-7587-BA67-101C-D4DEC9E17011}"/>
              </a:ext>
            </a:extLst>
          </p:cNvPr>
          <p:cNvSpPr txBox="1">
            <a:spLocks/>
          </p:cNvSpPr>
          <p:nvPr/>
        </p:nvSpPr>
        <p:spPr>
          <a:xfrm>
            <a:off x="778062" y="3355395"/>
            <a:ext cx="1434691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2000" b="0" dirty="0"/>
              <a:t>Raw Data from various data source</a:t>
            </a:r>
            <a:endParaRPr lang="zh-HK" altLang="en-US" sz="2000" b="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CDDA5F-3C42-7BFD-382B-B00BA5A98DE2}"/>
              </a:ext>
            </a:extLst>
          </p:cNvPr>
          <p:cNvCxnSpPr>
            <a:cxnSpLocks/>
          </p:cNvCxnSpPr>
          <p:nvPr/>
        </p:nvCxnSpPr>
        <p:spPr>
          <a:xfrm>
            <a:off x="1844427" y="3302811"/>
            <a:ext cx="1839332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B9855B-9AFD-F117-F4D3-70F1AFACA574}"/>
              </a:ext>
            </a:extLst>
          </p:cNvPr>
          <p:cNvGrpSpPr/>
          <p:nvPr/>
        </p:nvGrpSpPr>
        <p:grpSpPr>
          <a:xfrm>
            <a:off x="774358" y="4838526"/>
            <a:ext cx="2025673" cy="799440"/>
            <a:chOff x="774358" y="4838526"/>
            <a:chExt cx="2025673" cy="799440"/>
          </a:xfrm>
        </p:grpSpPr>
        <p:sp>
          <p:nvSpPr>
            <p:cNvPr id="7" name="Content Placeholder 3">
              <a:extLst>
                <a:ext uri="{FF2B5EF4-FFF2-40B4-BE49-F238E27FC236}">
                  <a16:creationId xmlns:a16="http://schemas.microsoft.com/office/drawing/2014/main" id="{29C485CB-B3EF-0BC4-3342-072E3D013AC7}"/>
                </a:ext>
              </a:extLst>
            </p:cNvPr>
            <p:cNvSpPr txBox="1">
              <a:spLocks/>
            </p:cNvSpPr>
            <p:nvPr/>
          </p:nvSpPr>
          <p:spPr>
            <a:xfrm>
              <a:off x="774358" y="4838526"/>
              <a:ext cx="2025673" cy="79944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594" indent="-228594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78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2971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160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349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zh-HK" sz="1000" b="1" dirty="0"/>
                <a:t>    ETL</a:t>
              </a:r>
              <a:r>
                <a:rPr lang="en-US" altLang="zh-HK" sz="1000" dirty="0"/>
                <a:t> = Extract, Transform, Load</a:t>
              </a:r>
            </a:p>
            <a:p>
              <a:pPr marL="0" indent="0">
                <a:buNone/>
              </a:pPr>
              <a:r>
                <a:rPr lang="en-US" altLang="zh-HK" sz="1000" b="1" dirty="0"/>
                <a:t>Data pipeline process </a:t>
              </a:r>
              <a:r>
                <a:rPr lang="en-US" altLang="zh-HK" sz="1000" dirty="0"/>
                <a:t>used to move raw data from multiple sources into a usable, structured format for analytics, machine learning, or reporting.</a:t>
              </a:r>
              <a:endParaRPr lang="en-US" sz="1000" dirty="0"/>
            </a:p>
          </p:txBody>
        </p:sp>
        <p:pic>
          <p:nvPicPr>
            <p:cNvPr id="22" name="Graphic 21" descr="Circles with arrows with solid fill">
              <a:extLst>
                <a:ext uri="{FF2B5EF4-FFF2-40B4-BE49-F238E27FC236}">
                  <a16:creationId xmlns:a16="http://schemas.microsoft.com/office/drawing/2014/main" id="{2A63F7C3-BA04-FD94-8057-D03B1A1AD1A0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00396" y="4849326"/>
              <a:ext cx="221446" cy="2214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5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A5818-DBB5-4B0E-0EBB-AA287158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2415EF6-6D31-9290-AE3B-98456CD3800E}"/>
              </a:ext>
            </a:extLst>
          </p:cNvPr>
          <p:cNvSpPr>
            <a:spLocks/>
          </p:cNvSpPr>
          <p:nvPr/>
        </p:nvSpPr>
        <p:spPr>
          <a:xfrm>
            <a:off x="8102930" y="1112997"/>
            <a:ext cx="3787603" cy="3931558"/>
          </a:xfrm>
          <a:prstGeom prst="roundRect">
            <a:avLst>
              <a:gd name="adj" fmla="val 4948"/>
            </a:avLst>
          </a:prstGeom>
          <a:solidFill>
            <a:srgbClr val="D0B74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536939D-F4CD-7AEE-9980-7BA7514F9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5118" y="4652267"/>
            <a:ext cx="2518434" cy="493776"/>
          </a:xfrm>
        </p:spPr>
        <p:txBody>
          <a:bodyPr/>
          <a:lstStyle/>
          <a:p>
            <a:r>
              <a:rPr lang="en-US" altLang="zh-HK" sz="1800" dirty="0"/>
              <a:t>Design Decisions</a:t>
            </a:r>
            <a:endParaRPr lang="zh-HK" alt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88663-7CDC-80AB-5286-19CD732E3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2782" y="4993841"/>
            <a:ext cx="2518434" cy="865164"/>
          </a:xfrm>
        </p:spPr>
        <p:txBody>
          <a:bodyPr/>
          <a:lstStyle/>
          <a:p>
            <a:r>
              <a:rPr lang="en-US" altLang="zh-HK" sz="1200" dirty="0"/>
              <a:t>Keep data untouched for audit trail.</a:t>
            </a:r>
          </a:p>
          <a:p>
            <a:r>
              <a:rPr lang="en-US" sz="1200" dirty="0"/>
              <a:t>Partition by snapshot month for reproducibility.</a:t>
            </a:r>
          </a:p>
          <a:p>
            <a:r>
              <a:rPr lang="en-US" sz="1200" dirty="0"/>
              <a:t>No schema enforcement on plaintext csv file.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911851-E6DF-24FD-7E8D-8B6D57F8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E1B8B-D485-872C-35FF-0ABDCA859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486" y="6972"/>
            <a:ext cx="8878824" cy="1069848"/>
          </a:xfrm>
        </p:spPr>
        <p:txBody>
          <a:bodyPr/>
          <a:lstStyle/>
          <a:p>
            <a:r>
              <a:rPr lang="en-US" altLang="zh-HK" dirty="0"/>
              <a:t>Raw Data to </a:t>
            </a:r>
            <a:r>
              <a:rPr lang="en-US" altLang="zh-HK" dirty="0">
                <a:solidFill>
                  <a:srgbClr val="D0B74C"/>
                </a:solidFill>
              </a:rPr>
              <a:t>Bronze</a:t>
            </a:r>
            <a:endParaRPr lang="en-US" dirty="0">
              <a:solidFill>
                <a:srgbClr val="D0B74C"/>
              </a:solidFill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AF2BED4-6AF5-98C4-92F7-786796B8A44D}"/>
              </a:ext>
            </a:extLst>
          </p:cNvPr>
          <p:cNvGrpSpPr/>
          <p:nvPr/>
        </p:nvGrpSpPr>
        <p:grpSpPr>
          <a:xfrm>
            <a:off x="4573404" y="1112997"/>
            <a:ext cx="2515802" cy="2700426"/>
            <a:chOff x="4586325" y="1462732"/>
            <a:chExt cx="2515802" cy="270042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B78ED48-BAB7-7214-2E92-2E4FAA3F494A}"/>
                </a:ext>
              </a:extLst>
            </p:cNvPr>
            <p:cNvSpPr/>
            <p:nvPr/>
          </p:nvSpPr>
          <p:spPr>
            <a:xfrm>
              <a:off x="4586325" y="1462732"/>
              <a:ext cx="2515802" cy="2700426"/>
            </a:xfrm>
            <a:prstGeom prst="roundRect">
              <a:avLst>
                <a:gd name="adj" fmla="val 494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5" name="Content Placeholder 3">
              <a:extLst>
                <a:ext uri="{FF2B5EF4-FFF2-40B4-BE49-F238E27FC236}">
                  <a16:creationId xmlns:a16="http://schemas.microsoft.com/office/drawing/2014/main" id="{7B8B47C0-6976-F479-9ABF-566DE88CE5BC}"/>
                </a:ext>
              </a:extLst>
            </p:cNvPr>
            <p:cNvSpPr txBox="1">
              <a:spLocks/>
            </p:cNvSpPr>
            <p:nvPr/>
          </p:nvSpPr>
          <p:spPr>
            <a:xfrm>
              <a:off x="4648563" y="1585267"/>
              <a:ext cx="2320147" cy="169305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sz="2400" b="1" dirty="0">
                  <a:latin typeface="+mj-lt"/>
                  <a:ea typeface="+mj-ea"/>
                </a:rPr>
                <a:t>ETL</a:t>
              </a:r>
            </a:p>
            <a:p>
              <a:r>
                <a:rPr lang="en-US" altLang="zh-HK" sz="1400" b="1" dirty="0">
                  <a:solidFill>
                    <a:schemeClr val="accent1"/>
                  </a:solidFill>
                </a:rPr>
                <a:t>Extract:</a:t>
              </a:r>
              <a:r>
                <a:rPr lang="en-US" altLang="zh-HK" sz="1400" dirty="0">
                  <a:solidFill>
                    <a:schemeClr val="accent1"/>
                  </a:solidFill>
                </a:rPr>
                <a:t> </a:t>
              </a:r>
              <a:r>
                <a:rPr lang="en-US" altLang="zh-HK" sz="1400" dirty="0"/>
                <a:t>Loans, Clickstream, Financials</a:t>
              </a:r>
            </a:p>
            <a:p>
              <a:r>
                <a:rPr lang="en-US" altLang="zh-HK" sz="1400" b="1" dirty="0">
                  <a:solidFill>
                    <a:schemeClr val="accent1"/>
                  </a:solidFill>
                </a:rPr>
                <a:t>Transform: </a:t>
              </a:r>
              <a:r>
                <a:rPr lang="en-US" altLang="zh-HK" sz="1400" dirty="0"/>
                <a:t>Keep minimal and just filtering by snapshot date.</a:t>
              </a:r>
            </a:p>
            <a:p>
              <a:r>
                <a:rPr lang="en-US" altLang="zh-HK" sz="1400" b="1" dirty="0">
                  <a:solidFill>
                    <a:schemeClr val="accent1"/>
                  </a:solidFill>
                </a:rPr>
                <a:t>Load: </a:t>
              </a:r>
              <a:r>
                <a:rPr lang="en-US" altLang="zh-HK" sz="1400" dirty="0"/>
                <a:t>Stored as partitioned CSVs by snapshot dates in individual data store</a:t>
              </a:r>
              <a:r>
                <a:rPr lang="en-US" altLang="zh-HK" sz="1600" dirty="0"/>
                <a:t>.</a:t>
              </a:r>
            </a:p>
          </p:txBody>
        </p:sp>
        <p:pic>
          <p:nvPicPr>
            <p:cNvPr id="12" name="Graphic 11" descr="Circles with arrows with solid fill">
              <a:extLst>
                <a:ext uri="{FF2B5EF4-FFF2-40B4-BE49-F238E27FC236}">
                  <a16:creationId xmlns:a16="http://schemas.microsoft.com/office/drawing/2014/main" id="{1C0BF736-4FF9-7198-BD73-7E8EF22FD9C8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25244" y="1495459"/>
              <a:ext cx="576000" cy="5760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E8C7A6-C2F3-FF64-F200-4DF7D33EDFD0}"/>
              </a:ext>
            </a:extLst>
          </p:cNvPr>
          <p:cNvGrpSpPr/>
          <p:nvPr/>
        </p:nvGrpSpPr>
        <p:grpSpPr>
          <a:xfrm>
            <a:off x="2408952" y="2891264"/>
            <a:ext cx="1071589" cy="971219"/>
            <a:chOff x="1564949" y="2869825"/>
            <a:chExt cx="1071589" cy="971219"/>
          </a:xfrm>
        </p:grpSpPr>
        <p:pic>
          <p:nvPicPr>
            <p:cNvPr id="18" name="Graphic 17" descr="Document outline">
              <a:extLst>
                <a:ext uri="{FF2B5EF4-FFF2-40B4-BE49-F238E27FC236}">
                  <a16:creationId xmlns:a16="http://schemas.microsoft.com/office/drawing/2014/main" id="{4D1876B8-123C-6936-649A-B3C25B9F0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665088" y="3178322"/>
              <a:ext cx="662722" cy="662722"/>
            </a:xfrm>
            <a:prstGeom prst="rect">
              <a:avLst/>
            </a:prstGeom>
          </p:spPr>
        </p:pic>
        <p:sp>
          <p:nvSpPr>
            <p:cNvPr id="20" name="Text Placeholder 14">
              <a:extLst>
                <a:ext uri="{FF2B5EF4-FFF2-40B4-BE49-F238E27FC236}">
                  <a16:creationId xmlns:a16="http://schemas.microsoft.com/office/drawing/2014/main" id="{1360334F-38A8-AE9C-A27C-DFE735BA505F}"/>
                </a:ext>
              </a:extLst>
            </p:cNvPr>
            <p:cNvSpPr txBox="1">
              <a:spLocks/>
            </p:cNvSpPr>
            <p:nvPr/>
          </p:nvSpPr>
          <p:spPr>
            <a:xfrm>
              <a:off x="1564949" y="2869825"/>
              <a:ext cx="1071589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600" dirty="0"/>
                <a:t>Loans</a:t>
              </a:r>
              <a:endParaRPr lang="zh-HK" altLang="en-US" sz="16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C5D910B-93AE-4EAC-74E0-E591B1C0FFCA}"/>
              </a:ext>
            </a:extLst>
          </p:cNvPr>
          <p:cNvGrpSpPr/>
          <p:nvPr/>
        </p:nvGrpSpPr>
        <p:grpSpPr>
          <a:xfrm>
            <a:off x="2021698" y="1655057"/>
            <a:ext cx="1693380" cy="988799"/>
            <a:chOff x="1583220" y="1296412"/>
            <a:chExt cx="1693380" cy="988799"/>
          </a:xfrm>
        </p:grpSpPr>
        <p:pic>
          <p:nvPicPr>
            <p:cNvPr id="13" name="Graphic 12" descr="Document outline">
              <a:extLst>
                <a:ext uri="{FF2B5EF4-FFF2-40B4-BE49-F238E27FC236}">
                  <a16:creationId xmlns:a16="http://schemas.microsoft.com/office/drawing/2014/main" id="{3CBBEE36-8ABF-49F2-324F-B81099291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029106" y="1622489"/>
              <a:ext cx="662722" cy="662722"/>
            </a:xfrm>
            <a:prstGeom prst="rect">
              <a:avLst/>
            </a:prstGeom>
          </p:spPr>
        </p:pic>
        <p:sp>
          <p:nvSpPr>
            <p:cNvPr id="22" name="Text Placeholder 14">
              <a:extLst>
                <a:ext uri="{FF2B5EF4-FFF2-40B4-BE49-F238E27FC236}">
                  <a16:creationId xmlns:a16="http://schemas.microsoft.com/office/drawing/2014/main" id="{F3EC42AB-90BB-2BBD-B37F-A8F8D87B51F5}"/>
                </a:ext>
              </a:extLst>
            </p:cNvPr>
            <p:cNvSpPr txBox="1">
              <a:spLocks/>
            </p:cNvSpPr>
            <p:nvPr/>
          </p:nvSpPr>
          <p:spPr>
            <a:xfrm>
              <a:off x="1583220" y="1296412"/>
              <a:ext cx="1693380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600" dirty="0"/>
                <a:t>Clickstream</a:t>
              </a:r>
              <a:endParaRPr lang="zh-HK" altLang="en-US" sz="1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08853D1-1B5F-82C7-23EC-7FF501F363DE}"/>
              </a:ext>
            </a:extLst>
          </p:cNvPr>
          <p:cNvGrpSpPr/>
          <p:nvPr/>
        </p:nvGrpSpPr>
        <p:grpSpPr>
          <a:xfrm>
            <a:off x="1086343" y="1103416"/>
            <a:ext cx="1693380" cy="979386"/>
            <a:chOff x="634429" y="996401"/>
            <a:chExt cx="1693380" cy="979386"/>
          </a:xfrm>
        </p:grpSpPr>
        <p:pic>
          <p:nvPicPr>
            <p:cNvPr id="9" name="Graphic 8" descr="Document outline">
              <a:extLst>
                <a:ext uri="{FF2B5EF4-FFF2-40B4-BE49-F238E27FC236}">
                  <a16:creationId xmlns:a16="http://schemas.microsoft.com/office/drawing/2014/main" id="{2C6615D8-1332-7F47-0B0F-332AD0966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55564" y="1313065"/>
              <a:ext cx="662722" cy="662722"/>
            </a:xfrm>
            <a:prstGeom prst="rect">
              <a:avLst/>
            </a:prstGeom>
          </p:spPr>
        </p:pic>
        <p:sp>
          <p:nvSpPr>
            <p:cNvPr id="23" name="Text Placeholder 14">
              <a:extLst>
                <a:ext uri="{FF2B5EF4-FFF2-40B4-BE49-F238E27FC236}">
                  <a16:creationId xmlns:a16="http://schemas.microsoft.com/office/drawing/2014/main" id="{DAD77C66-0CC1-7C13-8E17-4216E43F87DE}"/>
                </a:ext>
              </a:extLst>
            </p:cNvPr>
            <p:cNvSpPr txBox="1">
              <a:spLocks/>
            </p:cNvSpPr>
            <p:nvPr/>
          </p:nvSpPr>
          <p:spPr>
            <a:xfrm>
              <a:off x="634429" y="996401"/>
              <a:ext cx="1693380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600" dirty="0"/>
                <a:t>Attributes</a:t>
              </a:r>
              <a:endParaRPr lang="zh-HK" altLang="en-US" sz="16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E9ACC8-6FB4-7844-259E-F972FF3F57B6}"/>
              </a:ext>
            </a:extLst>
          </p:cNvPr>
          <p:cNvGrpSpPr/>
          <p:nvPr/>
        </p:nvGrpSpPr>
        <p:grpSpPr>
          <a:xfrm>
            <a:off x="931150" y="2208123"/>
            <a:ext cx="1693380" cy="1057891"/>
            <a:chOff x="610821" y="2100027"/>
            <a:chExt cx="1693380" cy="1057891"/>
          </a:xfrm>
        </p:grpSpPr>
        <p:pic>
          <p:nvPicPr>
            <p:cNvPr id="14" name="Graphic 13" descr="Document outline">
              <a:extLst>
                <a:ext uri="{FF2B5EF4-FFF2-40B4-BE49-F238E27FC236}">
                  <a16:creationId xmlns:a16="http://schemas.microsoft.com/office/drawing/2014/main" id="{487C9334-F3FC-236E-CB24-C1299A7FC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55564" y="2100027"/>
              <a:ext cx="662722" cy="662722"/>
            </a:xfrm>
            <a:prstGeom prst="rect">
              <a:avLst/>
            </a:prstGeom>
          </p:spPr>
        </p:pic>
        <p:sp>
          <p:nvSpPr>
            <p:cNvPr id="24" name="Text Placeholder 14">
              <a:extLst>
                <a:ext uri="{FF2B5EF4-FFF2-40B4-BE49-F238E27FC236}">
                  <a16:creationId xmlns:a16="http://schemas.microsoft.com/office/drawing/2014/main" id="{BD93B105-C10D-ABBE-D17D-8D052C66A3C2}"/>
                </a:ext>
              </a:extLst>
            </p:cNvPr>
            <p:cNvSpPr txBox="1">
              <a:spLocks/>
            </p:cNvSpPr>
            <p:nvPr/>
          </p:nvSpPr>
          <p:spPr>
            <a:xfrm>
              <a:off x="610821" y="2664142"/>
              <a:ext cx="1693380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600" dirty="0"/>
                <a:t>Financials</a:t>
              </a:r>
              <a:endParaRPr lang="zh-HK" altLang="en-US" sz="1600" dirty="0"/>
            </a:p>
          </p:txBody>
        </p:sp>
      </p:grp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59F5CC8-7100-5045-CE58-75F2E2F19A90}"/>
              </a:ext>
            </a:extLst>
          </p:cNvPr>
          <p:cNvSpPr/>
          <p:nvPr/>
        </p:nvSpPr>
        <p:spPr>
          <a:xfrm>
            <a:off x="3747113" y="2206001"/>
            <a:ext cx="523646" cy="47662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DD505391-CB6B-E8C2-5AA8-42CA962EA897}"/>
              </a:ext>
            </a:extLst>
          </p:cNvPr>
          <p:cNvSpPr txBox="1">
            <a:spLocks/>
          </p:cNvSpPr>
          <p:nvPr/>
        </p:nvSpPr>
        <p:spPr>
          <a:xfrm>
            <a:off x="8196631" y="1298589"/>
            <a:ext cx="3493040" cy="51636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0">
              <a:buNone/>
            </a:pPr>
            <a:r>
              <a:rPr lang="en-US" altLang="zh-HK" sz="2400" b="1" dirty="0">
                <a:solidFill>
                  <a:srgbClr val="D0B74C"/>
                </a:solidFill>
                <a:latin typeface="+mj-lt"/>
                <a:ea typeface="+mj-ea"/>
              </a:rPr>
              <a:t>Bronze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28CFA2BB-6FCE-9CDF-B794-AB1133818C34}"/>
              </a:ext>
            </a:extLst>
          </p:cNvPr>
          <p:cNvSpPr txBox="1">
            <a:spLocks/>
          </p:cNvSpPr>
          <p:nvPr/>
        </p:nvSpPr>
        <p:spPr>
          <a:xfrm>
            <a:off x="9040598" y="1982959"/>
            <a:ext cx="2731848" cy="4320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1600" dirty="0"/>
              <a:t>Jan     Feb     Mar             Dec</a:t>
            </a:r>
            <a:endParaRPr lang="zh-HK" altLang="en-US" sz="1600" dirty="0"/>
          </a:p>
        </p:txBody>
      </p:sp>
      <p:pic>
        <p:nvPicPr>
          <p:cNvPr id="67" name="Graphic 66" descr="Key with solid fill">
            <a:extLst>
              <a:ext uri="{FF2B5EF4-FFF2-40B4-BE49-F238E27FC236}">
                <a16:creationId xmlns:a16="http://schemas.microsoft.com/office/drawing/2014/main" id="{6E757C58-4B24-10C8-61A1-4DDBA7BD8B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01726" y="1237544"/>
            <a:ext cx="504059" cy="504059"/>
          </a:xfrm>
          <a:prstGeom prst="rect">
            <a:avLst/>
          </a:prstGeom>
        </p:spPr>
      </p:pic>
      <p:pic>
        <p:nvPicPr>
          <p:cNvPr id="69" name="Graphic 68" descr="Database with solid fill">
            <a:extLst>
              <a:ext uri="{FF2B5EF4-FFF2-40B4-BE49-F238E27FC236}">
                <a16:creationId xmlns:a16="http://schemas.microsoft.com/office/drawing/2014/main" id="{D9948BDC-95D4-1A69-5DC6-C191D18ACA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0517" y="1207940"/>
            <a:ext cx="627196" cy="627196"/>
          </a:xfrm>
          <a:prstGeom prst="rect">
            <a:avLst/>
          </a:prstGeom>
        </p:spPr>
      </p:pic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BD600375-56D0-A3FC-152E-6B708AEDD111}"/>
              </a:ext>
            </a:extLst>
          </p:cNvPr>
          <p:cNvSpPr txBox="1">
            <a:spLocks/>
          </p:cNvSpPr>
          <p:nvPr/>
        </p:nvSpPr>
        <p:spPr>
          <a:xfrm>
            <a:off x="850392" y="3899997"/>
            <a:ext cx="2518435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1800" dirty="0"/>
              <a:t>Raw Data</a:t>
            </a:r>
            <a:endParaRPr lang="zh-HK" altLang="en-US" sz="1800" dirty="0"/>
          </a:p>
        </p:txBody>
      </p:sp>
      <p:sp>
        <p:nvSpPr>
          <p:cNvPr id="71" name="Content Placeholder 3">
            <a:extLst>
              <a:ext uri="{FF2B5EF4-FFF2-40B4-BE49-F238E27FC236}">
                <a16:creationId xmlns:a16="http://schemas.microsoft.com/office/drawing/2014/main" id="{74B2540D-E179-38E7-AD7A-EBA8F651A8F4}"/>
              </a:ext>
            </a:extLst>
          </p:cNvPr>
          <p:cNvSpPr txBox="1">
            <a:spLocks/>
          </p:cNvSpPr>
          <p:nvPr/>
        </p:nvSpPr>
        <p:spPr>
          <a:xfrm>
            <a:off x="927328" y="4254337"/>
            <a:ext cx="2505295" cy="8651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1200" dirty="0"/>
              <a:t>Various data sources:</a:t>
            </a:r>
          </a:p>
          <a:p>
            <a:r>
              <a:rPr lang="en-US" altLang="zh-HK" sz="1200" dirty="0"/>
              <a:t>Clickstream - User’s historical usage behavior on our bank’s app.</a:t>
            </a:r>
          </a:p>
          <a:p>
            <a:r>
              <a:rPr lang="en-US" sz="1200" dirty="0"/>
              <a:t>Attributes - User’s profile.</a:t>
            </a:r>
          </a:p>
          <a:p>
            <a:r>
              <a:rPr lang="en-US" sz="1200" dirty="0"/>
              <a:t>Financials - Users’ financials profile.</a:t>
            </a:r>
          </a:p>
          <a:p>
            <a:r>
              <a:rPr lang="en-US" sz="1200" dirty="0"/>
              <a:t>Loans – Loan records (target label table).</a:t>
            </a:r>
          </a:p>
          <a:p>
            <a:endParaRPr lang="en-US" sz="1200" dirty="0"/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0490BF4-97CB-06BF-8B42-568393BC662B}"/>
              </a:ext>
            </a:extLst>
          </p:cNvPr>
          <p:cNvSpPr txBox="1">
            <a:spLocks/>
          </p:cNvSpPr>
          <p:nvPr/>
        </p:nvSpPr>
        <p:spPr>
          <a:xfrm>
            <a:off x="8023969" y="5466491"/>
            <a:ext cx="3621024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/>
            <a:r>
              <a:rPr lang="en-US" altLang="zh-HK" sz="1800" dirty="0"/>
              <a:t>Confidentiality </a:t>
            </a:r>
            <a:endParaRPr lang="zh-HK" altLang="en-US" sz="1800" dirty="0"/>
          </a:p>
        </p:txBody>
      </p:sp>
      <p:sp>
        <p:nvSpPr>
          <p:cNvPr id="73" name="Content Placeholder 3">
            <a:extLst>
              <a:ext uri="{FF2B5EF4-FFF2-40B4-BE49-F238E27FC236}">
                <a16:creationId xmlns:a16="http://schemas.microsoft.com/office/drawing/2014/main" id="{5CAA2637-75D1-2808-E07F-B143B60114F6}"/>
              </a:ext>
            </a:extLst>
          </p:cNvPr>
          <p:cNvSpPr txBox="1">
            <a:spLocks/>
          </p:cNvSpPr>
          <p:nvPr/>
        </p:nvSpPr>
        <p:spPr>
          <a:xfrm>
            <a:off x="8023969" y="5761018"/>
            <a:ext cx="3866564" cy="5852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1200" dirty="0"/>
              <a:t>The bronze Datamart is classified as “Confidential” since Personal Identifiable Information (PII) information such as Name and SSN are stored in it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pic>
        <p:nvPicPr>
          <p:cNvPr id="78" name="Graphic 77" descr="Key with solid fill">
            <a:extLst>
              <a:ext uri="{FF2B5EF4-FFF2-40B4-BE49-F238E27FC236}">
                <a16:creationId xmlns:a16="http://schemas.microsoft.com/office/drawing/2014/main" id="{AF086C75-E724-3348-3314-81313568AD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49135" y="5465000"/>
            <a:ext cx="364524" cy="364524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D033E982-042B-CC7D-8755-3E7FA5596574}"/>
              </a:ext>
            </a:extLst>
          </p:cNvPr>
          <p:cNvGrpSpPr/>
          <p:nvPr/>
        </p:nvGrpSpPr>
        <p:grpSpPr>
          <a:xfrm>
            <a:off x="8191103" y="2359230"/>
            <a:ext cx="849495" cy="515336"/>
            <a:chOff x="1052605" y="1548561"/>
            <a:chExt cx="849495" cy="515336"/>
          </a:xfrm>
        </p:grpSpPr>
        <p:pic>
          <p:nvPicPr>
            <p:cNvPr id="80" name="Graphic 79" descr="User with solid fill">
              <a:extLst>
                <a:ext uri="{FF2B5EF4-FFF2-40B4-BE49-F238E27FC236}">
                  <a16:creationId xmlns:a16="http://schemas.microsoft.com/office/drawing/2014/main" id="{C75B975A-3B1C-38F2-2756-4F5084610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26195" y="1548561"/>
              <a:ext cx="359999" cy="360000"/>
            </a:xfrm>
            <a:prstGeom prst="rect">
              <a:avLst/>
            </a:prstGeom>
          </p:spPr>
        </p:pic>
        <p:sp>
          <p:nvSpPr>
            <p:cNvPr id="81" name="Text Placeholder 14">
              <a:extLst>
                <a:ext uri="{FF2B5EF4-FFF2-40B4-BE49-F238E27FC236}">
                  <a16:creationId xmlns:a16="http://schemas.microsoft.com/office/drawing/2014/main" id="{D16C40D1-498A-72E2-85BC-D834E594645E}"/>
                </a:ext>
              </a:extLst>
            </p:cNvPr>
            <p:cNvSpPr txBox="1">
              <a:spLocks/>
            </p:cNvSpPr>
            <p:nvPr/>
          </p:nvSpPr>
          <p:spPr>
            <a:xfrm>
              <a:off x="1052605" y="1827355"/>
              <a:ext cx="849495" cy="236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Attributes</a:t>
              </a:r>
              <a:endParaRPr lang="zh-HK" altLang="en-US" sz="120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EE09A8E-2221-9B8C-B6EA-6B362B6692FF}"/>
              </a:ext>
            </a:extLst>
          </p:cNvPr>
          <p:cNvGrpSpPr/>
          <p:nvPr/>
        </p:nvGrpSpPr>
        <p:grpSpPr>
          <a:xfrm>
            <a:off x="8201412" y="3031654"/>
            <a:ext cx="849495" cy="515336"/>
            <a:chOff x="1185793" y="2536687"/>
            <a:chExt cx="849495" cy="515336"/>
          </a:xfrm>
        </p:grpSpPr>
        <p:pic>
          <p:nvPicPr>
            <p:cNvPr id="83" name="Graphic 82" descr="Calculator with solid fill">
              <a:extLst>
                <a:ext uri="{FF2B5EF4-FFF2-40B4-BE49-F238E27FC236}">
                  <a16:creationId xmlns:a16="http://schemas.microsoft.com/office/drawing/2014/main" id="{C2B16571-2821-F75E-40D4-171DF81B1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397483" y="2536687"/>
              <a:ext cx="359999" cy="359999"/>
            </a:xfrm>
            <a:prstGeom prst="rect">
              <a:avLst/>
            </a:prstGeom>
          </p:spPr>
        </p:pic>
        <p:sp>
          <p:nvSpPr>
            <p:cNvPr id="84" name="Text Placeholder 14">
              <a:extLst>
                <a:ext uri="{FF2B5EF4-FFF2-40B4-BE49-F238E27FC236}">
                  <a16:creationId xmlns:a16="http://schemas.microsoft.com/office/drawing/2014/main" id="{23011749-2024-A405-1E2D-0E465E50CDA1}"/>
                </a:ext>
              </a:extLst>
            </p:cNvPr>
            <p:cNvSpPr txBox="1">
              <a:spLocks/>
            </p:cNvSpPr>
            <p:nvPr/>
          </p:nvSpPr>
          <p:spPr>
            <a:xfrm>
              <a:off x="1185793" y="2815481"/>
              <a:ext cx="849495" cy="236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Financials</a:t>
              </a:r>
              <a:endParaRPr lang="zh-HK" altLang="en-US" sz="1200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825FDA1-98B6-8AA5-5A76-07B1589D209E}"/>
              </a:ext>
            </a:extLst>
          </p:cNvPr>
          <p:cNvGrpSpPr/>
          <p:nvPr/>
        </p:nvGrpSpPr>
        <p:grpSpPr>
          <a:xfrm>
            <a:off x="8121337" y="3618515"/>
            <a:ext cx="943527" cy="515336"/>
            <a:chOff x="1147693" y="2536687"/>
            <a:chExt cx="943527" cy="515336"/>
          </a:xfrm>
        </p:grpSpPr>
        <p:pic>
          <p:nvPicPr>
            <p:cNvPr id="86" name="Graphic 85" descr="Cursor with solid fill">
              <a:extLst>
                <a:ext uri="{FF2B5EF4-FFF2-40B4-BE49-F238E27FC236}">
                  <a16:creationId xmlns:a16="http://schemas.microsoft.com/office/drawing/2014/main" id="{4345BE0F-0E4D-E236-A3CD-1CBD70261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1397483" y="2536687"/>
              <a:ext cx="359999" cy="359999"/>
            </a:xfrm>
            <a:prstGeom prst="rect">
              <a:avLst/>
            </a:prstGeom>
          </p:spPr>
        </p:pic>
        <p:sp>
          <p:nvSpPr>
            <p:cNvPr id="87" name="Text Placeholder 14">
              <a:extLst>
                <a:ext uri="{FF2B5EF4-FFF2-40B4-BE49-F238E27FC236}">
                  <a16:creationId xmlns:a16="http://schemas.microsoft.com/office/drawing/2014/main" id="{207FC73A-85E1-FDC1-0E79-F0501463FA60}"/>
                </a:ext>
              </a:extLst>
            </p:cNvPr>
            <p:cNvSpPr txBox="1">
              <a:spLocks/>
            </p:cNvSpPr>
            <p:nvPr/>
          </p:nvSpPr>
          <p:spPr>
            <a:xfrm>
              <a:off x="1147693" y="2815481"/>
              <a:ext cx="943527" cy="236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Clickstream</a:t>
              </a:r>
              <a:endParaRPr lang="zh-HK" altLang="en-US" sz="1200" dirty="0"/>
            </a:p>
          </p:txBody>
        </p:sp>
      </p:grp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56CF466-59B9-24AB-03E0-D130FF7C1D1F}"/>
              </a:ext>
            </a:extLst>
          </p:cNvPr>
          <p:cNvSpPr>
            <a:spLocks/>
          </p:cNvSpPr>
          <p:nvPr/>
        </p:nvSpPr>
        <p:spPr>
          <a:xfrm>
            <a:off x="9027402" y="4269509"/>
            <a:ext cx="2745044" cy="603798"/>
          </a:xfrm>
          <a:prstGeom prst="round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pic>
        <p:nvPicPr>
          <p:cNvPr id="107" name="Graphic 106" descr="Document outline">
            <a:extLst>
              <a:ext uri="{FF2B5EF4-FFF2-40B4-BE49-F238E27FC236}">
                <a16:creationId xmlns:a16="http://schemas.microsoft.com/office/drawing/2014/main" id="{38D71846-836F-A8C8-FFDF-60A2B5898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72179" y="4307210"/>
            <a:ext cx="540000" cy="540000"/>
          </a:xfrm>
          <a:prstGeom prst="rect">
            <a:avLst/>
          </a:prstGeom>
        </p:spPr>
      </p:pic>
      <p:pic>
        <p:nvPicPr>
          <p:cNvPr id="108" name="图形 134" descr="Document outline">
            <a:extLst>
              <a:ext uri="{FF2B5EF4-FFF2-40B4-BE49-F238E27FC236}">
                <a16:creationId xmlns:a16="http://schemas.microsoft.com/office/drawing/2014/main" id="{64C5E11C-4C39-294F-77F0-E3E0467F8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15583" y="4307210"/>
            <a:ext cx="540000" cy="540000"/>
          </a:xfrm>
          <a:prstGeom prst="rect">
            <a:avLst/>
          </a:prstGeom>
        </p:spPr>
      </p:pic>
      <p:pic>
        <p:nvPicPr>
          <p:cNvPr id="109" name="グラフィックス 41" descr="Document outline">
            <a:extLst>
              <a:ext uri="{FF2B5EF4-FFF2-40B4-BE49-F238E27FC236}">
                <a16:creationId xmlns:a16="http://schemas.microsoft.com/office/drawing/2014/main" id="{71C0FB19-5582-31A8-58F0-B01CC6862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158987" y="4307210"/>
            <a:ext cx="540000" cy="540000"/>
          </a:xfrm>
          <a:prstGeom prst="rect">
            <a:avLst/>
          </a:prstGeom>
        </p:spPr>
      </p:pic>
      <p:pic>
        <p:nvPicPr>
          <p:cNvPr id="110" name="圖形 56" descr="Document outline">
            <a:extLst>
              <a:ext uri="{FF2B5EF4-FFF2-40B4-BE49-F238E27FC236}">
                <a16:creationId xmlns:a16="http://schemas.microsoft.com/office/drawing/2014/main" id="{19224239-5699-A8CC-F542-F5AE5CDCD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207418" y="4307210"/>
            <a:ext cx="540000" cy="540000"/>
          </a:xfrm>
          <a:prstGeom prst="rect">
            <a:avLst/>
          </a:prstGeom>
        </p:spPr>
      </p:pic>
      <p:pic>
        <p:nvPicPr>
          <p:cNvPr id="111" name="Graphic 110" descr="Chevron arrows with solid fill">
            <a:extLst>
              <a:ext uri="{FF2B5EF4-FFF2-40B4-BE49-F238E27FC236}">
                <a16:creationId xmlns:a16="http://schemas.microsoft.com/office/drawing/2014/main" id="{2DEE3EFF-4F44-9836-4CB7-224A6DAF31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02391" y="4326398"/>
            <a:ext cx="501625" cy="501625"/>
          </a:xfrm>
          <a:prstGeom prst="rect">
            <a:avLst/>
          </a:prstGeom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377663C-7E36-73D9-11BC-563372B345C2}"/>
              </a:ext>
            </a:extLst>
          </p:cNvPr>
          <p:cNvGrpSpPr/>
          <p:nvPr/>
        </p:nvGrpSpPr>
        <p:grpSpPr>
          <a:xfrm>
            <a:off x="9027402" y="2958181"/>
            <a:ext cx="2745044" cy="603798"/>
            <a:chOff x="8921075" y="3033754"/>
            <a:chExt cx="2745044" cy="603798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C7BA14F3-7E1B-CD3B-D100-3A94542A3816}"/>
                </a:ext>
              </a:extLst>
            </p:cNvPr>
            <p:cNvSpPr/>
            <p:nvPr/>
          </p:nvSpPr>
          <p:spPr>
            <a:xfrm>
              <a:off x="8921075" y="3033754"/>
              <a:ext cx="2745044" cy="603798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D78FD7C-29F2-D6D0-1111-AAF14D71D5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852" y="3059755"/>
              <a:ext cx="2675239" cy="540000"/>
              <a:chOff x="8350916" y="3958585"/>
              <a:chExt cx="3027325" cy="611069"/>
            </a:xfrm>
            <a:solidFill>
              <a:srgbClr val="00B0F0"/>
            </a:solidFill>
          </p:grpSpPr>
          <p:pic>
            <p:nvPicPr>
              <p:cNvPr id="115" name="Graphic 114" descr="Document outline">
                <a:extLst>
                  <a:ext uri="{FF2B5EF4-FFF2-40B4-BE49-F238E27FC236}">
                    <a16:creationId xmlns:a16="http://schemas.microsoft.com/office/drawing/2014/main" id="{7009EF83-D50F-0BFE-867A-138881512C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8350916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16" name="图形 134" descr="Document outline">
                <a:extLst>
                  <a:ext uri="{FF2B5EF4-FFF2-40B4-BE49-F238E27FC236}">
                    <a16:creationId xmlns:a16="http://schemas.microsoft.com/office/drawing/2014/main" id="{14E81EAD-8681-945F-4C02-0405D06C96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8965837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17" name="グラフィックス 41" descr="Document outline">
                <a:extLst>
                  <a:ext uri="{FF2B5EF4-FFF2-40B4-BE49-F238E27FC236}">
                    <a16:creationId xmlns:a16="http://schemas.microsoft.com/office/drawing/2014/main" id="{7246B506-1AD9-7500-B89D-8BACFD02F3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9580758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18" name="圖形 56" descr="Document outline">
                <a:extLst>
                  <a:ext uri="{FF2B5EF4-FFF2-40B4-BE49-F238E27FC236}">
                    <a16:creationId xmlns:a16="http://schemas.microsoft.com/office/drawing/2014/main" id="{DE5A3AE7-50AA-4367-050B-FEA69D88A0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10767172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19" name="Graphic 118" descr="Chevron arrows with solid fill">
                <a:extLst>
                  <a:ext uri="{FF2B5EF4-FFF2-40B4-BE49-F238E27FC236}">
                    <a16:creationId xmlns:a16="http://schemas.microsoft.com/office/drawing/2014/main" id="{291F22A0-D608-9C8F-F51D-5950A81F5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0195679" y="3980298"/>
                <a:ext cx="567643" cy="567643"/>
              </a:xfrm>
              <a:prstGeom prst="rect">
                <a:avLst/>
              </a:prstGeom>
            </p:spPr>
          </p:pic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DF82652-5A98-E9E3-2670-28E11F7B270A}"/>
              </a:ext>
            </a:extLst>
          </p:cNvPr>
          <p:cNvGrpSpPr/>
          <p:nvPr/>
        </p:nvGrpSpPr>
        <p:grpSpPr>
          <a:xfrm>
            <a:off x="8336588" y="4317848"/>
            <a:ext cx="849495" cy="515336"/>
            <a:chOff x="8198362" y="4413541"/>
            <a:chExt cx="849495" cy="515336"/>
          </a:xfrm>
        </p:grpSpPr>
        <p:pic>
          <p:nvPicPr>
            <p:cNvPr id="120" name="Graphic 119" descr="Loan with solid fill">
              <a:extLst>
                <a:ext uri="{FF2B5EF4-FFF2-40B4-BE49-F238E27FC236}">
                  <a16:creationId xmlns:a16="http://schemas.microsoft.com/office/drawing/2014/main" id="{D8374DD6-650F-974F-0054-D595BA38A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>
            <a:xfrm>
              <a:off x="8286889" y="4413541"/>
              <a:ext cx="359999" cy="359999"/>
            </a:xfrm>
            <a:prstGeom prst="rect">
              <a:avLst/>
            </a:prstGeom>
          </p:spPr>
        </p:pic>
        <p:sp>
          <p:nvSpPr>
            <p:cNvPr id="121" name="Text Placeholder 14">
              <a:extLst>
                <a:ext uri="{FF2B5EF4-FFF2-40B4-BE49-F238E27FC236}">
                  <a16:creationId xmlns:a16="http://schemas.microsoft.com/office/drawing/2014/main" id="{EB687A08-4561-BF7D-BA03-F7D41844E4D6}"/>
                </a:ext>
              </a:extLst>
            </p:cNvPr>
            <p:cNvSpPr txBox="1">
              <a:spLocks/>
            </p:cNvSpPr>
            <p:nvPr/>
          </p:nvSpPr>
          <p:spPr>
            <a:xfrm>
              <a:off x="8198362" y="4692335"/>
              <a:ext cx="849495" cy="236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Loans</a:t>
              </a:r>
              <a:endParaRPr lang="zh-HK" altLang="en-US" sz="1200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9DF0CD8-EFF1-D901-74C9-D22752BFBDF0}"/>
              </a:ext>
            </a:extLst>
          </p:cNvPr>
          <p:cNvGrpSpPr/>
          <p:nvPr/>
        </p:nvGrpSpPr>
        <p:grpSpPr>
          <a:xfrm>
            <a:off x="9027402" y="3619695"/>
            <a:ext cx="2745044" cy="603798"/>
            <a:chOff x="8921075" y="3033754"/>
            <a:chExt cx="2745044" cy="603798"/>
          </a:xfrm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38FE83B0-E7D1-ADA4-3D71-C2A351B199B5}"/>
                </a:ext>
              </a:extLst>
            </p:cNvPr>
            <p:cNvSpPr/>
            <p:nvPr/>
          </p:nvSpPr>
          <p:spPr>
            <a:xfrm>
              <a:off x="8921075" y="3033754"/>
              <a:ext cx="2745044" cy="603798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E34500E-28DC-6518-1EF6-91777D710F7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852" y="3059755"/>
              <a:ext cx="2675239" cy="540000"/>
              <a:chOff x="8350916" y="3958585"/>
              <a:chExt cx="3027325" cy="611069"/>
            </a:xfrm>
            <a:solidFill>
              <a:srgbClr val="00B0F0"/>
            </a:solidFill>
          </p:grpSpPr>
          <p:pic>
            <p:nvPicPr>
              <p:cNvPr id="126" name="Graphic 125" descr="Document outline">
                <a:extLst>
                  <a:ext uri="{FF2B5EF4-FFF2-40B4-BE49-F238E27FC236}">
                    <a16:creationId xmlns:a16="http://schemas.microsoft.com/office/drawing/2014/main" id="{4EA28878-DCB8-8374-7A8F-9A727E478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8350916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27" name="图形 134" descr="Document outline">
                <a:extLst>
                  <a:ext uri="{FF2B5EF4-FFF2-40B4-BE49-F238E27FC236}">
                    <a16:creationId xmlns:a16="http://schemas.microsoft.com/office/drawing/2014/main" id="{EC91777D-0C7B-472A-914D-1876F5970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8965837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28" name="グラフィックス 41" descr="Document outline">
                <a:extLst>
                  <a:ext uri="{FF2B5EF4-FFF2-40B4-BE49-F238E27FC236}">
                    <a16:creationId xmlns:a16="http://schemas.microsoft.com/office/drawing/2014/main" id="{E90222DF-2B68-1331-25AB-F58972613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9580758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29" name="圖形 56" descr="Document outline">
                <a:extLst>
                  <a:ext uri="{FF2B5EF4-FFF2-40B4-BE49-F238E27FC236}">
                    <a16:creationId xmlns:a16="http://schemas.microsoft.com/office/drawing/2014/main" id="{0E90C5E5-3D02-AED7-D969-376455D3C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10767172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30" name="Graphic 129" descr="Chevron arrows with solid fill">
                <a:extLst>
                  <a:ext uri="{FF2B5EF4-FFF2-40B4-BE49-F238E27FC236}">
                    <a16:creationId xmlns:a16="http://schemas.microsoft.com/office/drawing/2014/main" id="{1F0D59B4-2814-BE6B-FA69-4F6C249FE2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0195679" y="3980298"/>
                <a:ext cx="567643" cy="567643"/>
              </a:xfrm>
              <a:prstGeom prst="rect">
                <a:avLst/>
              </a:prstGeom>
            </p:spPr>
          </p:pic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2882231-F22E-A023-E26D-95FF1EC2CD09}"/>
              </a:ext>
            </a:extLst>
          </p:cNvPr>
          <p:cNvGrpSpPr/>
          <p:nvPr/>
        </p:nvGrpSpPr>
        <p:grpSpPr>
          <a:xfrm>
            <a:off x="9027402" y="2296667"/>
            <a:ext cx="2745044" cy="603798"/>
            <a:chOff x="8921075" y="3033754"/>
            <a:chExt cx="2745044" cy="603798"/>
          </a:xfrm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7D74450D-481C-1623-6647-DD204AC4DBA2}"/>
                </a:ext>
              </a:extLst>
            </p:cNvPr>
            <p:cNvSpPr/>
            <p:nvPr/>
          </p:nvSpPr>
          <p:spPr>
            <a:xfrm>
              <a:off x="8921075" y="3033754"/>
              <a:ext cx="2745044" cy="603798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729FD40-E043-D51B-4D39-5D5C760A83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852" y="3059755"/>
              <a:ext cx="2675239" cy="540000"/>
              <a:chOff x="8350916" y="3958585"/>
              <a:chExt cx="3027325" cy="611069"/>
            </a:xfrm>
            <a:solidFill>
              <a:srgbClr val="00B0F0"/>
            </a:solidFill>
          </p:grpSpPr>
          <p:pic>
            <p:nvPicPr>
              <p:cNvPr id="134" name="Graphic 133" descr="Document outline">
                <a:extLst>
                  <a:ext uri="{FF2B5EF4-FFF2-40B4-BE49-F238E27FC236}">
                    <a16:creationId xmlns:a16="http://schemas.microsoft.com/office/drawing/2014/main" id="{7F12DE0B-D6C2-A66C-FA76-4CD39D820A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8350916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35" name="图形 134" descr="Document outline">
                <a:extLst>
                  <a:ext uri="{FF2B5EF4-FFF2-40B4-BE49-F238E27FC236}">
                    <a16:creationId xmlns:a16="http://schemas.microsoft.com/office/drawing/2014/main" id="{EBD39E5F-0F39-53AA-39CE-063FC5D092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8965837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36" name="グラフィックス 41" descr="Document outline">
                <a:extLst>
                  <a:ext uri="{FF2B5EF4-FFF2-40B4-BE49-F238E27FC236}">
                    <a16:creationId xmlns:a16="http://schemas.microsoft.com/office/drawing/2014/main" id="{49DDE80C-EC66-154C-54F5-1451B45270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9580758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37" name="圖形 56" descr="Document outline">
                <a:extLst>
                  <a:ext uri="{FF2B5EF4-FFF2-40B4-BE49-F238E27FC236}">
                    <a16:creationId xmlns:a16="http://schemas.microsoft.com/office/drawing/2014/main" id="{83C4CD39-74D4-CD10-E476-245139A5F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10767172" y="3958585"/>
                <a:ext cx="611069" cy="611069"/>
              </a:xfrm>
              <a:prstGeom prst="rect">
                <a:avLst/>
              </a:prstGeom>
            </p:spPr>
          </p:pic>
          <p:pic>
            <p:nvPicPr>
              <p:cNvPr id="138" name="Graphic 137" descr="Chevron arrows with solid fill">
                <a:extLst>
                  <a:ext uri="{FF2B5EF4-FFF2-40B4-BE49-F238E27FC236}">
                    <a16:creationId xmlns:a16="http://schemas.microsoft.com/office/drawing/2014/main" id="{3A2D1655-C1F9-8AD4-C67F-240CE3A08B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0195679" y="3980298"/>
                <a:ext cx="567643" cy="567643"/>
              </a:xfrm>
              <a:prstGeom prst="rect">
                <a:avLst/>
              </a:prstGeom>
            </p:spPr>
          </p:pic>
        </p:grpSp>
      </p:grp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61667BB2-8A30-EA5F-2E9A-8AAE19392FB7}"/>
              </a:ext>
            </a:extLst>
          </p:cNvPr>
          <p:cNvSpPr/>
          <p:nvPr/>
        </p:nvSpPr>
        <p:spPr>
          <a:xfrm>
            <a:off x="4417189" y="988828"/>
            <a:ext cx="2784407" cy="5475677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B847CDF-0499-7F4F-86E7-AEEB57A96C12}"/>
              </a:ext>
            </a:extLst>
          </p:cNvPr>
          <p:cNvCxnSpPr>
            <a:cxnSpLocks/>
          </p:cNvCxnSpPr>
          <p:nvPr/>
        </p:nvCxnSpPr>
        <p:spPr>
          <a:xfrm>
            <a:off x="4555118" y="4659902"/>
            <a:ext cx="2518434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F041D720-4727-91F8-7670-FCE5CA90A852}"/>
              </a:ext>
            </a:extLst>
          </p:cNvPr>
          <p:cNvSpPr/>
          <p:nvPr/>
        </p:nvSpPr>
        <p:spPr>
          <a:xfrm>
            <a:off x="774456" y="988829"/>
            <a:ext cx="2784407" cy="5457692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EA625B3-74A9-9B7A-2EE7-7C370D5260B0}"/>
              </a:ext>
            </a:extLst>
          </p:cNvPr>
          <p:cNvCxnSpPr>
            <a:cxnSpLocks/>
          </p:cNvCxnSpPr>
          <p:nvPr/>
        </p:nvCxnSpPr>
        <p:spPr>
          <a:xfrm>
            <a:off x="914190" y="3897306"/>
            <a:ext cx="2518434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Arrow: Right 153">
            <a:extLst>
              <a:ext uri="{FF2B5EF4-FFF2-40B4-BE49-F238E27FC236}">
                <a16:creationId xmlns:a16="http://schemas.microsoft.com/office/drawing/2014/main" id="{73EDDFC5-E7D5-4A3B-9D00-075EBB51302F}"/>
              </a:ext>
            </a:extLst>
          </p:cNvPr>
          <p:cNvSpPr/>
          <p:nvPr/>
        </p:nvSpPr>
        <p:spPr>
          <a:xfrm>
            <a:off x="7346371" y="2206001"/>
            <a:ext cx="523646" cy="47662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F2FA10D9-6B94-1A0D-DED6-3447BAF8CE61}"/>
              </a:ext>
            </a:extLst>
          </p:cNvPr>
          <p:cNvSpPr/>
          <p:nvPr/>
        </p:nvSpPr>
        <p:spPr>
          <a:xfrm>
            <a:off x="7995769" y="988828"/>
            <a:ext cx="3987124" cy="5475677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27BFA65-8AD3-417D-31EF-9F9A867A0C7F}"/>
              </a:ext>
            </a:extLst>
          </p:cNvPr>
          <p:cNvCxnSpPr>
            <a:cxnSpLocks/>
          </p:cNvCxnSpPr>
          <p:nvPr/>
        </p:nvCxnSpPr>
        <p:spPr>
          <a:xfrm flipV="1">
            <a:off x="8102930" y="5466491"/>
            <a:ext cx="3787603" cy="39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62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209F4-AF3F-2BEC-8F34-197CBB4F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962518-64BE-1144-DC4D-6AB97B9B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877CE9-D544-EEE9-FF42-2EDA4E161D67}"/>
              </a:ext>
            </a:extLst>
          </p:cNvPr>
          <p:cNvSpPr txBox="1">
            <a:spLocks/>
          </p:cNvSpPr>
          <p:nvPr/>
        </p:nvSpPr>
        <p:spPr>
          <a:xfrm>
            <a:off x="934170" y="147113"/>
            <a:ext cx="8878824" cy="1069848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dirty="0">
                <a:solidFill>
                  <a:srgbClr val="D0B74C"/>
                </a:solidFill>
              </a:rPr>
              <a:t>Bronze</a:t>
            </a:r>
            <a:r>
              <a:rPr lang="en-US" altLang="zh-HK" dirty="0"/>
              <a:t> TO </a:t>
            </a:r>
            <a:r>
              <a:rPr lang="en-US" altLang="zh-HK" dirty="0">
                <a:solidFill>
                  <a:srgbClr val="A6A6A6"/>
                </a:solidFill>
              </a:rPr>
              <a:t>Silver</a:t>
            </a:r>
            <a:r>
              <a:rPr lang="en-US" altLang="zh-HK" dirty="0"/>
              <a:t>(USERs)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76D150-D8F9-F4A9-DADA-F0AA6AD55B5F}"/>
              </a:ext>
            </a:extLst>
          </p:cNvPr>
          <p:cNvSpPr>
            <a:spLocks/>
          </p:cNvSpPr>
          <p:nvPr/>
        </p:nvSpPr>
        <p:spPr>
          <a:xfrm>
            <a:off x="4467048" y="883374"/>
            <a:ext cx="3807383" cy="3317185"/>
          </a:xfrm>
          <a:prstGeom prst="roundRect">
            <a:avLst>
              <a:gd name="adj" fmla="val 49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4E2DF5D-909B-B3EA-B372-C77CB3B4F9F5}"/>
              </a:ext>
            </a:extLst>
          </p:cNvPr>
          <p:cNvSpPr txBox="1">
            <a:spLocks/>
          </p:cNvSpPr>
          <p:nvPr/>
        </p:nvSpPr>
        <p:spPr>
          <a:xfrm>
            <a:off x="4447727" y="952474"/>
            <a:ext cx="3765127" cy="48387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0">
              <a:buNone/>
            </a:pPr>
            <a:r>
              <a:rPr lang="en-US" altLang="zh-HK" b="1" dirty="0">
                <a:latin typeface="+mj-lt"/>
                <a:ea typeface="+mj-ea"/>
              </a:rPr>
              <a:t>ETL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Extract: </a:t>
            </a:r>
            <a:r>
              <a:rPr lang="en-US" altLang="zh-HK" sz="1200" dirty="0"/>
              <a:t>Bronze clickstream, attributes and financials.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Transform:</a:t>
            </a:r>
          </a:p>
          <a:p>
            <a:pPr lvl="1"/>
            <a:r>
              <a:rPr lang="en-US" altLang="zh-HK" sz="1200" dirty="0"/>
              <a:t>Enforce schema on all features.</a:t>
            </a:r>
          </a:p>
          <a:p>
            <a:pPr lvl="1"/>
            <a:r>
              <a:rPr lang="en-US" altLang="zh-HK" sz="1200" dirty="0"/>
              <a:t>Attributes: Mask PII, validate and bin Age range.</a:t>
            </a:r>
          </a:p>
          <a:p>
            <a:pPr lvl="1"/>
            <a:r>
              <a:rPr lang="en-US" altLang="zh-HK" sz="1200" dirty="0"/>
              <a:t>Clickstream: Convert 20 features (fe_1 to fe_20) to integers.</a:t>
            </a:r>
          </a:p>
          <a:p>
            <a:pPr lvl="1"/>
            <a:r>
              <a:rPr lang="en-US" altLang="zh-HK" sz="1200" dirty="0"/>
              <a:t>Financials: Parse numeric fields, cleans invalids,  standardize “</a:t>
            </a:r>
            <a:r>
              <a:rPr lang="en-US" altLang="zh-HK" sz="1200" dirty="0" err="1"/>
              <a:t>Type_of_Loan</a:t>
            </a:r>
            <a:r>
              <a:rPr lang="en-US" altLang="zh-HK" sz="1200" dirty="0"/>
              <a:t>” and “</a:t>
            </a:r>
            <a:r>
              <a:rPr lang="en-US" altLang="zh-HK" sz="1200" dirty="0" err="1"/>
              <a:t>Credit_History_Age</a:t>
            </a:r>
            <a:r>
              <a:rPr lang="en-US" altLang="zh-HK" sz="1200" dirty="0"/>
              <a:t>” and split payment </a:t>
            </a:r>
            <a:r>
              <a:rPr lang="en-US" altLang="zh-HK" sz="1200" dirty="0" err="1"/>
              <a:t>behaviour</a:t>
            </a:r>
            <a:r>
              <a:rPr lang="en-US" altLang="zh-HK" sz="1200" dirty="0"/>
              <a:t>.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Load: </a:t>
            </a:r>
            <a:r>
              <a:rPr lang="en-US" altLang="zh-HK" sz="1200" dirty="0"/>
              <a:t>Stored as cleaned, standardized and partitioned Parquet files by snapshot dates.</a:t>
            </a:r>
          </a:p>
        </p:txBody>
      </p:sp>
      <p:pic>
        <p:nvPicPr>
          <p:cNvPr id="14" name="Graphic 13" descr="Circles with arrows with solid fill">
            <a:extLst>
              <a:ext uri="{FF2B5EF4-FFF2-40B4-BE49-F238E27FC236}">
                <a16:creationId xmlns:a16="http://schemas.microsoft.com/office/drawing/2014/main" id="{38EA4D9D-86A2-884F-FCD0-C0A08C7250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3216" y="927666"/>
            <a:ext cx="432000" cy="432000"/>
          </a:xfrm>
          <a:prstGeom prst="rect">
            <a:avLst/>
          </a:prstGeom>
        </p:spPr>
      </p:pic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02F31958-1BCE-EF36-720F-00BA237808C7}"/>
              </a:ext>
            </a:extLst>
          </p:cNvPr>
          <p:cNvSpPr txBox="1">
            <a:spLocks/>
          </p:cNvSpPr>
          <p:nvPr/>
        </p:nvSpPr>
        <p:spPr>
          <a:xfrm>
            <a:off x="4489564" y="4293508"/>
            <a:ext cx="3784867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2000" b="1" dirty="0">
                <a:latin typeface="+mj-lt"/>
              </a:rPr>
              <a:t>Design Decisions</a:t>
            </a:r>
            <a:endParaRPr lang="zh-HK" altLang="en-US" sz="2000" b="1" dirty="0">
              <a:latin typeface="+mj-lt"/>
            </a:endParaRPr>
          </a:p>
        </p:txBody>
      </p:sp>
      <p:sp>
        <p:nvSpPr>
          <p:cNvPr id="118" name="Content Placeholder 3">
            <a:extLst>
              <a:ext uri="{FF2B5EF4-FFF2-40B4-BE49-F238E27FC236}">
                <a16:creationId xmlns:a16="http://schemas.microsoft.com/office/drawing/2014/main" id="{C9771FE2-BD75-5E21-1FB5-4959ECD37A02}"/>
              </a:ext>
            </a:extLst>
          </p:cNvPr>
          <p:cNvSpPr txBox="1">
            <a:spLocks/>
          </p:cNvSpPr>
          <p:nvPr/>
        </p:nvSpPr>
        <p:spPr>
          <a:xfrm>
            <a:off x="4467048" y="4700544"/>
            <a:ext cx="3807383" cy="86516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200" dirty="0"/>
              <a:t>The PII are masked in the silver layer to ensure sensitive information would not be accidentally shared within the enterprise.</a:t>
            </a:r>
          </a:p>
          <a:p>
            <a:pPr marL="352425" indent="-171450"/>
            <a:r>
              <a:rPr lang="en-US" altLang="zh-HK" sz="1200" dirty="0"/>
              <a:t>Schema enforcement prevents dirty data from propagating.</a:t>
            </a:r>
          </a:p>
          <a:p>
            <a:pPr marL="352425" indent="-171450"/>
            <a:r>
              <a:rPr lang="en-US" altLang="zh-HK" sz="1200" dirty="0"/>
              <a:t>Separate logic per data domain ensures data quality early.</a:t>
            </a:r>
          </a:p>
          <a:p>
            <a:pPr marL="352425" indent="-171450"/>
            <a:r>
              <a:rPr lang="en-US" altLang="zh-HK" sz="1200" dirty="0"/>
              <a:t>Partition by snapshot month for reproducibility.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6F2B077-C2EF-FDFF-A0D8-533EFD832FE2}"/>
              </a:ext>
            </a:extLst>
          </p:cNvPr>
          <p:cNvGrpSpPr/>
          <p:nvPr/>
        </p:nvGrpSpPr>
        <p:grpSpPr>
          <a:xfrm>
            <a:off x="938101" y="872695"/>
            <a:ext cx="2594085" cy="2625087"/>
            <a:chOff x="934693" y="1927863"/>
            <a:chExt cx="2594085" cy="2625087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8B9F94B5-72AA-D88C-4A94-9004BA1F4F1D}"/>
                </a:ext>
              </a:extLst>
            </p:cNvPr>
            <p:cNvSpPr>
              <a:spLocks/>
            </p:cNvSpPr>
            <p:nvPr/>
          </p:nvSpPr>
          <p:spPr>
            <a:xfrm>
              <a:off x="1018471" y="1927863"/>
              <a:ext cx="2510307" cy="2625087"/>
            </a:xfrm>
            <a:prstGeom prst="roundRect">
              <a:avLst>
                <a:gd name="adj" fmla="val 4948"/>
              </a:avLst>
            </a:prstGeom>
            <a:solidFill>
              <a:srgbClr val="D0B74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17" name="Content Placeholder 3">
              <a:extLst>
                <a:ext uri="{FF2B5EF4-FFF2-40B4-BE49-F238E27FC236}">
                  <a16:creationId xmlns:a16="http://schemas.microsoft.com/office/drawing/2014/main" id="{57626B24-DDC2-1159-C11D-9E7D5E9C5B88}"/>
                </a:ext>
              </a:extLst>
            </p:cNvPr>
            <p:cNvSpPr txBox="1">
              <a:spLocks/>
            </p:cNvSpPr>
            <p:nvPr/>
          </p:nvSpPr>
          <p:spPr>
            <a:xfrm>
              <a:off x="934693" y="2075020"/>
              <a:ext cx="1740967" cy="56545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b="1" dirty="0">
                  <a:solidFill>
                    <a:srgbClr val="D0B74C"/>
                  </a:solidFill>
                  <a:latin typeface="+mj-lt"/>
                  <a:ea typeface="+mj-ea"/>
                </a:rPr>
                <a:t>Bronze</a:t>
              </a:r>
            </a:p>
          </p:txBody>
        </p:sp>
        <p:sp>
          <p:nvSpPr>
            <p:cNvPr id="90" name="Text Placeholder 14">
              <a:extLst>
                <a:ext uri="{FF2B5EF4-FFF2-40B4-BE49-F238E27FC236}">
                  <a16:creationId xmlns:a16="http://schemas.microsoft.com/office/drawing/2014/main" id="{25D5A0B9-0C43-E779-DC77-68631E946862}"/>
                </a:ext>
              </a:extLst>
            </p:cNvPr>
            <p:cNvSpPr txBox="1">
              <a:spLocks/>
            </p:cNvSpPr>
            <p:nvPr/>
          </p:nvSpPr>
          <p:spPr>
            <a:xfrm>
              <a:off x="2034890" y="2449435"/>
              <a:ext cx="1347635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Jan                Dec</a:t>
              </a:r>
              <a:endParaRPr lang="zh-HK" altLang="en-US" sz="1200" dirty="0"/>
            </a:p>
          </p:txBody>
        </p:sp>
        <p:pic>
          <p:nvPicPr>
            <p:cNvPr id="94" name="Graphic 93" descr="Key with solid fill">
              <a:extLst>
                <a:ext uri="{FF2B5EF4-FFF2-40B4-BE49-F238E27FC236}">
                  <a16:creationId xmlns:a16="http://schemas.microsoft.com/office/drawing/2014/main" id="{20C83649-65D5-21FF-866F-28B910121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22525" y="2049847"/>
              <a:ext cx="360000" cy="360000"/>
            </a:xfrm>
            <a:prstGeom prst="rect">
              <a:avLst/>
            </a:prstGeom>
          </p:spPr>
        </p:pic>
        <p:pic>
          <p:nvPicPr>
            <p:cNvPr id="95" name="Graphic 94" descr="Database with solid fill">
              <a:extLst>
                <a:ext uri="{FF2B5EF4-FFF2-40B4-BE49-F238E27FC236}">
                  <a16:creationId xmlns:a16="http://schemas.microsoft.com/office/drawing/2014/main" id="{40662840-FF3F-6D35-8F80-9D8F04513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96057" y="2022806"/>
              <a:ext cx="432000" cy="432000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64D83A1-6D03-B8AC-716B-816F474E9BC4}"/>
                </a:ext>
              </a:extLst>
            </p:cNvPr>
            <p:cNvGrpSpPr/>
            <p:nvPr/>
          </p:nvGrpSpPr>
          <p:grpSpPr>
            <a:xfrm>
              <a:off x="1969350" y="2702744"/>
              <a:ext cx="1416500" cy="504448"/>
              <a:chOff x="1951090" y="1531169"/>
              <a:chExt cx="1416500" cy="504448"/>
            </a:xfrm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5CB3C425-E509-4AE2-6073-C8E33D10391F}"/>
                  </a:ext>
                </a:extLst>
              </p:cNvPr>
              <p:cNvSpPr/>
              <p:nvPr/>
            </p:nvSpPr>
            <p:spPr>
              <a:xfrm>
                <a:off x="1951090" y="1534170"/>
                <a:ext cx="1416500" cy="498446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dirty="0"/>
              </a:p>
            </p:txBody>
          </p:sp>
          <p:pic>
            <p:nvPicPr>
              <p:cNvPr id="96" name="Graphic 95" descr="Document outline">
                <a:extLst>
                  <a:ext uri="{FF2B5EF4-FFF2-40B4-BE49-F238E27FC236}">
                    <a16:creationId xmlns:a16="http://schemas.microsoft.com/office/drawing/2014/main" id="{20161700-4224-C662-DD6B-DF8896980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960998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99" name="圖形 56" descr="Document outline">
                <a:extLst>
                  <a:ext uri="{FF2B5EF4-FFF2-40B4-BE49-F238E27FC236}">
                    <a16:creationId xmlns:a16="http://schemas.microsoft.com/office/drawing/2014/main" id="{49F882C7-87A4-F3D4-B554-52E04F3006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2863142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100" name="Graphic 99" descr="Chevron arrows with solid fill">
                <a:extLst>
                  <a:ext uri="{FF2B5EF4-FFF2-40B4-BE49-F238E27FC236}">
                    <a16:creationId xmlns:a16="http://schemas.microsoft.com/office/drawing/2014/main" id="{69816F4E-0F53-0D71-509A-EE7C72E1C4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425254" y="1549093"/>
                <a:ext cx="468599" cy="468599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360B2E-37BA-307B-BF3F-C54E6DD69A84}"/>
                </a:ext>
              </a:extLst>
            </p:cNvPr>
            <p:cNvGrpSpPr/>
            <p:nvPr/>
          </p:nvGrpSpPr>
          <p:grpSpPr>
            <a:xfrm>
              <a:off x="1052605" y="2720136"/>
              <a:ext cx="849495" cy="515336"/>
              <a:chOff x="1052605" y="1548561"/>
              <a:chExt cx="849495" cy="515336"/>
            </a:xfrm>
          </p:grpSpPr>
          <p:pic>
            <p:nvPicPr>
              <p:cNvPr id="48" name="Graphic 47" descr="User with solid fill">
                <a:extLst>
                  <a:ext uri="{FF2B5EF4-FFF2-40B4-BE49-F238E27FC236}">
                    <a16:creationId xmlns:a16="http://schemas.microsoft.com/office/drawing/2014/main" id="{31ACB7E5-140D-8311-38C9-86EB0AA05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26195" y="1548561"/>
                <a:ext cx="359999" cy="360000"/>
              </a:xfrm>
              <a:prstGeom prst="rect">
                <a:avLst/>
              </a:prstGeom>
            </p:spPr>
          </p:pic>
          <p:sp>
            <p:nvSpPr>
              <p:cNvPr id="5" name="Text Placeholder 14">
                <a:extLst>
                  <a:ext uri="{FF2B5EF4-FFF2-40B4-BE49-F238E27FC236}">
                    <a16:creationId xmlns:a16="http://schemas.microsoft.com/office/drawing/2014/main" id="{EE3E529D-AACF-3315-6F72-0770C34743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05" y="1827355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Attributes</a:t>
                </a:r>
                <a:endParaRPr lang="zh-HK" altLang="en-US" sz="1200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A08EEAB-80DB-5CED-045D-6D462B7B10F6}"/>
                </a:ext>
              </a:extLst>
            </p:cNvPr>
            <p:cNvGrpSpPr/>
            <p:nvPr/>
          </p:nvGrpSpPr>
          <p:grpSpPr>
            <a:xfrm>
              <a:off x="1052604" y="3317924"/>
              <a:ext cx="849495" cy="515336"/>
              <a:chOff x="1185793" y="2536687"/>
              <a:chExt cx="849495" cy="515336"/>
            </a:xfrm>
          </p:grpSpPr>
          <p:pic>
            <p:nvPicPr>
              <p:cNvPr id="8" name="Graphic 7" descr="Calculator with solid fill">
                <a:extLst>
                  <a:ext uri="{FF2B5EF4-FFF2-40B4-BE49-F238E27FC236}">
                    <a16:creationId xmlns:a16="http://schemas.microsoft.com/office/drawing/2014/main" id="{0DBCE308-A237-7510-78E0-96D5CD68B7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1397483" y="2536687"/>
                <a:ext cx="359999" cy="359999"/>
              </a:xfrm>
              <a:prstGeom prst="rect">
                <a:avLst/>
              </a:prstGeom>
            </p:spPr>
          </p:pic>
          <p:sp>
            <p:nvSpPr>
              <p:cNvPr id="9" name="Text Placeholder 14">
                <a:extLst>
                  <a:ext uri="{FF2B5EF4-FFF2-40B4-BE49-F238E27FC236}">
                    <a16:creationId xmlns:a16="http://schemas.microsoft.com/office/drawing/2014/main" id="{40A01EF1-4D91-89C4-682C-583C46D089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5793" y="2815481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Financials</a:t>
                </a:r>
                <a:endParaRPr lang="zh-HK" altLang="en-US" sz="120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E95E65D-171D-5442-08E4-59609BFEF697}"/>
                </a:ext>
              </a:extLst>
            </p:cNvPr>
            <p:cNvGrpSpPr/>
            <p:nvPr/>
          </p:nvGrpSpPr>
          <p:grpSpPr>
            <a:xfrm>
              <a:off x="1028981" y="3860722"/>
              <a:ext cx="943527" cy="515336"/>
              <a:chOff x="1147693" y="2536687"/>
              <a:chExt cx="943527" cy="515336"/>
            </a:xfrm>
          </p:grpSpPr>
          <p:pic>
            <p:nvPicPr>
              <p:cNvPr id="15" name="Graphic 14" descr="Cursor with solid fill">
                <a:extLst>
                  <a:ext uri="{FF2B5EF4-FFF2-40B4-BE49-F238E27FC236}">
                    <a16:creationId xmlns:a16="http://schemas.microsoft.com/office/drawing/2014/main" id="{5F1D7576-329A-5D49-EFF8-D78E2EDE31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1397483" y="2536687"/>
                <a:ext cx="359999" cy="359999"/>
              </a:xfrm>
              <a:prstGeom prst="rect">
                <a:avLst/>
              </a:prstGeom>
            </p:spPr>
          </p:pic>
          <p:sp>
            <p:nvSpPr>
              <p:cNvPr id="17" name="Text Placeholder 14">
                <a:extLst>
                  <a:ext uri="{FF2B5EF4-FFF2-40B4-BE49-F238E27FC236}">
                    <a16:creationId xmlns:a16="http://schemas.microsoft.com/office/drawing/2014/main" id="{83C31530-DEC5-C2BA-6F8A-19BFA3B1AC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7693" y="2815481"/>
                <a:ext cx="943527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Clickstream</a:t>
                </a:r>
                <a:endParaRPr lang="zh-HK" altLang="en-US" sz="1200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28C7244-9447-C219-0179-4378B15EAC62}"/>
                </a:ext>
              </a:extLst>
            </p:cNvPr>
            <p:cNvGrpSpPr/>
            <p:nvPr/>
          </p:nvGrpSpPr>
          <p:grpSpPr>
            <a:xfrm>
              <a:off x="1969350" y="3280367"/>
              <a:ext cx="1416500" cy="504448"/>
              <a:chOff x="1951090" y="1531169"/>
              <a:chExt cx="1416500" cy="50444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499AD99D-7743-A271-5EAC-9565733B9352}"/>
                  </a:ext>
                </a:extLst>
              </p:cNvPr>
              <p:cNvSpPr/>
              <p:nvPr/>
            </p:nvSpPr>
            <p:spPr>
              <a:xfrm>
                <a:off x="1951090" y="1534170"/>
                <a:ext cx="1416500" cy="498446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dirty="0"/>
              </a:p>
            </p:txBody>
          </p:sp>
          <p:pic>
            <p:nvPicPr>
              <p:cNvPr id="20" name="Graphic 19" descr="Document outline">
                <a:extLst>
                  <a:ext uri="{FF2B5EF4-FFF2-40B4-BE49-F238E27FC236}">
                    <a16:creationId xmlns:a16="http://schemas.microsoft.com/office/drawing/2014/main" id="{46BAE562-EA21-C4F2-6766-67A0E04AD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960998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21" name="圖形 56" descr="Document outline">
                <a:extLst>
                  <a:ext uri="{FF2B5EF4-FFF2-40B4-BE49-F238E27FC236}">
                    <a16:creationId xmlns:a16="http://schemas.microsoft.com/office/drawing/2014/main" id="{CD8B1427-0763-4F0C-8DBC-F8CBF875AF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2863142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22" name="Graphic 21" descr="Chevron arrows with solid fill">
                <a:extLst>
                  <a:ext uri="{FF2B5EF4-FFF2-40B4-BE49-F238E27FC236}">
                    <a16:creationId xmlns:a16="http://schemas.microsoft.com/office/drawing/2014/main" id="{46B19290-13A9-CF73-103C-242A20DB6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425254" y="1549093"/>
                <a:ext cx="468599" cy="468599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D5E3046-0AFF-3D17-021C-B25BE8E0DCB6}"/>
                </a:ext>
              </a:extLst>
            </p:cNvPr>
            <p:cNvGrpSpPr/>
            <p:nvPr/>
          </p:nvGrpSpPr>
          <p:grpSpPr>
            <a:xfrm>
              <a:off x="1969350" y="3857989"/>
              <a:ext cx="1416500" cy="504448"/>
              <a:chOff x="1951090" y="1531169"/>
              <a:chExt cx="1416500" cy="504448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7D3DF84-7E5A-2A74-A6BA-418325058040}"/>
                  </a:ext>
                </a:extLst>
              </p:cNvPr>
              <p:cNvSpPr/>
              <p:nvPr/>
            </p:nvSpPr>
            <p:spPr>
              <a:xfrm>
                <a:off x="1951090" y="1534170"/>
                <a:ext cx="1416500" cy="498446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dirty="0"/>
              </a:p>
            </p:txBody>
          </p:sp>
          <p:pic>
            <p:nvPicPr>
              <p:cNvPr id="25" name="Graphic 24" descr="Document outline">
                <a:extLst>
                  <a:ext uri="{FF2B5EF4-FFF2-40B4-BE49-F238E27FC236}">
                    <a16:creationId xmlns:a16="http://schemas.microsoft.com/office/drawing/2014/main" id="{DB3F6E7B-1FC0-C0B1-F32E-5E6EEC777A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960998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26" name="圖形 56" descr="Document outline">
                <a:extLst>
                  <a:ext uri="{FF2B5EF4-FFF2-40B4-BE49-F238E27FC236}">
                    <a16:creationId xmlns:a16="http://schemas.microsoft.com/office/drawing/2014/main" id="{72EC6F63-3A06-4B26-2319-BADDFDC7FE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2863142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27" name="Graphic 26" descr="Chevron arrows with solid fill">
                <a:extLst>
                  <a:ext uri="{FF2B5EF4-FFF2-40B4-BE49-F238E27FC236}">
                    <a16:creationId xmlns:a16="http://schemas.microsoft.com/office/drawing/2014/main" id="{419C235B-821B-56E7-E12E-7A85C13B8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425254" y="1549093"/>
                <a:ext cx="468599" cy="468599"/>
              </a:xfrm>
              <a:prstGeom prst="rect">
                <a:avLst/>
              </a:prstGeom>
            </p:spPr>
          </p:pic>
        </p:grpSp>
      </p:grp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77E12F7-B075-A7BC-F30F-29E0AA39A2B6}"/>
              </a:ext>
            </a:extLst>
          </p:cNvPr>
          <p:cNvSpPr/>
          <p:nvPr/>
        </p:nvSpPr>
        <p:spPr>
          <a:xfrm>
            <a:off x="3663542" y="1891849"/>
            <a:ext cx="573585" cy="5220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7D8C5FF-F969-6FB1-3A72-D2D31CAE2E0A}"/>
              </a:ext>
            </a:extLst>
          </p:cNvPr>
          <p:cNvSpPr/>
          <p:nvPr/>
        </p:nvSpPr>
        <p:spPr>
          <a:xfrm>
            <a:off x="8474500" y="1891849"/>
            <a:ext cx="573585" cy="5220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E5A15B0-8B13-53D2-059F-9B150613834C}"/>
              </a:ext>
            </a:extLst>
          </p:cNvPr>
          <p:cNvGrpSpPr/>
          <p:nvPr/>
        </p:nvGrpSpPr>
        <p:grpSpPr>
          <a:xfrm>
            <a:off x="9127117" y="870653"/>
            <a:ext cx="2594085" cy="2625087"/>
            <a:chOff x="934693" y="1927863"/>
            <a:chExt cx="2594085" cy="262508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BFFE4D9-8134-D373-8BFB-62F84EFBD86E}"/>
                </a:ext>
              </a:extLst>
            </p:cNvPr>
            <p:cNvSpPr>
              <a:spLocks/>
            </p:cNvSpPr>
            <p:nvPr/>
          </p:nvSpPr>
          <p:spPr>
            <a:xfrm>
              <a:off x="1018471" y="1927863"/>
              <a:ext cx="2510307" cy="2625087"/>
            </a:xfrm>
            <a:prstGeom prst="roundRect">
              <a:avLst>
                <a:gd name="adj" fmla="val 4948"/>
              </a:avLst>
            </a:prstGeom>
            <a:solidFill>
              <a:srgbClr val="D0B74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33" name="Content Placeholder 3">
              <a:extLst>
                <a:ext uri="{FF2B5EF4-FFF2-40B4-BE49-F238E27FC236}">
                  <a16:creationId xmlns:a16="http://schemas.microsoft.com/office/drawing/2014/main" id="{80A09C33-3211-FDA2-564E-856658D708D0}"/>
                </a:ext>
              </a:extLst>
            </p:cNvPr>
            <p:cNvSpPr txBox="1">
              <a:spLocks/>
            </p:cNvSpPr>
            <p:nvPr/>
          </p:nvSpPr>
          <p:spPr>
            <a:xfrm>
              <a:off x="934693" y="2075020"/>
              <a:ext cx="1740967" cy="56545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b="1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+mj-ea"/>
                </a:rPr>
                <a:t>Silver</a:t>
              </a:r>
            </a:p>
          </p:txBody>
        </p:sp>
        <p:sp>
          <p:nvSpPr>
            <p:cNvPr id="34" name="Text Placeholder 14">
              <a:extLst>
                <a:ext uri="{FF2B5EF4-FFF2-40B4-BE49-F238E27FC236}">
                  <a16:creationId xmlns:a16="http://schemas.microsoft.com/office/drawing/2014/main" id="{DAFADBFB-91DD-A7EC-9C56-89C6237C2BEA}"/>
                </a:ext>
              </a:extLst>
            </p:cNvPr>
            <p:cNvSpPr txBox="1">
              <a:spLocks/>
            </p:cNvSpPr>
            <p:nvPr/>
          </p:nvSpPr>
          <p:spPr>
            <a:xfrm>
              <a:off x="2034890" y="2449435"/>
              <a:ext cx="1347635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Jan                Dec</a:t>
              </a:r>
              <a:endParaRPr lang="zh-HK" altLang="en-US" sz="1200" dirty="0"/>
            </a:p>
          </p:txBody>
        </p:sp>
        <p:pic>
          <p:nvPicPr>
            <p:cNvPr id="36" name="Graphic 35" descr="Database with solid fill">
              <a:extLst>
                <a:ext uri="{FF2B5EF4-FFF2-40B4-BE49-F238E27FC236}">
                  <a16:creationId xmlns:a16="http://schemas.microsoft.com/office/drawing/2014/main" id="{3D73A454-96EB-AEDF-E4E3-081AD7120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96057" y="2022806"/>
              <a:ext cx="432000" cy="432000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79D1C33-82F4-F832-CF66-A51BB9B28857}"/>
                </a:ext>
              </a:extLst>
            </p:cNvPr>
            <p:cNvGrpSpPr/>
            <p:nvPr/>
          </p:nvGrpSpPr>
          <p:grpSpPr>
            <a:xfrm>
              <a:off x="1969350" y="2702744"/>
              <a:ext cx="1416500" cy="504448"/>
              <a:chOff x="1951090" y="1531169"/>
              <a:chExt cx="1416500" cy="504448"/>
            </a:xfrm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9BBB6B50-0D5A-1260-03CD-5F4C7FAF4A0F}"/>
                  </a:ext>
                </a:extLst>
              </p:cNvPr>
              <p:cNvSpPr/>
              <p:nvPr/>
            </p:nvSpPr>
            <p:spPr>
              <a:xfrm>
                <a:off x="1951090" y="1534170"/>
                <a:ext cx="1416500" cy="498446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dirty="0"/>
              </a:p>
            </p:txBody>
          </p:sp>
          <p:pic>
            <p:nvPicPr>
              <p:cNvPr id="75" name="Graphic 74" descr="Document with solid fill">
                <a:extLst>
                  <a:ext uri="{FF2B5EF4-FFF2-40B4-BE49-F238E27FC236}">
                    <a16:creationId xmlns:a16="http://schemas.microsoft.com/office/drawing/2014/main" id="{A4EF9C85-43DC-0474-7C2F-D079680544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1960998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76" name="圖形 56" descr="Document with solid fill">
                <a:extLst>
                  <a:ext uri="{FF2B5EF4-FFF2-40B4-BE49-F238E27FC236}">
                    <a16:creationId xmlns:a16="http://schemas.microsoft.com/office/drawing/2014/main" id="{60FFBA9E-151A-7655-B63A-D03FF6F34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2863142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77" name="Graphic 76" descr="Chevron arrows with solid fill">
                <a:extLst>
                  <a:ext uri="{FF2B5EF4-FFF2-40B4-BE49-F238E27FC236}">
                    <a16:creationId xmlns:a16="http://schemas.microsoft.com/office/drawing/2014/main" id="{878F2BEE-1AF4-DD5A-7E9A-9EC3C08F6B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425254" y="1549093"/>
                <a:ext cx="468599" cy="468599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B6368B7-CCDB-E035-1829-239451456306}"/>
                </a:ext>
              </a:extLst>
            </p:cNvPr>
            <p:cNvGrpSpPr/>
            <p:nvPr/>
          </p:nvGrpSpPr>
          <p:grpSpPr>
            <a:xfrm>
              <a:off x="1052605" y="2720136"/>
              <a:ext cx="849495" cy="515336"/>
              <a:chOff x="1052605" y="1548561"/>
              <a:chExt cx="849495" cy="515336"/>
            </a:xfrm>
          </p:grpSpPr>
          <p:pic>
            <p:nvPicPr>
              <p:cNvPr id="59" name="Graphic 58" descr="User with solid fill">
                <a:extLst>
                  <a:ext uri="{FF2B5EF4-FFF2-40B4-BE49-F238E27FC236}">
                    <a16:creationId xmlns:a16="http://schemas.microsoft.com/office/drawing/2014/main" id="{C641E344-9836-E2C7-1349-C2C7C118F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26195" y="1548561"/>
                <a:ext cx="359999" cy="360000"/>
              </a:xfrm>
              <a:prstGeom prst="rect">
                <a:avLst/>
              </a:prstGeom>
            </p:spPr>
          </p:pic>
          <p:sp>
            <p:nvSpPr>
              <p:cNvPr id="63" name="Text Placeholder 14">
                <a:extLst>
                  <a:ext uri="{FF2B5EF4-FFF2-40B4-BE49-F238E27FC236}">
                    <a16:creationId xmlns:a16="http://schemas.microsoft.com/office/drawing/2014/main" id="{1BDB0E3F-E3EE-6D0A-2AAE-4254E41C3D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05" y="1827355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Attributes</a:t>
                </a:r>
                <a:endParaRPr lang="zh-HK" altLang="en-US" sz="1200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46B951A-26E4-9F7D-E699-F2CE698AD47A}"/>
                </a:ext>
              </a:extLst>
            </p:cNvPr>
            <p:cNvGrpSpPr/>
            <p:nvPr/>
          </p:nvGrpSpPr>
          <p:grpSpPr>
            <a:xfrm>
              <a:off x="1052604" y="3317924"/>
              <a:ext cx="849495" cy="515336"/>
              <a:chOff x="1185793" y="2536687"/>
              <a:chExt cx="849495" cy="515336"/>
            </a:xfrm>
          </p:grpSpPr>
          <p:pic>
            <p:nvPicPr>
              <p:cNvPr id="57" name="Graphic 56" descr="Calculator with solid fill">
                <a:extLst>
                  <a:ext uri="{FF2B5EF4-FFF2-40B4-BE49-F238E27FC236}">
                    <a16:creationId xmlns:a16="http://schemas.microsoft.com/office/drawing/2014/main" id="{16E01ED6-436C-EDF5-C487-9A64378255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1397483" y="2536687"/>
                <a:ext cx="359999" cy="359999"/>
              </a:xfrm>
              <a:prstGeom prst="rect">
                <a:avLst/>
              </a:prstGeom>
            </p:spPr>
          </p:pic>
          <p:sp>
            <p:nvSpPr>
              <p:cNvPr id="58" name="Text Placeholder 14">
                <a:extLst>
                  <a:ext uri="{FF2B5EF4-FFF2-40B4-BE49-F238E27FC236}">
                    <a16:creationId xmlns:a16="http://schemas.microsoft.com/office/drawing/2014/main" id="{E7DCAC20-3BBB-094C-57F8-17E74D960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5793" y="2815481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Financials</a:t>
                </a:r>
                <a:endParaRPr lang="zh-HK" altLang="en-US" sz="1200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0A610-A5CF-FAEC-88DC-8C12806A38A6}"/>
                </a:ext>
              </a:extLst>
            </p:cNvPr>
            <p:cNvGrpSpPr/>
            <p:nvPr/>
          </p:nvGrpSpPr>
          <p:grpSpPr>
            <a:xfrm>
              <a:off x="1028981" y="3860722"/>
              <a:ext cx="943527" cy="515336"/>
              <a:chOff x="1147693" y="2536687"/>
              <a:chExt cx="943527" cy="515336"/>
            </a:xfrm>
          </p:grpSpPr>
          <p:pic>
            <p:nvPicPr>
              <p:cNvPr id="55" name="Graphic 54" descr="Cursor with solid fill">
                <a:extLst>
                  <a:ext uri="{FF2B5EF4-FFF2-40B4-BE49-F238E27FC236}">
                    <a16:creationId xmlns:a16="http://schemas.microsoft.com/office/drawing/2014/main" id="{A6C75D50-C75F-2A2E-A1F1-0AAE8A5FF5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1397483" y="2536687"/>
                <a:ext cx="359999" cy="359999"/>
              </a:xfrm>
              <a:prstGeom prst="rect">
                <a:avLst/>
              </a:prstGeom>
            </p:spPr>
          </p:pic>
          <p:sp>
            <p:nvSpPr>
              <p:cNvPr id="56" name="Text Placeholder 14">
                <a:extLst>
                  <a:ext uri="{FF2B5EF4-FFF2-40B4-BE49-F238E27FC236}">
                    <a16:creationId xmlns:a16="http://schemas.microsoft.com/office/drawing/2014/main" id="{3B9F0B0E-A37F-D8DA-1830-50EEA1AA56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7693" y="2815481"/>
                <a:ext cx="943527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Clickstream</a:t>
                </a:r>
                <a:endParaRPr lang="zh-HK" altLang="en-US" sz="1200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89FDE63-F705-CF19-6805-A3D8C234AE6C}"/>
                </a:ext>
              </a:extLst>
            </p:cNvPr>
            <p:cNvGrpSpPr/>
            <p:nvPr/>
          </p:nvGrpSpPr>
          <p:grpSpPr>
            <a:xfrm>
              <a:off x="1969350" y="3280367"/>
              <a:ext cx="1416500" cy="504448"/>
              <a:chOff x="1951090" y="1531169"/>
              <a:chExt cx="1416500" cy="504448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1030A99B-56AB-1076-689E-641A91DD417F}"/>
                  </a:ext>
                </a:extLst>
              </p:cNvPr>
              <p:cNvSpPr/>
              <p:nvPr/>
            </p:nvSpPr>
            <p:spPr>
              <a:xfrm>
                <a:off x="1951090" y="1534170"/>
                <a:ext cx="1416500" cy="498446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dirty="0"/>
              </a:p>
            </p:txBody>
          </p:sp>
          <p:pic>
            <p:nvPicPr>
              <p:cNvPr id="49" name="Graphic 48" descr="Document with solid fill">
                <a:extLst>
                  <a:ext uri="{FF2B5EF4-FFF2-40B4-BE49-F238E27FC236}">
                    <a16:creationId xmlns:a16="http://schemas.microsoft.com/office/drawing/2014/main" id="{D7A73CEF-73EF-D75A-93D0-9A0FC3C21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1960998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51" name="圖形 56" descr="Document with solid fill">
                <a:extLst>
                  <a:ext uri="{FF2B5EF4-FFF2-40B4-BE49-F238E27FC236}">
                    <a16:creationId xmlns:a16="http://schemas.microsoft.com/office/drawing/2014/main" id="{ED7B651F-B678-6D42-47A4-D278461C0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2863142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53" name="Graphic 52" descr="Chevron arrows with solid fill">
                <a:extLst>
                  <a:ext uri="{FF2B5EF4-FFF2-40B4-BE49-F238E27FC236}">
                    <a16:creationId xmlns:a16="http://schemas.microsoft.com/office/drawing/2014/main" id="{4F5E100A-06C6-1C26-F4BA-F1D6FA526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425254" y="1549093"/>
                <a:ext cx="468599" cy="468599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957C183-B61F-0EAA-D954-FFC3EF73572A}"/>
                </a:ext>
              </a:extLst>
            </p:cNvPr>
            <p:cNvGrpSpPr/>
            <p:nvPr/>
          </p:nvGrpSpPr>
          <p:grpSpPr>
            <a:xfrm>
              <a:off x="1969350" y="3857989"/>
              <a:ext cx="1416500" cy="504448"/>
              <a:chOff x="1951090" y="1531169"/>
              <a:chExt cx="1416500" cy="504448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C404E08-FAD2-CCE8-C6C5-D7DFAF44A1E9}"/>
                  </a:ext>
                </a:extLst>
              </p:cNvPr>
              <p:cNvSpPr/>
              <p:nvPr/>
            </p:nvSpPr>
            <p:spPr>
              <a:xfrm>
                <a:off x="1951090" y="1534170"/>
                <a:ext cx="1416500" cy="498446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dirty="0"/>
              </a:p>
            </p:txBody>
          </p:sp>
          <p:pic>
            <p:nvPicPr>
              <p:cNvPr id="44" name="Graphic 43" descr="Document with solid fill">
                <a:extLst>
                  <a:ext uri="{FF2B5EF4-FFF2-40B4-BE49-F238E27FC236}">
                    <a16:creationId xmlns:a16="http://schemas.microsoft.com/office/drawing/2014/main" id="{388CCC18-9B9A-FAE5-B091-38F573533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1960998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45" name="圖形 56" descr="Document with solid fill">
                <a:extLst>
                  <a:ext uri="{FF2B5EF4-FFF2-40B4-BE49-F238E27FC236}">
                    <a16:creationId xmlns:a16="http://schemas.microsoft.com/office/drawing/2014/main" id="{9CCE0CB4-2F9B-ED28-9888-2D5AF16CA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2863142" y="1531169"/>
                <a:ext cx="504448" cy="504448"/>
              </a:xfrm>
              <a:prstGeom prst="rect">
                <a:avLst/>
              </a:prstGeom>
            </p:spPr>
          </p:pic>
          <p:pic>
            <p:nvPicPr>
              <p:cNvPr id="46" name="Graphic 45" descr="Chevron arrows with solid fill">
                <a:extLst>
                  <a:ext uri="{FF2B5EF4-FFF2-40B4-BE49-F238E27FC236}">
                    <a16:creationId xmlns:a16="http://schemas.microsoft.com/office/drawing/2014/main" id="{70547903-0BA1-21AB-C35C-EC9964F4F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425254" y="1549093"/>
                <a:ext cx="468599" cy="468599"/>
              </a:xfrm>
              <a:prstGeom prst="rect">
                <a:avLst/>
              </a:prstGeom>
            </p:spPr>
          </p:pic>
        </p:grpSp>
      </p:grp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8C471A34-0BD8-170A-D6AB-0B6CEF2A7AD3}"/>
              </a:ext>
            </a:extLst>
          </p:cNvPr>
          <p:cNvSpPr txBox="1">
            <a:spLocks/>
          </p:cNvSpPr>
          <p:nvPr/>
        </p:nvSpPr>
        <p:spPr>
          <a:xfrm>
            <a:off x="9210894" y="4840449"/>
            <a:ext cx="2510308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2000" b="1" dirty="0">
                <a:latin typeface="+mj-lt"/>
              </a:rPr>
              <a:t>Silver Layer</a:t>
            </a:r>
            <a:endParaRPr lang="zh-HK" altLang="en-US" sz="2000" b="1" dirty="0">
              <a:latin typeface="+mj-lt"/>
            </a:endParaRPr>
          </a:p>
        </p:txBody>
      </p:sp>
      <p:sp>
        <p:nvSpPr>
          <p:cNvPr id="79" name="Content Placeholder 3">
            <a:extLst>
              <a:ext uri="{FF2B5EF4-FFF2-40B4-BE49-F238E27FC236}">
                <a16:creationId xmlns:a16="http://schemas.microsoft.com/office/drawing/2014/main" id="{2F78D47D-3C8A-6EF3-FC50-C88CE473F0C2}"/>
              </a:ext>
            </a:extLst>
          </p:cNvPr>
          <p:cNvSpPr txBox="1">
            <a:spLocks/>
          </p:cNvSpPr>
          <p:nvPr/>
        </p:nvSpPr>
        <p:spPr>
          <a:xfrm>
            <a:off x="9210894" y="5172006"/>
            <a:ext cx="2510307" cy="86516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200" dirty="0"/>
              <a:t>“Enterprise view” of all business entities.</a:t>
            </a:r>
          </a:p>
          <a:p>
            <a:pPr marL="352425" indent="-171450"/>
            <a:r>
              <a:rPr lang="en-US" altLang="zh-HK" sz="1200" dirty="0"/>
              <a:t>"just-enough" transformations and data cleansing of the data from the bronze layer.</a:t>
            </a:r>
          </a:p>
          <a:p>
            <a:pPr marL="352425" indent="-171450"/>
            <a:r>
              <a:rPr lang="en-US" altLang="zh-HK" sz="1200" dirty="0"/>
              <a:t>Data schema enforcement.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094D6F0-4F17-0081-BB0A-F7CB4D7FD033}"/>
              </a:ext>
            </a:extLst>
          </p:cNvPr>
          <p:cNvSpPr/>
          <p:nvPr/>
        </p:nvSpPr>
        <p:spPr>
          <a:xfrm>
            <a:off x="4343312" y="771302"/>
            <a:ext cx="4035209" cy="5826553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C90132B-41C1-1728-AFFE-F526B433B95A}"/>
              </a:ext>
            </a:extLst>
          </p:cNvPr>
          <p:cNvCxnSpPr>
            <a:cxnSpLocks/>
          </p:cNvCxnSpPr>
          <p:nvPr/>
        </p:nvCxnSpPr>
        <p:spPr>
          <a:xfrm>
            <a:off x="4489564" y="4293508"/>
            <a:ext cx="3723290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45CAA82-E82D-6286-65CB-55E6BD15A53E}"/>
              </a:ext>
            </a:extLst>
          </p:cNvPr>
          <p:cNvSpPr/>
          <p:nvPr/>
        </p:nvSpPr>
        <p:spPr>
          <a:xfrm>
            <a:off x="9102101" y="771302"/>
            <a:ext cx="2721304" cy="5826553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BEB32C6-C485-93F1-E4AC-6AE97CB4E07E}"/>
              </a:ext>
            </a:extLst>
          </p:cNvPr>
          <p:cNvCxnSpPr>
            <a:cxnSpLocks/>
          </p:cNvCxnSpPr>
          <p:nvPr/>
        </p:nvCxnSpPr>
        <p:spPr>
          <a:xfrm>
            <a:off x="9221405" y="4840449"/>
            <a:ext cx="2499796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59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7231713-4968-C2BE-E970-5DAF842158C8}"/>
              </a:ext>
            </a:extLst>
          </p:cNvPr>
          <p:cNvGrpSpPr/>
          <p:nvPr/>
        </p:nvGrpSpPr>
        <p:grpSpPr>
          <a:xfrm>
            <a:off x="840919" y="1032147"/>
            <a:ext cx="2594085" cy="1437309"/>
            <a:chOff x="947249" y="2219522"/>
            <a:chExt cx="2594085" cy="1437309"/>
          </a:xfrm>
        </p:grpSpPr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F6D25B93-6D67-70F9-6ECF-88E96DFB049E}"/>
                </a:ext>
              </a:extLst>
            </p:cNvPr>
            <p:cNvSpPr>
              <a:spLocks/>
            </p:cNvSpPr>
            <p:nvPr/>
          </p:nvSpPr>
          <p:spPr>
            <a:xfrm>
              <a:off x="1031027" y="2219522"/>
              <a:ext cx="2510307" cy="1437309"/>
            </a:xfrm>
            <a:prstGeom prst="roundRect">
              <a:avLst>
                <a:gd name="adj" fmla="val 4948"/>
              </a:avLst>
            </a:prstGeom>
            <a:solidFill>
              <a:srgbClr val="D0B74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37" name="Content Placeholder 3">
              <a:extLst>
                <a:ext uri="{FF2B5EF4-FFF2-40B4-BE49-F238E27FC236}">
                  <a16:creationId xmlns:a16="http://schemas.microsoft.com/office/drawing/2014/main" id="{CD1E0F5F-ADA9-D8F2-A0A4-6FAA13567585}"/>
                </a:ext>
              </a:extLst>
            </p:cNvPr>
            <p:cNvSpPr txBox="1">
              <a:spLocks/>
            </p:cNvSpPr>
            <p:nvPr/>
          </p:nvSpPr>
          <p:spPr>
            <a:xfrm>
              <a:off x="947249" y="2366679"/>
              <a:ext cx="1740967" cy="56545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b="1" dirty="0">
                  <a:solidFill>
                    <a:srgbClr val="D0B74C"/>
                  </a:solidFill>
                  <a:latin typeface="+mj-lt"/>
                  <a:ea typeface="+mj-ea"/>
                </a:rPr>
                <a:t>Bronze</a:t>
              </a:r>
            </a:p>
          </p:txBody>
        </p:sp>
        <p:sp>
          <p:nvSpPr>
            <p:cNvPr id="138" name="Text Placeholder 14">
              <a:extLst>
                <a:ext uri="{FF2B5EF4-FFF2-40B4-BE49-F238E27FC236}">
                  <a16:creationId xmlns:a16="http://schemas.microsoft.com/office/drawing/2014/main" id="{4DFBED35-E672-F130-1502-8EF5AF41BD82}"/>
                </a:ext>
              </a:extLst>
            </p:cNvPr>
            <p:cNvSpPr txBox="1">
              <a:spLocks/>
            </p:cNvSpPr>
            <p:nvPr/>
          </p:nvSpPr>
          <p:spPr>
            <a:xfrm>
              <a:off x="2047446" y="2741094"/>
              <a:ext cx="1347635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Jan                Dec</a:t>
              </a:r>
              <a:endParaRPr lang="zh-HK" altLang="en-US" sz="1200" dirty="0"/>
            </a:p>
          </p:txBody>
        </p:sp>
        <p:pic>
          <p:nvPicPr>
            <p:cNvPr id="139" name="Graphic 138" descr="Key with solid fill">
              <a:extLst>
                <a:ext uri="{FF2B5EF4-FFF2-40B4-BE49-F238E27FC236}">
                  <a16:creationId xmlns:a16="http://schemas.microsoft.com/office/drawing/2014/main" id="{46A05EBC-72D7-1FA6-1FC1-F32B1E46C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35081" y="2341506"/>
              <a:ext cx="360000" cy="360000"/>
            </a:xfrm>
            <a:prstGeom prst="rect">
              <a:avLst/>
            </a:prstGeom>
          </p:spPr>
        </p:pic>
        <p:pic>
          <p:nvPicPr>
            <p:cNvPr id="140" name="Graphic 139" descr="Database with solid fill">
              <a:extLst>
                <a:ext uri="{FF2B5EF4-FFF2-40B4-BE49-F238E27FC236}">
                  <a16:creationId xmlns:a16="http://schemas.microsoft.com/office/drawing/2014/main" id="{749DA696-8C77-26B2-6897-444B41215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8613" y="2314465"/>
              <a:ext cx="432000" cy="432000"/>
            </a:xfrm>
            <a:prstGeom prst="rect">
              <a:avLst/>
            </a:prstGeom>
          </p:spPr>
        </p:pic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CEEA1D28-FF40-43C9-FE95-11B0D61BB6C5}"/>
                </a:ext>
              </a:extLst>
            </p:cNvPr>
            <p:cNvSpPr/>
            <p:nvPr/>
          </p:nvSpPr>
          <p:spPr>
            <a:xfrm>
              <a:off x="1981906" y="2997404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pic>
          <p:nvPicPr>
            <p:cNvPr id="162" name="Graphic 161" descr="Document outline">
              <a:extLst>
                <a:ext uri="{FF2B5EF4-FFF2-40B4-BE49-F238E27FC236}">
                  <a16:creationId xmlns:a16="http://schemas.microsoft.com/office/drawing/2014/main" id="{215C1E2E-3635-70C3-CF83-727293D6F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991814" y="2994403"/>
              <a:ext cx="504448" cy="504448"/>
            </a:xfrm>
            <a:prstGeom prst="rect">
              <a:avLst/>
            </a:prstGeom>
          </p:spPr>
        </p:pic>
        <p:pic>
          <p:nvPicPr>
            <p:cNvPr id="163" name="圖形 56" descr="Document outline">
              <a:extLst>
                <a:ext uri="{FF2B5EF4-FFF2-40B4-BE49-F238E27FC236}">
                  <a16:creationId xmlns:a16="http://schemas.microsoft.com/office/drawing/2014/main" id="{8D486780-F295-AB87-D959-77EC1025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893958" y="2994403"/>
              <a:ext cx="504448" cy="504448"/>
            </a:xfrm>
            <a:prstGeom prst="rect">
              <a:avLst/>
            </a:prstGeom>
          </p:spPr>
        </p:pic>
        <p:pic>
          <p:nvPicPr>
            <p:cNvPr id="164" name="Graphic 163" descr="Chevron arrows with solid fill">
              <a:extLst>
                <a:ext uri="{FF2B5EF4-FFF2-40B4-BE49-F238E27FC236}">
                  <a16:creationId xmlns:a16="http://schemas.microsoft.com/office/drawing/2014/main" id="{8471F244-9086-96FA-40DB-605D8B746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56070" y="3012327"/>
              <a:ext cx="468599" cy="468599"/>
            </a:xfrm>
            <a:prstGeom prst="rect">
              <a:avLst/>
            </a:prstGeom>
          </p:spPr>
        </p:pic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36E2EEA-E464-BC23-38C4-50ACB3A1F2DD}"/>
                </a:ext>
              </a:extLst>
            </p:cNvPr>
            <p:cNvGrpSpPr/>
            <p:nvPr/>
          </p:nvGrpSpPr>
          <p:grpSpPr>
            <a:xfrm>
              <a:off x="1150224" y="3011795"/>
              <a:ext cx="849495" cy="515336"/>
              <a:chOff x="1137668" y="1548561"/>
              <a:chExt cx="849495" cy="515336"/>
            </a:xfrm>
          </p:grpSpPr>
          <p:pic>
            <p:nvPicPr>
              <p:cNvPr id="159" name="Graphic 158" descr="Loan with solid fill">
                <a:extLst>
                  <a:ext uri="{FF2B5EF4-FFF2-40B4-BE49-F238E27FC236}">
                    <a16:creationId xmlns:a16="http://schemas.microsoft.com/office/drawing/2014/main" id="{172A6454-3852-F33C-CA9B-82C4FA15D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1226195" y="1548561"/>
                <a:ext cx="359999" cy="359999"/>
              </a:xfrm>
              <a:prstGeom prst="rect">
                <a:avLst/>
              </a:prstGeom>
            </p:spPr>
          </p:pic>
          <p:sp>
            <p:nvSpPr>
              <p:cNvPr id="160" name="Text Placeholder 14">
                <a:extLst>
                  <a:ext uri="{FF2B5EF4-FFF2-40B4-BE49-F238E27FC236}">
                    <a16:creationId xmlns:a16="http://schemas.microsoft.com/office/drawing/2014/main" id="{32423191-63CE-F5D7-C62E-26A68021BB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7668" y="1827355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Loans</a:t>
                </a:r>
                <a:endParaRPr lang="zh-HK" altLang="en-US" sz="1200" dirty="0"/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3BC2E3-CEDC-51DA-768F-1CE9B2B2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DF4B79-AC64-F326-7FBE-13DC706F69D7}"/>
              </a:ext>
            </a:extLst>
          </p:cNvPr>
          <p:cNvSpPr txBox="1">
            <a:spLocks/>
          </p:cNvSpPr>
          <p:nvPr/>
        </p:nvSpPr>
        <p:spPr>
          <a:xfrm>
            <a:off x="840919" y="280274"/>
            <a:ext cx="8921786" cy="679610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dirty="0">
                <a:solidFill>
                  <a:srgbClr val="D0B74C"/>
                </a:solidFill>
              </a:rPr>
              <a:t>Bronze</a:t>
            </a:r>
            <a:r>
              <a:rPr lang="en-US" altLang="zh-HK" dirty="0"/>
              <a:t> TO </a:t>
            </a:r>
            <a:r>
              <a:rPr lang="en-US" altLang="zh-HK" dirty="0">
                <a:solidFill>
                  <a:srgbClr val="A6A6A6"/>
                </a:solidFill>
              </a:rPr>
              <a:t>Silver</a:t>
            </a:r>
            <a:r>
              <a:rPr lang="en-US" altLang="zh-HK" dirty="0"/>
              <a:t>(LOANs)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B4B706-BD3B-83CA-517C-103B5D0BAE1C}"/>
              </a:ext>
            </a:extLst>
          </p:cNvPr>
          <p:cNvSpPr>
            <a:spLocks/>
          </p:cNvSpPr>
          <p:nvPr/>
        </p:nvSpPr>
        <p:spPr>
          <a:xfrm>
            <a:off x="4467048" y="1043135"/>
            <a:ext cx="3807383" cy="2831376"/>
          </a:xfrm>
          <a:prstGeom prst="roundRect">
            <a:avLst>
              <a:gd name="adj" fmla="val 49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7C5C1A9-1295-D8C6-D952-085E23980777}"/>
              </a:ext>
            </a:extLst>
          </p:cNvPr>
          <p:cNvSpPr txBox="1">
            <a:spLocks/>
          </p:cNvSpPr>
          <p:nvPr/>
        </p:nvSpPr>
        <p:spPr>
          <a:xfrm>
            <a:off x="4463723" y="1112235"/>
            <a:ext cx="3791387" cy="2744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0">
              <a:buNone/>
            </a:pPr>
            <a:r>
              <a:rPr lang="en-US" altLang="zh-HK" b="1" dirty="0">
                <a:latin typeface="+mj-lt"/>
                <a:ea typeface="+mj-ea"/>
              </a:rPr>
              <a:t>ETL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Extract: </a:t>
            </a:r>
            <a:r>
              <a:rPr lang="en-US" altLang="zh-HK" sz="1200" dirty="0"/>
              <a:t>Load Bronze loans data.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Transform:</a:t>
            </a:r>
          </a:p>
          <a:p>
            <a:pPr lvl="1"/>
            <a:r>
              <a:rPr lang="en-US" altLang="zh-HK" sz="1200" dirty="0"/>
              <a:t>Enforce schema on all loans features.</a:t>
            </a:r>
          </a:p>
          <a:p>
            <a:pPr lvl="1"/>
            <a:r>
              <a:rPr lang="en-US" altLang="zh-HK" sz="1200" dirty="0"/>
              <a:t>Add derived fields:</a:t>
            </a:r>
          </a:p>
          <a:p>
            <a:pPr lvl="2"/>
            <a:r>
              <a:rPr lang="en-US" altLang="zh-HK" sz="1000" b="1" dirty="0"/>
              <a:t>MOB</a:t>
            </a:r>
            <a:r>
              <a:rPr lang="en-US" altLang="zh-HK" sz="1000" dirty="0"/>
              <a:t> = Month on Book.</a:t>
            </a:r>
          </a:p>
          <a:p>
            <a:pPr lvl="2"/>
            <a:r>
              <a:rPr lang="en-US" altLang="zh-HK" sz="1000" b="1" dirty="0"/>
              <a:t>DPD </a:t>
            </a:r>
            <a:r>
              <a:rPr lang="en-US" altLang="zh-HK" sz="1000" dirty="0"/>
              <a:t>= Days Past Due (30 days).</a:t>
            </a:r>
          </a:p>
          <a:p>
            <a:pPr lvl="2"/>
            <a:r>
              <a:rPr lang="en-US" altLang="zh-HK" sz="1000" dirty="0"/>
              <a:t>Installments Missed (Derive DPD)</a:t>
            </a:r>
          </a:p>
          <a:p>
            <a:pPr lvl="2"/>
            <a:r>
              <a:rPr lang="en-US" altLang="zh-HK" sz="1000" dirty="0"/>
              <a:t>First Missed Day (Derive DPD)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Load: </a:t>
            </a:r>
            <a:r>
              <a:rPr lang="en-US" altLang="zh-HK" sz="1200" dirty="0"/>
              <a:t>Stored as cleaned, standardized and partitioned Parquet files by snapshot dates.</a:t>
            </a:r>
          </a:p>
        </p:txBody>
      </p:sp>
      <p:pic>
        <p:nvPicPr>
          <p:cNvPr id="14" name="Graphic 13" descr="Circles with arrows with solid fill">
            <a:extLst>
              <a:ext uri="{FF2B5EF4-FFF2-40B4-BE49-F238E27FC236}">
                <a16:creationId xmlns:a16="http://schemas.microsoft.com/office/drawing/2014/main" id="{37A14868-9A68-D6C8-B336-ECC951A13BAD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93216" y="1087427"/>
            <a:ext cx="432000" cy="432000"/>
          </a:xfrm>
          <a:prstGeom prst="rect">
            <a:avLst/>
          </a:prstGeom>
        </p:spPr>
      </p:pic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D9E80F08-3DEA-FE8A-804F-460B58C87EEF}"/>
              </a:ext>
            </a:extLst>
          </p:cNvPr>
          <p:cNvSpPr txBox="1">
            <a:spLocks/>
          </p:cNvSpPr>
          <p:nvPr/>
        </p:nvSpPr>
        <p:spPr>
          <a:xfrm>
            <a:off x="4493216" y="4553817"/>
            <a:ext cx="3621024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2000" b="1" dirty="0">
                <a:latin typeface="+mj-lt"/>
              </a:rPr>
              <a:t>Design Decisions</a:t>
            </a:r>
            <a:endParaRPr lang="zh-HK" altLang="en-US" sz="2000" b="1" dirty="0">
              <a:latin typeface="+mj-lt"/>
            </a:endParaRPr>
          </a:p>
        </p:txBody>
      </p:sp>
      <p:sp>
        <p:nvSpPr>
          <p:cNvPr id="118" name="Content Placeholder 3">
            <a:extLst>
              <a:ext uri="{FF2B5EF4-FFF2-40B4-BE49-F238E27FC236}">
                <a16:creationId xmlns:a16="http://schemas.microsoft.com/office/drawing/2014/main" id="{F0B019EE-5137-4EA8-493E-9D1C5A710DE0}"/>
              </a:ext>
            </a:extLst>
          </p:cNvPr>
          <p:cNvSpPr txBox="1">
            <a:spLocks/>
          </p:cNvSpPr>
          <p:nvPr/>
        </p:nvSpPr>
        <p:spPr>
          <a:xfrm>
            <a:off x="4481365" y="4866065"/>
            <a:ext cx="3781215" cy="86516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200" dirty="0"/>
              <a:t>Schema enforcement prevents dirty data from propagating.</a:t>
            </a:r>
          </a:p>
          <a:p>
            <a:pPr marL="352425" indent="-171450"/>
            <a:r>
              <a:rPr lang="en-US" altLang="zh-HK" sz="1200" dirty="0"/>
              <a:t>Derive additional fields for next stage exploratory data analysis to determinate the target label in Gold layer.</a:t>
            </a:r>
          </a:p>
          <a:p>
            <a:pPr marL="352425" indent="-171450"/>
            <a:r>
              <a:rPr lang="en-US" altLang="zh-HK" sz="1200" dirty="0"/>
              <a:t>Partition by snapshot month for reproducibility auditability.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048C291-C6A6-9CFC-0941-687906CE8034}"/>
              </a:ext>
            </a:extLst>
          </p:cNvPr>
          <p:cNvGrpSpPr/>
          <p:nvPr/>
        </p:nvGrpSpPr>
        <p:grpSpPr>
          <a:xfrm>
            <a:off x="9298042" y="1032147"/>
            <a:ext cx="2594085" cy="1437309"/>
            <a:chOff x="9298042" y="2165039"/>
            <a:chExt cx="2594085" cy="1437309"/>
          </a:xfrm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1F8437E0-F23E-7D04-2220-88F658C0DAFB}"/>
                </a:ext>
              </a:extLst>
            </p:cNvPr>
            <p:cNvSpPr/>
            <p:nvPr/>
          </p:nvSpPr>
          <p:spPr>
            <a:xfrm>
              <a:off x="10332699" y="2942921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71257F59-0184-7B48-A310-C24FDBB6BD94}"/>
                </a:ext>
              </a:extLst>
            </p:cNvPr>
            <p:cNvSpPr>
              <a:spLocks/>
            </p:cNvSpPr>
            <p:nvPr/>
          </p:nvSpPr>
          <p:spPr>
            <a:xfrm>
              <a:off x="9381820" y="2165039"/>
              <a:ext cx="2510307" cy="1437309"/>
            </a:xfrm>
            <a:prstGeom prst="roundRect">
              <a:avLst>
                <a:gd name="adj" fmla="val 4948"/>
              </a:avLst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69" name="Content Placeholder 3">
              <a:extLst>
                <a:ext uri="{FF2B5EF4-FFF2-40B4-BE49-F238E27FC236}">
                  <a16:creationId xmlns:a16="http://schemas.microsoft.com/office/drawing/2014/main" id="{C624439D-E527-B53C-AE60-B274D22BCFEF}"/>
                </a:ext>
              </a:extLst>
            </p:cNvPr>
            <p:cNvSpPr txBox="1">
              <a:spLocks/>
            </p:cNvSpPr>
            <p:nvPr/>
          </p:nvSpPr>
          <p:spPr>
            <a:xfrm>
              <a:off x="9298042" y="2312196"/>
              <a:ext cx="1740967" cy="56545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b="1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+mj-ea"/>
                </a:rPr>
                <a:t>Silver</a:t>
              </a:r>
            </a:p>
          </p:txBody>
        </p:sp>
        <p:sp>
          <p:nvSpPr>
            <p:cNvPr id="170" name="Text Placeholder 14">
              <a:extLst>
                <a:ext uri="{FF2B5EF4-FFF2-40B4-BE49-F238E27FC236}">
                  <a16:creationId xmlns:a16="http://schemas.microsoft.com/office/drawing/2014/main" id="{E804C78D-0987-D50E-2DB9-7E8B1AB1E114}"/>
                </a:ext>
              </a:extLst>
            </p:cNvPr>
            <p:cNvSpPr txBox="1">
              <a:spLocks/>
            </p:cNvSpPr>
            <p:nvPr/>
          </p:nvSpPr>
          <p:spPr>
            <a:xfrm>
              <a:off x="10398239" y="2686611"/>
              <a:ext cx="1347635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Jan                Dec</a:t>
              </a:r>
              <a:endParaRPr lang="zh-HK" altLang="en-US" sz="1200" dirty="0"/>
            </a:p>
          </p:txBody>
        </p:sp>
        <p:pic>
          <p:nvPicPr>
            <p:cNvPr id="172" name="Graphic 171" descr="Database with solid fill">
              <a:extLst>
                <a:ext uri="{FF2B5EF4-FFF2-40B4-BE49-F238E27FC236}">
                  <a16:creationId xmlns:a16="http://schemas.microsoft.com/office/drawing/2014/main" id="{4CB215D0-7057-7DF7-8279-EB01A5DF5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459406" y="2259982"/>
              <a:ext cx="432000" cy="432000"/>
            </a:xfrm>
            <a:prstGeom prst="rect">
              <a:avLst/>
            </a:prstGeom>
          </p:spPr>
        </p:pic>
        <p:pic>
          <p:nvPicPr>
            <p:cNvPr id="174" name="Graphic 173" descr="Document with solid fill">
              <a:extLst>
                <a:ext uri="{FF2B5EF4-FFF2-40B4-BE49-F238E27FC236}">
                  <a16:creationId xmlns:a16="http://schemas.microsoft.com/office/drawing/2014/main" id="{EDE1E494-CC6D-4A69-B5A6-8BFBAAB0A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0342607" y="2939920"/>
              <a:ext cx="504448" cy="504448"/>
            </a:xfrm>
            <a:prstGeom prst="rect">
              <a:avLst/>
            </a:prstGeom>
          </p:spPr>
        </p:pic>
        <p:pic>
          <p:nvPicPr>
            <p:cNvPr id="175" name="圖形 56" descr="Document with solid fill">
              <a:extLst>
                <a:ext uri="{FF2B5EF4-FFF2-40B4-BE49-F238E27FC236}">
                  <a16:creationId xmlns:a16="http://schemas.microsoft.com/office/drawing/2014/main" id="{8BD2A9FE-FEA1-D39E-50B2-4881574BA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1244751" y="2939920"/>
              <a:ext cx="504448" cy="504448"/>
            </a:xfrm>
            <a:prstGeom prst="rect">
              <a:avLst/>
            </a:prstGeom>
          </p:spPr>
        </p:pic>
        <p:pic>
          <p:nvPicPr>
            <p:cNvPr id="176" name="Graphic 175" descr="Chevron arrows with solid fill">
              <a:extLst>
                <a:ext uri="{FF2B5EF4-FFF2-40B4-BE49-F238E27FC236}">
                  <a16:creationId xmlns:a16="http://schemas.microsoft.com/office/drawing/2014/main" id="{3EB321DE-2A48-67FE-D904-463830F23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806863" y="2957844"/>
              <a:ext cx="468599" cy="468599"/>
            </a:xfrm>
            <a:prstGeom prst="rect">
              <a:avLst/>
            </a:prstGeom>
          </p:spPr>
        </p:pic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08ED8D0B-BB67-29D4-F983-57E5E9222EA2}"/>
                </a:ext>
              </a:extLst>
            </p:cNvPr>
            <p:cNvGrpSpPr/>
            <p:nvPr/>
          </p:nvGrpSpPr>
          <p:grpSpPr>
            <a:xfrm>
              <a:off x="9511651" y="2957312"/>
              <a:ext cx="849495" cy="515336"/>
              <a:chOff x="1148302" y="1548561"/>
              <a:chExt cx="849495" cy="515336"/>
            </a:xfrm>
          </p:grpSpPr>
          <p:pic>
            <p:nvPicPr>
              <p:cNvPr id="178" name="Graphic 177" descr="Loan with solid fill">
                <a:extLst>
                  <a:ext uri="{FF2B5EF4-FFF2-40B4-BE49-F238E27FC236}">
                    <a16:creationId xmlns:a16="http://schemas.microsoft.com/office/drawing/2014/main" id="{2B679A34-2F05-3176-4B08-057A910AD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1226195" y="1548561"/>
                <a:ext cx="359999" cy="359999"/>
              </a:xfrm>
              <a:prstGeom prst="rect">
                <a:avLst/>
              </a:prstGeom>
            </p:spPr>
          </p:pic>
          <p:sp>
            <p:nvSpPr>
              <p:cNvPr id="179" name="Text Placeholder 14">
                <a:extLst>
                  <a:ext uri="{FF2B5EF4-FFF2-40B4-BE49-F238E27FC236}">
                    <a16:creationId xmlns:a16="http://schemas.microsoft.com/office/drawing/2014/main" id="{D160F1E3-0116-9F51-1112-264A2A95B7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8302" y="1827355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Loans</a:t>
                </a:r>
                <a:endParaRPr lang="zh-HK" altLang="en-US" sz="1200" dirty="0"/>
              </a:p>
            </p:txBody>
          </p:sp>
        </p:grpSp>
      </p:grpSp>
      <p:sp>
        <p:nvSpPr>
          <p:cNvPr id="182" name="Text Placeholder 14">
            <a:extLst>
              <a:ext uri="{FF2B5EF4-FFF2-40B4-BE49-F238E27FC236}">
                <a16:creationId xmlns:a16="http://schemas.microsoft.com/office/drawing/2014/main" id="{4E945B4E-FB9F-5924-BC4C-8973DE62EE0B}"/>
              </a:ext>
            </a:extLst>
          </p:cNvPr>
          <p:cNvSpPr txBox="1">
            <a:spLocks/>
          </p:cNvSpPr>
          <p:nvPr/>
        </p:nvSpPr>
        <p:spPr>
          <a:xfrm>
            <a:off x="9381820" y="4685173"/>
            <a:ext cx="2510308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2000" b="1" dirty="0">
                <a:latin typeface="+mj-lt"/>
              </a:rPr>
              <a:t>Silver Layer</a:t>
            </a:r>
            <a:endParaRPr lang="zh-HK" altLang="en-US" sz="2000" b="1" dirty="0">
              <a:latin typeface="+mj-lt"/>
            </a:endParaRPr>
          </a:p>
        </p:txBody>
      </p:sp>
      <p:sp>
        <p:nvSpPr>
          <p:cNvPr id="183" name="Content Placeholder 3">
            <a:extLst>
              <a:ext uri="{FF2B5EF4-FFF2-40B4-BE49-F238E27FC236}">
                <a16:creationId xmlns:a16="http://schemas.microsoft.com/office/drawing/2014/main" id="{730A064F-E3C6-D76A-29FC-DDCE738EA121}"/>
              </a:ext>
            </a:extLst>
          </p:cNvPr>
          <p:cNvSpPr txBox="1">
            <a:spLocks/>
          </p:cNvSpPr>
          <p:nvPr/>
        </p:nvSpPr>
        <p:spPr>
          <a:xfrm>
            <a:off x="9381820" y="5016730"/>
            <a:ext cx="2510307" cy="86516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200" dirty="0"/>
              <a:t>“Enterprise view” of all business entities.</a:t>
            </a:r>
          </a:p>
          <a:p>
            <a:pPr marL="352425" indent="-171450"/>
            <a:r>
              <a:rPr lang="en-US" altLang="zh-HK" sz="1200" dirty="0"/>
              <a:t>"just-enough" transformations and data cleansing of the data from the bronze layer.</a:t>
            </a:r>
          </a:p>
          <a:p>
            <a:pPr marL="352425" indent="-171450"/>
            <a:r>
              <a:rPr lang="en-US" altLang="zh-HK" sz="1200" dirty="0"/>
              <a:t>Data schema enforcement.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6BA067A-8554-6AB4-EAAA-81A8EF73F571}"/>
              </a:ext>
            </a:extLst>
          </p:cNvPr>
          <p:cNvCxnSpPr>
            <a:cxnSpLocks/>
          </p:cNvCxnSpPr>
          <p:nvPr/>
        </p:nvCxnSpPr>
        <p:spPr>
          <a:xfrm>
            <a:off x="9392331" y="4684411"/>
            <a:ext cx="2499796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0EABA142-CA83-2F7D-6C38-82CE4E173EE7}"/>
              </a:ext>
            </a:extLst>
          </p:cNvPr>
          <p:cNvSpPr/>
          <p:nvPr/>
        </p:nvSpPr>
        <p:spPr>
          <a:xfrm>
            <a:off x="9261590" y="914401"/>
            <a:ext cx="2721304" cy="5562600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50F8C1E6-B98A-BA8C-8636-BDEE869046AE}"/>
              </a:ext>
            </a:extLst>
          </p:cNvPr>
          <p:cNvSpPr/>
          <p:nvPr/>
        </p:nvSpPr>
        <p:spPr>
          <a:xfrm>
            <a:off x="4343312" y="914400"/>
            <a:ext cx="4035209" cy="5562599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0B7D7BE0-6088-9B45-F84C-929607C32281}"/>
              </a:ext>
            </a:extLst>
          </p:cNvPr>
          <p:cNvCxnSpPr>
            <a:cxnSpLocks/>
          </p:cNvCxnSpPr>
          <p:nvPr/>
        </p:nvCxnSpPr>
        <p:spPr>
          <a:xfrm>
            <a:off x="4493216" y="4535086"/>
            <a:ext cx="3723290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Arrow: Right 190">
            <a:extLst>
              <a:ext uri="{FF2B5EF4-FFF2-40B4-BE49-F238E27FC236}">
                <a16:creationId xmlns:a16="http://schemas.microsoft.com/office/drawing/2014/main" id="{6DEA1635-A913-A1E3-5E37-6906A979CCF3}"/>
              </a:ext>
            </a:extLst>
          </p:cNvPr>
          <p:cNvSpPr/>
          <p:nvPr/>
        </p:nvSpPr>
        <p:spPr>
          <a:xfrm>
            <a:off x="3624983" y="1346500"/>
            <a:ext cx="573585" cy="5220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4D9FD9EC-5C14-FC23-44A5-A7E575858EE1}"/>
              </a:ext>
            </a:extLst>
          </p:cNvPr>
          <p:cNvSpPr/>
          <p:nvPr/>
        </p:nvSpPr>
        <p:spPr>
          <a:xfrm>
            <a:off x="8540519" y="1346500"/>
            <a:ext cx="573585" cy="5220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1613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1BFDD-A656-B020-F9AF-0047C6A7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E30E1D-2490-A2B7-5DC7-04F9635C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C662DE-DB1C-C879-8336-08184BB4CAE3}"/>
              </a:ext>
            </a:extLst>
          </p:cNvPr>
          <p:cNvSpPr txBox="1">
            <a:spLocks/>
          </p:cNvSpPr>
          <p:nvPr/>
        </p:nvSpPr>
        <p:spPr>
          <a:xfrm>
            <a:off x="983256" y="133448"/>
            <a:ext cx="8878824" cy="1069848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dirty="0">
                <a:solidFill>
                  <a:schemeClr val="bg1">
                    <a:lumMod val="65000"/>
                  </a:schemeClr>
                </a:solidFill>
              </a:rPr>
              <a:t>Silver</a:t>
            </a:r>
            <a:r>
              <a:rPr lang="en-US" altLang="zh-HK" dirty="0"/>
              <a:t> TO </a:t>
            </a:r>
            <a:r>
              <a:rPr lang="en-US" altLang="zh-HK" dirty="0">
                <a:solidFill>
                  <a:schemeClr val="accent2"/>
                </a:solidFill>
              </a:rPr>
              <a:t>Gold</a:t>
            </a:r>
            <a:r>
              <a:rPr lang="en-US" altLang="zh-HK" dirty="0"/>
              <a:t>(Features)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5F673B-DB9F-AF8A-2AE2-6B46AA5B9925}"/>
              </a:ext>
            </a:extLst>
          </p:cNvPr>
          <p:cNvSpPr>
            <a:spLocks/>
          </p:cNvSpPr>
          <p:nvPr/>
        </p:nvSpPr>
        <p:spPr>
          <a:xfrm>
            <a:off x="4467048" y="873849"/>
            <a:ext cx="3807383" cy="3769669"/>
          </a:xfrm>
          <a:prstGeom prst="roundRect">
            <a:avLst>
              <a:gd name="adj" fmla="val 49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EB235B2-DF76-781C-2B0A-AF838924BDF3}"/>
              </a:ext>
            </a:extLst>
          </p:cNvPr>
          <p:cNvSpPr txBox="1">
            <a:spLocks/>
          </p:cNvSpPr>
          <p:nvPr/>
        </p:nvSpPr>
        <p:spPr>
          <a:xfrm>
            <a:off x="4447727" y="942949"/>
            <a:ext cx="3765127" cy="2194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0">
              <a:buNone/>
            </a:pPr>
            <a:r>
              <a:rPr lang="en-US" altLang="zh-HK" b="1" dirty="0">
                <a:latin typeface="+mj-lt"/>
                <a:ea typeface="+mj-ea"/>
              </a:rPr>
              <a:t>ETL</a:t>
            </a:r>
          </a:p>
          <a:p>
            <a:r>
              <a:rPr lang="en-US" altLang="zh-HK" sz="1000" b="1" dirty="0">
                <a:solidFill>
                  <a:schemeClr val="accent1"/>
                </a:solidFill>
              </a:rPr>
              <a:t>Extract: </a:t>
            </a:r>
            <a:r>
              <a:rPr lang="en-US" altLang="zh-HK" sz="1000" dirty="0"/>
              <a:t>Silver clickstream, attributes, financials and loans data.</a:t>
            </a:r>
          </a:p>
          <a:p>
            <a:r>
              <a:rPr lang="en-US" altLang="zh-HK" sz="1000" b="1" dirty="0">
                <a:solidFill>
                  <a:schemeClr val="accent1"/>
                </a:solidFill>
              </a:rPr>
              <a:t>Transform:</a:t>
            </a:r>
          </a:p>
          <a:p>
            <a:pPr lvl="1"/>
            <a:r>
              <a:rPr lang="en-US" altLang="zh-HK" sz="1000" dirty="0"/>
              <a:t>For each loan, include only clickstream, attributes, and financial records up to 5 months before the 6-month observation point (MOB=6).</a:t>
            </a:r>
          </a:p>
          <a:p>
            <a:pPr lvl="1"/>
            <a:r>
              <a:rPr lang="en-US" altLang="zh-HK" sz="1000" dirty="0"/>
              <a:t>Attributes: Retain Age bin and Occupation.</a:t>
            </a:r>
          </a:p>
          <a:p>
            <a:pPr lvl="1"/>
            <a:r>
              <a:rPr lang="en-US" altLang="zh-HK" sz="1000" dirty="0"/>
              <a:t>Clickstream: Aggregate means of all behavioral features.</a:t>
            </a:r>
          </a:p>
          <a:p>
            <a:pPr lvl="1"/>
            <a:r>
              <a:rPr lang="en-US" altLang="zh-HK" sz="1000" dirty="0"/>
              <a:t>Financials: Retain all standardized features from the Silver layer.</a:t>
            </a:r>
          </a:p>
          <a:p>
            <a:pPr lvl="1"/>
            <a:r>
              <a:rPr lang="en-US" altLang="zh-HK" sz="1000" dirty="0"/>
              <a:t>Feature Engineering:</a:t>
            </a:r>
          </a:p>
          <a:p>
            <a:pPr lvl="2"/>
            <a:r>
              <a:rPr lang="en-US" altLang="zh-HK" sz="1000" dirty="0"/>
              <a:t>Create ratios (e.g., EMI-to-income ratio). </a:t>
            </a:r>
          </a:p>
          <a:p>
            <a:pPr lvl="2"/>
            <a:r>
              <a:rPr lang="en-US" altLang="zh-HK" sz="1000" dirty="0"/>
              <a:t>Generate risk flags, etc.</a:t>
            </a:r>
          </a:p>
          <a:p>
            <a:pPr lvl="2"/>
            <a:r>
              <a:rPr lang="en-US" altLang="zh-HK" sz="1000" dirty="0"/>
              <a:t>Encodings categorical features.</a:t>
            </a:r>
          </a:p>
          <a:p>
            <a:pPr lvl="1"/>
            <a:r>
              <a:rPr lang="en-US" altLang="zh-HK" sz="1000" dirty="0"/>
              <a:t>Merge clickstream, attributes, and financials into a consolidated feature table.</a:t>
            </a:r>
          </a:p>
          <a:p>
            <a:pPr lvl="1"/>
            <a:r>
              <a:rPr lang="en-US" altLang="zh-HK" sz="1000" b="1" dirty="0">
                <a:solidFill>
                  <a:schemeClr val="accent1"/>
                </a:solidFill>
              </a:rPr>
              <a:t>Load: </a:t>
            </a:r>
            <a:r>
              <a:rPr lang="en-US" altLang="zh-HK" sz="1000" dirty="0"/>
              <a:t>Stored as partitioned </a:t>
            </a:r>
            <a:r>
              <a:rPr lang="en-US" altLang="zh-HK" sz="1000" b="1" dirty="0"/>
              <a:t>Parquet</a:t>
            </a:r>
            <a:r>
              <a:rPr lang="en-US" altLang="zh-HK" sz="1000" dirty="0"/>
              <a:t> files by label snapshot dates in </a:t>
            </a:r>
            <a:r>
              <a:rPr lang="en-US" altLang="zh-HK" sz="1000" b="1" dirty="0"/>
              <a:t>Gold feature store</a:t>
            </a:r>
            <a:r>
              <a:rPr lang="en-US" altLang="zh-HK" sz="1000" dirty="0"/>
              <a:t>.</a:t>
            </a:r>
            <a:endParaRPr lang="en-US" altLang="zh-HK" sz="1200" dirty="0"/>
          </a:p>
        </p:txBody>
      </p:sp>
      <p:pic>
        <p:nvPicPr>
          <p:cNvPr id="14" name="Graphic 13" descr="Circles with arrows with solid fill">
            <a:extLst>
              <a:ext uri="{FF2B5EF4-FFF2-40B4-BE49-F238E27FC236}">
                <a16:creationId xmlns:a16="http://schemas.microsoft.com/office/drawing/2014/main" id="{62CFF56A-80FF-1908-76DD-5ECB47F42D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3216" y="918141"/>
            <a:ext cx="432000" cy="432000"/>
          </a:xfrm>
          <a:prstGeom prst="rect">
            <a:avLst/>
          </a:prstGeom>
        </p:spPr>
      </p:pic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590EA18D-BA5C-8FE9-2939-917DC09B0632}"/>
              </a:ext>
            </a:extLst>
          </p:cNvPr>
          <p:cNvSpPr txBox="1">
            <a:spLocks/>
          </p:cNvSpPr>
          <p:nvPr/>
        </p:nvSpPr>
        <p:spPr>
          <a:xfrm>
            <a:off x="4416326" y="4659723"/>
            <a:ext cx="2547309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1600" b="1" dirty="0">
                <a:latin typeface="+mj-lt"/>
              </a:rPr>
              <a:t>Design Decisions</a:t>
            </a:r>
            <a:endParaRPr lang="zh-HK" altLang="en-US" sz="1600" b="1" dirty="0">
              <a:latin typeface="+mj-lt"/>
            </a:endParaRPr>
          </a:p>
        </p:txBody>
      </p:sp>
      <p:sp>
        <p:nvSpPr>
          <p:cNvPr id="118" name="Content Placeholder 3">
            <a:extLst>
              <a:ext uri="{FF2B5EF4-FFF2-40B4-BE49-F238E27FC236}">
                <a16:creationId xmlns:a16="http://schemas.microsoft.com/office/drawing/2014/main" id="{9A3C6896-56FA-B43F-C2F2-D370BC58373E}"/>
              </a:ext>
            </a:extLst>
          </p:cNvPr>
          <p:cNvSpPr txBox="1">
            <a:spLocks/>
          </p:cNvSpPr>
          <p:nvPr/>
        </p:nvSpPr>
        <p:spPr>
          <a:xfrm>
            <a:off x="4246482" y="4940843"/>
            <a:ext cx="3807383" cy="86516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000" dirty="0"/>
              <a:t>Features capture user profile, ability and behavioral patterns crucial for loan risk prediction.</a:t>
            </a:r>
          </a:p>
          <a:p>
            <a:pPr marL="352425" indent="-171450"/>
            <a:r>
              <a:rPr lang="en-US" altLang="zh-HK" sz="1000" dirty="0"/>
              <a:t>Prevent the peek the future data leakage by filtering out any predictor features before the observation window used to compute the label.</a:t>
            </a:r>
          </a:p>
          <a:p>
            <a:pPr marL="352425" indent="-171450"/>
            <a:r>
              <a:rPr lang="en-US" altLang="zh-HK" sz="1000" dirty="0"/>
              <a:t>Aggregate all crucial features into a new feature table ready for the ML training.</a:t>
            </a:r>
          </a:p>
          <a:p>
            <a:pPr marL="352425" indent="-171450"/>
            <a:r>
              <a:rPr lang="en-US" altLang="zh-HK" sz="1000" dirty="0"/>
              <a:t>Partition by snapshot month for reproducibility auditability.</a:t>
            </a:r>
          </a:p>
          <a:p>
            <a:pPr marL="352425" indent="-171450"/>
            <a:endParaRPr lang="en-US" altLang="zh-HK" sz="1000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F98D07B-8668-2E90-AD85-37F89086B179}"/>
              </a:ext>
            </a:extLst>
          </p:cNvPr>
          <p:cNvSpPr/>
          <p:nvPr/>
        </p:nvSpPr>
        <p:spPr>
          <a:xfrm>
            <a:off x="3666508" y="2798742"/>
            <a:ext cx="573585" cy="5220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BBEC742-96A0-D16F-1A02-C33925ADA9F9}"/>
              </a:ext>
            </a:extLst>
          </p:cNvPr>
          <p:cNvSpPr/>
          <p:nvPr/>
        </p:nvSpPr>
        <p:spPr>
          <a:xfrm>
            <a:off x="8475351" y="2896358"/>
            <a:ext cx="573585" cy="5220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616D25D4-BA93-7090-2956-84B57FAEF94A}"/>
              </a:ext>
            </a:extLst>
          </p:cNvPr>
          <p:cNvSpPr txBox="1">
            <a:spLocks/>
          </p:cNvSpPr>
          <p:nvPr/>
        </p:nvSpPr>
        <p:spPr>
          <a:xfrm>
            <a:off x="9210894" y="5500085"/>
            <a:ext cx="2510308" cy="369513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1600" b="1" dirty="0">
                <a:latin typeface="+mj-lt"/>
              </a:rPr>
              <a:t>Gold Layer</a:t>
            </a:r>
            <a:endParaRPr lang="zh-HK" altLang="en-US" sz="1600" b="1" dirty="0">
              <a:latin typeface="+mj-lt"/>
            </a:endParaRPr>
          </a:p>
        </p:txBody>
      </p:sp>
      <p:sp>
        <p:nvSpPr>
          <p:cNvPr id="79" name="Content Placeholder 3">
            <a:extLst>
              <a:ext uri="{FF2B5EF4-FFF2-40B4-BE49-F238E27FC236}">
                <a16:creationId xmlns:a16="http://schemas.microsoft.com/office/drawing/2014/main" id="{CDE50E9A-D3CC-87E8-4E22-0578A5915422}"/>
              </a:ext>
            </a:extLst>
          </p:cNvPr>
          <p:cNvSpPr txBox="1">
            <a:spLocks/>
          </p:cNvSpPr>
          <p:nvPr/>
        </p:nvSpPr>
        <p:spPr>
          <a:xfrm>
            <a:off x="9210894" y="5767844"/>
            <a:ext cx="2510307" cy="78535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000" dirty="0"/>
              <a:t>Model-ready </a:t>
            </a:r>
            <a:r>
              <a:rPr lang="en-US" altLang="zh-HK" sz="1000" dirty="0" err="1"/>
              <a:t>features.for</a:t>
            </a:r>
            <a:r>
              <a:rPr lang="en-US" altLang="zh-HK" sz="1000" dirty="0"/>
              <a:t> building up the loan Risk ML model.</a:t>
            </a:r>
          </a:p>
          <a:p>
            <a:pPr marL="352425" indent="-171450"/>
            <a:r>
              <a:rPr lang="en-US" altLang="zh-HK" sz="1000" dirty="0"/>
              <a:t>Curated business-levels data with highest data quality.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DC9084C-F2E1-C654-5C54-ACEF471D8BE8}"/>
              </a:ext>
            </a:extLst>
          </p:cNvPr>
          <p:cNvSpPr/>
          <p:nvPr/>
        </p:nvSpPr>
        <p:spPr>
          <a:xfrm>
            <a:off x="4343312" y="761777"/>
            <a:ext cx="4035209" cy="5826553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6DE4949-9619-A091-743E-7C91C4E096E7}"/>
              </a:ext>
            </a:extLst>
          </p:cNvPr>
          <p:cNvCxnSpPr>
            <a:cxnSpLocks/>
          </p:cNvCxnSpPr>
          <p:nvPr/>
        </p:nvCxnSpPr>
        <p:spPr>
          <a:xfrm>
            <a:off x="4499271" y="4696683"/>
            <a:ext cx="3723290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9CAC6A8-419B-0B6F-EBCB-692F53636523}"/>
              </a:ext>
            </a:extLst>
          </p:cNvPr>
          <p:cNvSpPr/>
          <p:nvPr/>
        </p:nvSpPr>
        <p:spPr>
          <a:xfrm>
            <a:off x="9102101" y="761777"/>
            <a:ext cx="2721304" cy="5826553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2FC1058-8D29-ACA4-2A7B-A5C0D8BD89E6}"/>
              </a:ext>
            </a:extLst>
          </p:cNvPr>
          <p:cNvCxnSpPr>
            <a:cxnSpLocks/>
          </p:cNvCxnSpPr>
          <p:nvPr/>
        </p:nvCxnSpPr>
        <p:spPr>
          <a:xfrm>
            <a:off x="9221405" y="5510718"/>
            <a:ext cx="2499796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C96FD7-E07C-E489-DE0B-F1F61F7BB589}"/>
              </a:ext>
            </a:extLst>
          </p:cNvPr>
          <p:cNvSpPr>
            <a:spLocks/>
          </p:cNvSpPr>
          <p:nvPr/>
        </p:nvSpPr>
        <p:spPr>
          <a:xfrm>
            <a:off x="1059371" y="2065932"/>
            <a:ext cx="2510307" cy="2625087"/>
          </a:xfrm>
          <a:prstGeom prst="roundRect">
            <a:avLst>
              <a:gd name="adj" fmla="val 4948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E7F79EE7-24CA-2874-5C01-395DC1D2EF3F}"/>
              </a:ext>
            </a:extLst>
          </p:cNvPr>
          <p:cNvSpPr txBox="1">
            <a:spLocks/>
          </p:cNvSpPr>
          <p:nvPr/>
        </p:nvSpPr>
        <p:spPr>
          <a:xfrm>
            <a:off x="975593" y="2213089"/>
            <a:ext cx="1740967" cy="5654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0">
              <a:buNone/>
            </a:pPr>
            <a:r>
              <a:rPr lang="en-US" altLang="zh-HK" b="1" dirty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</a:rPr>
              <a:t>Silver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6888A91E-D056-68D1-050B-276B4209E1B6}"/>
              </a:ext>
            </a:extLst>
          </p:cNvPr>
          <p:cNvSpPr txBox="1">
            <a:spLocks/>
          </p:cNvSpPr>
          <p:nvPr/>
        </p:nvSpPr>
        <p:spPr>
          <a:xfrm>
            <a:off x="2075790" y="2587504"/>
            <a:ext cx="1347635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1200" dirty="0"/>
              <a:t>Jan                Dec</a:t>
            </a:r>
            <a:endParaRPr lang="zh-HK" altLang="en-US" sz="1200" dirty="0"/>
          </a:p>
        </p:txBody>
      </p:sp>
      <p:pic>
        <p:nvPicPr>
          <p:cNvPr id="52" name="Graphic 51" descr="Database with solid fill">
            <a:extLst>
              <a:ext uri="{FF2B5EF4-FFF2-40B4-BE49-F238E27FC236}">
                <a16:creationId xmlns:a16="http://schemas.microsoft.com/office/drawing/2014/main" id="{9342A5C4-DDBD-B775-AA1C-0739648E4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6957" y="2160875"/>
            <a:ext cx="432000" cy="43200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981D2658-E4C1-B5D5-45B0-442D31F48C30}"/>
              </a:ext>
            </a:extLst>
          </p:cNvPr>
          <p:cNvGrpSpPr/>
          <p:nvPr/>
        </p:nvGrpSpPr>
        <p:grpSpPr>
          <a:xfrm>
            <a:off x="2010250" y="2840813"/>
            <a:ext cx="1416500" cy="504448"/>
            <a:chOff x="1951090" y="1531169"/>
            <a:chExt cx="1416500" cy="504448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F00BA091-642B-8F3F-9D74-185F2220300C}"/>
                </a:ext>
              </a:extLst>
            </p:cNvPr>
            <p:cNvSpPr/>
            <p:nvPr/>
          </p:nvSpPr>
          <p:spPr>
            <a:xfrm>
              <a:off x="1951090" y="1534170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pic>
          <p:nvPicPr>
            <p:cNvPr id="97" name="Graphic 96" descr="Document with solid fill">
              <a:extLst>
                <a:ext uri="{FF2B5EF4-FFF2-40B4-BE49-F238E27FC236}">
                  <a16:creationId xmlns:a16="http://schemas.microsoft.com/office/drawing/2014/main" id="{A8034EFF-A9BC-5010-82D8-EF5DB2258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960998" y="1531169"/>
              <a:ext cx="504448" cy="504448"/>
            </a:xfrm>
            <a:prstGeom prst="rect">
              <a:avLst/>
            </a:prstGeom>
          </p:spPr>
        </p:pic>
        <p:pic>
          <p:nvPicPr>
            <p:cNvPr id="98" name="圖形 56" descr="Document with solid fill">
              <a:extLst>
                <a:ext uri="{FF2B5EF4-FFF2-40B4-BE49-F238E27FC236}">
                  <a16:creationId xmlns:a16="http://schemas.microsoft.com/office/drawing/2014/main" id="{AE41CCD6-ACC1-C9A1-65FF-2413ACE1E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863142" y="1531169"/>
              <a:ext cx="504448" cy="504448"/>
            </a:xfrm>
            <a:prstGeom prst="rect">
              <a:avLst/>
            </a:prstGeom>
          </p:spPr>
        </p:pic>
        <p:pic>
          <p:nvPicPr>
            <p:cNvPr id="101" name="Graphic 100" descr="Chevron arrows with solid fill">
              <a:extLst>
                <a:ext uri="{FF2B5EF4-FFF2-40B4-BE49-F238E27FC236}">
                  <a16:creationId xmlns:a16="http://schemas.microsoft.com/office/drawing/2014/main" id="{F98CF54D-985D-A18E-5963-819B0ED49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25254" y="1549093"/>
              <a:ext cx="468599" cy="468599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80CD857-0656-25A5-D579-6DA4D8B4C3F6}"/>
              </a:ext>
            </a:extLst>
          </p:cNvPr>
          <p:cNvGrpSpPr/>
          <p:nvPr/>
        </p:nvGrpSpPr>
        <p:grpSpPr>
          <a:xfrm>
            <a:off x="1093505" y="2858205"/>
            <a:ext cx="849495" cy="515336"/>
            <a:chOff x="1052605" y="1548561"/>
            <a:chExt cx="849495" cy="515336"/>
          </a:xfrm>
        </p:grpSpPr>
        <p:pic>
          <p:nvPicPr>
            <p:cNvPr id="91" name="Graphic 90" descr="User with solid fill">
              <a:extLst>
                <a:ext uri="{FF2B5EF4-FFF2-40B4-BE49-F238E27FC236}">
                  <a16:creationId xmlns:a16="http://schemas.microsoft.com/office/drawing/2014/main" id="{BE0E4261-4E64-CD10-3287-015936E60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26195" y="1548561"/>
              <a:ext cx="359999" cy="360000"/>
            </a:xfrm>
            <a:prstGeom prst="rect">
              <a:avLst/>
            </a:prstGeom>
          </p:spPr>
        </p:pic>
        <p:sp>
          <p:nvSpPr>
            <p:cNvPr id="92" name="Text Placeholder 14">
              <a:extLst>
                <a:ext uri="{FF2B5EF4-FFF2-40B4-BE49-F238E27FC236}">
                  <a16:creationId xmlns:a16="http://schemas.microsoft.com/office/drawing/2014/main" id="{7362173A-7D43-5CB5-5A8B-711EC4FEA4FA}"/>
                </a:ext>
              </a:extLst>
            </p:cNvPr>
            <p:cNvSpPr txBox="1">
              <a:spLocks/>
            </p:cNvSpPr>
            <p:nvPr/>
          </p:nvSpPr>
          <p:spPr>
            <a:xfrm>
              <a:off x="1052605" y="1827355"/>
              <a:ext cx="849495" cy="236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Attributes</a:t>
              </a:r>
              <a:endParaRPr lang="zh-HK" altLang="en-US" sz="12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D86B557-E91C-1018-977F-112610620767}"/>
              </a:ext>
            </a:extLst>
          </p:cNvPr>
          <p:cNvGrpSpPr/>
          <p:nvPr/>
        </p:nvGrpSpPr>
        <p:grpSpPr>
          <a:xfrm>
            <a:off x="1093504" y="3455993"/>
            <a:ext cx="849495" cy="515336"/>
            <a:chOff x="1185793" y="2536687"/>
            <a:chExt cx="849495" cy="515336"/>
          </a:xfrm>
        </p:grpSpPr>
        <p:pic>
          <p:nvPicPr>
            <p:cNvPr id="85" name="Graphic 84" descr="Calculator with solid fill">
              <a:extLst>
                <a:ext uri="{FF2B5EF4-FFF2-40B4-BE49-F238E27FC236}">
                  <a16:creationId xmlns:a16="http://schemas.microsoft.com/office/drawing/2014/main" id="{686B78BA-81EA-9518-C615-FD66482C4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397483" y="2536687"/>
              <a:ext cx="359999" cy="359999"/>
            </a:xfrm>
            <a:prstGeom prst="rect">
              <a:avLst/>
            </a:prstGeom>
          </p:spPr>
        </p:pic>
        <p:sp>
          <p:nvSpPr>
            <p:cNvPr id="89" name="Text Placeholder 14">
              <a:extLst>
                <a:ext uri="{FF2B5EF4-FFF2-40B4-BE49-F238E27FC236}">
                  <a16:creationId xmlns:a16="http://schemas.microsoft.com/office/drawing/2014/main" id="{1F8D8380-0017-59C1-95B1-9576FF65E026}"/>
                </a:ext>
              </a:extLst>
            </p:cNvPr>
            <p:cNvSpPr txBox="1">
              <a:spLocks/>
            </p:cNvSpPr>
            <p:nvPr/>
          </p:nvSpPr>
          <p:spPr>
            <a:xfrm>
              <a:off x="1185793" y="2815481"/>
              <a:ext cx="849495" cy="236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Financials</a:t>
              </a:r>
              <a:endParaRPr lang="zh-HK" altLang="en-US" sz="12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A28CE12-EAD4-75E3-491C-4D9663762179}"/>
              </a:ext>
            </a:extLst>
          </p:cNvPr>
          <p:cNvGrpSpPr/>
          <p:nvPr/>
        </p:nvGrpSpPr>
        <p:grpSpPr>
          <a:xfrm>
            <a:off x="1069881" y="3998791"/>
            <a:ext cx="943527" cy="515336"/>
            <a:chOff x="1147693" y="2536687"/>
            <a:chExt cx="943527" cy="515336"/>
          </a:xfrm>
        </p:grpSpPr>
        <p:pic>
          <p:nvPicPr>
            <p:cNvPr id="81" name="Graphic 80" descr="Cursor with solid fill">
              <a:extLst>
                <a:ext uri="{FF2B5EF4-FFF2-40B4-BE49-F238E27FC236}">
                  <a16:creationId xmlns:a16="http://schemas.microsoft.com/office/drawing/2014/main" id="{08A70F97-7045-BDB6-4479-3E1869831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397483" y="2536687"/>
              <a:ext cx="359999" cy="359999"/>
            </a:xfrm>
            <a:prstGeom prst="rect">
              <a:avLst/>
            </a:prstGeom>
          </p:spPr>
        </p:pic>
        <p:sp>
          <p:nvSpPr>
            <p:cNvPr id="84" name="Text Placeholder 14">
              <a:extLst>
                <a:ext uri="{FF2B5EF4-FFF2-40B4-BE49-F238E27FC236}">
                  <a16:creationId xmlns:a16="http://schemas.microsoft.com/office/drawing/2014/main" id="{E401C172-3BD7-8F3D-6304-0D048209507A}"/>
                </a:ext>
              </a:extLst>
            </p:cNvPr>
            <p:cNvSpPr txBox="1">
              <a:spLocks/>
            </p:cNvSpPr>
            <p:nvPr/>
          </p:nvSpPr>
          <p:spPr>
            <a:xfrm>
              <a:off x="1147693" y="2815481"/>
              <a:ext cx="943527" cy="236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Clickstream</a:t>
              </a:r>
              <a:endParaRPr lang="zh-HK" altLang="en-US" sz="12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086B1E9-6331-1E03-FC4E-CB156A39F687}"/>
              </a:ext>
            </a:extLst>
          </p:cNvPr>
          <p:cNvGrpSpPr/>
          <p:nvPr/>
        </p:nvGrpSpPr>
        <p:grpSpPr>
          <a:xfrm>
            <a:off x="2010250" y="3418436"/>
            <a:ext cx="1416500" cy="504448"/>
            <a:chOff x="1951090" y="1531169"/>
            <a:chExt cx="1416500" cy="504448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51D8C51-B327-42C0-CE87-2DDAA04369B6}"/>
                </a:ext>
              </a:extLst>
            </p:cNvPr>
            <p:cNvSpPr/>
            <p:nvPr/>
          </p:nvSpPr>
          <p:spPr>
            <a:xfrm>
              <a:off x="1951090" y="1534170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pic>
          <p:nvPicPr>
            <p:cNvPr id="71" name="Graphic 70" descr="Document with solid fill">
              <a:extLst>
                <a:ext uri="{FF2B5EF4-FFF2-40B4-BE49-F238E27FC236}">
                  <a16:creationId xmlns:a16="http://schemas.microsoft.com/office/drawing/2014/main" id="{4FC02715-5C1D-FF36-0BCF-1A3EF751C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960998" y="1531169"/>
              <a:ext cx="504448" cy="504448"/>
            </a:xfrm>
            <a:prstGeom prst="rect">
              <a:avLst/>
            </a:prstGeom>
          </p:spPr>
        </p:pic>
        <p:pic>
          <p:nvPicPr>
            <p:cNvPr id="72" name="圖形 56" descr="Document with solid fill">
              <a:extLst>
                <a:ext uri="{FF2B5EF4-FFF2-40B4-BE49-F238E27FC236}">
                  <a16:creationId xmlns:a16="http://schemas.microsoft.com/office/drawing/2014/main" id="{BDB328FF-6A24-8B49-F1E8-C389F7ED8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863142" y="1531169"/>
              <a:ext cx="504448" cy="504448"/>
            </a:xfrm>
            <a:prstGeom prst="rect">
              <a:avLst/>
            </a:prstGeom>
          </p:spPr>
        </p:pic>
        <p:pic>
          <p:nvPicPr>
            <p:cNvPr id="73" name="Graphic 72" descr="Chevron arrows with solid fill">
              <a:extLst>
                <a:ext uri="{FF2B5EF4-FFF2-40B4-BE49-F238E27FC236}">
                  <a16:creationId xmlns:a16="http://schemas.microsoft.com/office/drawing/2014/main" id="{355D6967-2A58-1781-56DA-38B251C3E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25254" y="1549093"/>
              <a:ext cx="468599" cy="468599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5ADB613-F053-1186-A5C9-D87530D55942}"/>
              </a:ext>
            </a:extLst>
          </p:cNvPr>
          <p:cNvGrpSpPr/>
          <p:nvPr/>
        </p:nvGrpSpPr>
        <p:grpSpPr>
          <a:xfrm>
            <a:off x="2010250" y="3996058"/>
            <a:ext cx="1416500" cy="504448"/>
            <a:chOff x="1951090" y="1531169"/>
            <a:chExt cx="1416500" cy="504448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78FE05C-0F98-3C2D-52FE-0B87E8D86A8F}"/>
                </a:ext>
              </a:extLst>
            </p:cNvPr>
            <p:cNvSpPr/>
            <p:nvPr/>
          </p:nvSpPr>
          <p:spPr>
            <a:xfrm>
              <a:off x="1951090" y="1534170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pic>
          <p:nvPicPr>
            <p:cNvPr id="67" name="Graphic 66" descr="Document with solid fill">
              <a:extLst>
                <a:ext uri="{FF2B5EF4-FFF2-40B4-BE49-F238E27FC236}">
                  <a16:creationId xmlns:a16="http://schemas.microsoft.com/office/drawing/2014/main" id="{12DFB77B-AFA4-C6D2-036E-3CD175CF0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960998" y="1531169"/>
              <a:ext cx="504448" cy="504448"/>
            </a:xfrm>
            <a:prstGeom prst="rect">
              <a:avLst/>
            </a:prstGeom>
          </p:spPr>
        </p:pic>
        <p:pic>
          <p:nvPicPr>
            <p:cNvPr id="68" name="圖形 56" descr="Document with solid fill">
              <a:extLst>
                <a:ext uri="{FF2B5EF4-FFF2-40B4-BE49-F238E27FC236}">
                  <a16:creationId xmlns:a16="http://schemas.microsoft.com/office/drawing/2014/main" id="{7BF2488C-0195-5838-3BE4-DA871018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863142" y="1531169"/>
              <a:ext cx="504448" cy="504448"/>
            </a:xfrm>
            <a:prstGeom prst="rect">
              <a:avLst/>
            </a:prstGeom>
          </p:spPr>
        </p:pic>
        <p:pic>
          <p:nvPicPr>
            <p:cNvPr id="69" name="Graphic 68" descr="Chevron arrows with solid fill">
              <a:extLst>
                <a:ext uri="{FF2B5EF4-FFF2-40B4-BE49-F238E27FC236}">
                  <a16:creationId xmlns:a16="http://schemas.microsoft.com/office/drawing/2014/main" id="{C7A61B6C-75C1-8CC2-443D-E7B34FF69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25254" y="1549093"/>
              <a:ext cx="468599" cy="468599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5EC90C4-0465-E7EC-CA69-832AD1CBDBA7}"/>
              </a:ext>
            </a:extLst>
          </p:cNvPr>
          <p:cNvGrpSpPr/>
          <p:nvPr/>
        </p:nvGrpSpPr>
        <p:grpSpPr>
          <a:xfrm>
            <a:off x="9136148" y="872485"/>
            <a:ext cx="2594085" cy="1437309"/>
            <a:chOff x="9298042" y="2165039"/>
            <a:chExt cx="2594085" cy="1437309"/>
          </a:xfrm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F5E9EAE5-38EE-6708-5090-AE12ED534252}"/>
                </a:ext>
              </a:extLst>
            </p:cNvPr>
            <p:cNvSpPr/>
            <p:nvPr/>
          </p:nvSpPr>
          <p:spPr>
            <a:xfrm>
              <a:off x="10332699" y="2942921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0462E756-1644-8894-B0D5-F389C2615F79}"/>
                </a:ext>
              </a:extLst>
            </p:cNvPr>
            <p:cNvSpPr>
              <a:spLocks/>
            </p:cNvSpPr>
            <p:nvPr/>
          </p:nvSpPr>
          <p:spPr>
            <a:xfrm>
              <a:off x="9381820" y="2165039"/>
              <a:ext cx="2510307" cy="1437309"/>
            </a:xfrm>
            <a:prstGeom prst="roundRect">
              <a:avLst>
                <a:gd name="adj" fmla="val 4948"/>
              </a:avLst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05" name="Content Placeholder 3">
              <a:extLst>
                <a:ext uri="{FF2B5EF4-FFF2-40B4-BE49-F238E27FC236}">
                  <a16:creationId xmlns:a16="http://schemas.microsoft.com/office/drawing/2014/main" id="{E14BD359-4282-FD52-9078-9227D35E262A}"/>
                </a:ext>
              </a:extLst>
            </p:cNvPr>
            <p:cNvSpPr txBox="1">
              <a:spLocks/>
            </p:cNvSpPr>
            <p:nvPr/>
          </p:nvSpPr>
          <p:spPr>
            <a:xfrm>
              <a:off x="9298042" y="2312196"/>
              <a:ext cx="1740967" cy="56545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b="1" dirty="0">
                  <a:solidFill>
                    <a:srgbClr val="ECC830"/>
                  </a:solidFill>
                  <a:latin typeface="+mj-lt"/>
                  <a:ea typeface="+mj-ea"/>
                </a:rPr>
                <a:t>Gold</a:t>
              </a:r>
            </a:p>
          </p:txBody>
        </p:sp>
        <p:sp>
          <p:nvSpPr>
            <p:cNvPr id="106" name="Text Placeholder 14">
              <a:extLst>
                <a:ext uri="{FF2B5EF4-FFF2-40B4-BE49-F238E27FC236}">
                  <a16:creationId xmlns:a16="http://schemas.microsoft.com/office/drawing/2014/main" id="{D94826DC-4EDC-AB36-CCDE-09AC9407E7AC}"/>
                </a:ext>
              </a:extLst>
            </p:cNvPr>
            <p:cNvSpPr txBox="1">
              <a:spLocks/>
            </p:cNvSpPr>
            <p:nvPr/>
          </p:nvSpPr>
          <p:spPr>
            <a:xfrm>
              <a:off x="10398239" y="2686611"/>
              <a:ext cx="1347635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Jan                Dec</a:t>
              </a:r>
              <a:endParaRPr lang="zh-HK" altLang="en-US" sz="1200" dirty="0"/>
            </a:p>
          </p:txBody>
        </p:sp>
        <p:pic>
          <p:nvPicPr>
            <p:cNvPr id="107" name="Graphic 106" descr="Database with solid fill">
              <a:extLst>
                <a:ext uri="{FF2B5EF4-FFF2-40B4-BE49-F238E27FC236}">
                  <a16:creationId xmlns:a16="http://schemas.microsoft.com/office/drawing/2014/main" id="{4078EE58-3D2A-E89A-7180-450A47771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459406" y="2259982"/>
              <a:ext cx="432000" cy="432000"/>
            </a:xfrm>
            <a:prstGeom prst="rect">
              <a:avLst/>
            </a:prstGeom>
          </p:spPr>
        </p:pic>
        <p:pic>
          <p:nvPicPr>
            <p:cNvPr id="108" name="Graphic 107" descr="Document with solid fill">
              <a:extLst>
                <a:ext uri="{FF2B5EF4-FFF2-40B4-BE49-F238E27FC236}">
                  <a16:creationId xmlns:a16="http://schemas.microsoft.com/office/drawing/2014/main" id="{8C5E1CA6-D9E7-9FE8-F547-EA50A0ADC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10342607" y="2939920"/>
              <a:ext cx="504448" cy="504448"/>
            </a:xfrm>
            <a:prstGeom prst="rect">
              <a:avLst/>
            </a:prstGeom>
          </p:spPr>
        </p:pic>
        <p:pic>
          <p:nvPicPr>
            <p:cNvPr id="109" name="圖形 56" descr="Document with solid fill">
              <a:extLst>
                <a:ext uri="{FF2B5EF4-FFF2-40B4-BE49-F238E27FC236}">
                  <a16:creationId xmlns:a16="http://schemas.microsoft.com/office/drawing/2014/main" id="{7CCBCEA1-DB6C-1D2E-3824-E16576BD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11244751" y="2939920"/>
              <a:ext cx="504448" cy="504448"/>
            </a:xfrm>
            <a:prstGeom prst="rect">
              <a:avLst/>
            </a:prstGeom>
          </p:spPr>
        </p:pic>
        <p:pic>
          <p:nvPicPr>
            <p:cNvPr id="110" name="Graphic 109" descr="Chevron arrows with solid fill">
              <a:extLst>
                <a:ext uri="{FF2B5EF4-FFF2-40B4-BE49-F238E27FC236}">
                  <a16:creationId xmlns:a16="http://schemas.microsoft.com/office/drawing/2014/main" id="{B7CA5279-7E70-9689-9B77-2653DA775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806863" y="2957844"/>
              <a:ext cx="468599" cy="468599"/>
            </a:xfrm>
            <a:prstGeom prst="rect">
              <a:avLst/>
            </a:prstGeom>
          </p:spPr>
        </p:pic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53B8262-B0E7-A71C-434D-C841DE4C14D0}"/>
                </a:ext>
              </a:extLst>
            </p:cNvPr>
            <p:cNvGrpSpPr/>
            <p:nvPr/>
          </p:nvGrpSpPr>
          <p:grpSpPr>
            <a:xfrm>
              <a:off x="9511651" y="2925413"/>
              <a:ext cx="849495" cy="547235"/>
              <a:chOff x="1148302" y="1516662"/>
              <a:chExt cx="849495" cy="547235"/>
            </a:xfrm>
          </p:grpSpPr>
          <p:pic>
            <p:nvPicPr>
              <p:cNvPr id="112" name="Graphic 111" descr="Venn diagram with solid fill">
                <a:extLst>
                  <a:ext uri="{FF2B5EF4-FFF2-40B4-BE49-F238E27FC236}">
                    <a16:creationId xmlns:a16="http://schemas.microsoft.com/office/drawing/2014/main" id="{30C5DB83-3A58-1C10-55F9-7D081A362B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1300626" y="1516662"/>
                <a:ext cx="359999" cy="359999"/>
              </a:xfrm>
              <a:prstGeom prst="rect">
                <a:avLst/>
              </a:prstGeom>
            </p:spPr>
          </p:pic>
          <p:sp>
            <p:nvSpPr>
              <p:cNvPr id="113" name="Text Placeholder 14">
                <a:extLst>
                  <a:ext uri="{FF2B5EF4-FFF2-40B4-BE49-F238E27FC236}">
                    <a16:creationId xmlns:a16="http://schemas.microsoft.com/office/drawing/2014/main" id="{3AD6055A-D1AB-1D07-51D0-C60768234C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8302" y="1827355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Features</a:t>
                </a:r>
                <a:endParaRPr lang="zh-HK" altLang="en-US" sz="1200" dirty="0"/>
              </a:p>
            </p:txBody>
          </p:sp>
        </p:grpSp>
      </p:grpSp>
      <p:pic>
        <p:nvPicPr>
          <p:cNvPr id="6" name="Graphic 5" descr="Bullseye outline">
            <a:extLst>
              <a:ext uri="{FF2B5EF4-FFF2-40B4-BE49-F238E27FC236}">
                <a16:creationId xmlns:a16="http://schemas.microsoft.com/office/drawing/2014/main" id="{334AC401-A68B-4AC3-C2A1-B83AA2EEF33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98942" y="3188197"/>
            <a:ext cx="1344722" cy="134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1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FAAC-2843-E2B5-A615-5A422670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13BD4C-DD79-3463-FF41-70559A149CFF}"/>
              </a:ext>
            </a:extLst>
          </p:cNvPr>
          <p:cNvSpPr txBox="1">
            <a:spLocks/>
          </p:cNvSpPr>
          <p:nvPr/>
        </p:nvSpPr>
        <p:spPr>
          <a:xfrm>
            <a:off x="1096089" y="3080061"/>
            <a:ext cx="2469827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000" dirty="0"/>
              <a:t>The bad rate trend by MOB  are plotted:</a:t>
            </a:r>
          </a:p>
          <a:p>
            <a:pPr marL="352425" indent="-171450"/>
            <a:endParaRPr lang="en-US" altLang="zh-HK" sz="1000" dirty="0"/>
          </a:p>
          <a:p>
            <a:pPr marL="352425" indent="-171450"/>
            <a:endParaRPr lang="en-US" altLang="zh-HK" sz="1000" dirty="0"/>
          </a:p>
          <a:p>
            <a:pPr marL="352425" indent="-171450"/>
            <a:endParaRPr lang="en-US" altLang="zh-HK" sz="1000" dirty="0"/>
          </a:p>
          <a:p>
            <a:pPr marL="352425" indent="-171450"/>
            <a:endParaRPr lang="en-US" altLang="zh-HK" sz="1000" dirty="0"/>
          </a:p>
          <a:p>
            <a:pPr marL="352425" indent="-171450"/>
            <a:endParaRPr lang="en-US" altLang="zh-HK" sz="1000" dirty="0"/>
          </a:p>
          <a:p>
            <a:pPr marL="352425" indent="-171450"/>
            <a:endParaRPr lang="en-US" altLang="zh-HK" sz="1000" dirty="0"/>
          </a:p>
          <a:p>
            <a:pPr marL="352425" indent="-171450"/>
            <a:r>
              <a:rPr lang="en-US" altLang="zh-HK" sz="1000" dirty="0"/>
              <a:t>Bad rate rise steeply from MOB 0-6 and stabilizes at 6.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B8F563-6989-26AD-16A3-1E25C2C2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4E368C-947B-95DB-02ED-498F2459E7E0}"/>
              </a:ext>
            </a:extLst>
          </p:cNvPr>
          <p:cNvSpPr txBox="1">
            <a:spLocks/>
          </p:cNvSpPr>
          <p:nvPr/>
        </p:nvSpPr>
        <p:spPr>
          <a:xfrm>
            <a:off x="970020" y="287402"/>
            <a:ext cx="8878824" cy="661240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dirty="0">
                <a:solidFill>
                  <a:schemeClr val="accent4">
                    <a:lumMod val="75000"/>
                  </a:schemeClr>
                </a:solidFill>
              </a:rPr>
              <a:t>Silver</a:t>
            </a:r>
            <a:r>
              <a:rPr lang="en-US" altLang="zh-HK" dirty="0"/>
              <a:t> To </a:t>
            </a:r>
            <a:r>
              <a:rPr lang="en-US" altLang="zh-HK" dirty="0">
                <a:solidFill>
                  <a:schemeClr val="accent2"/>
                </a:solidFill>
              </a:rPr>
              <a:t>Gold</a:t>
            </a:r>
            <a:r>
              <a:rPr lang="en-US" altLang="zh-HK" dirty="0"/>
              <a:t>(Label)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25288E-8379-13F1-7B4F-F5C5045E9169}"/>
              </a:ext>
            </a:extLst>
          </p:cNvPr>
          <p:cNvSpPr>
            <a:spLocks/>
          </p:cNvSpPr>
          <p:nvPr/>
        </p:nvSpPr>
        <p:spPr>
          <a:xfrm>
            <a:off x="4467048" y="1136010"/>
            <a:ext cx="3807383" cy="3031953"/>
          </a:xfrm>
          <a:prstGeom prst="roundRect">
            <a:avLst>
              <a:gd name="adj" fmla="val 49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077A251-9ACD-FF2C-4793-9496AA69A85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47727" y="1169102"/>
            <a:ext cx="3765127" cy="48387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0">
              <a:buNone/>
            </a:pPr>
            <a:r>
              <a:rPr lang="en-US" altLang="zh-HK" b="1" dirty="0">
                <a:latin typeface="+mj-lt"/>
                <a:ea typeface="+mj-ea"/>
              </a:rPr>
              <a:t>ETL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Extract: </a:t>
            </a:r>
            <a:r>
              <a:rPr lang="en-US" altLang="zh-HK" sz="1200" dirty="0"/>
              <a:t>Load Silver loans (cleaned loan daily data).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Transform:</a:t>
            </a:r>
          </a:p>
          <a:p>
            <a:pPr lvl="1"/>
            <a:r>
              <a:rPr lang="en-US" altLang="zh-HK" sz="1200" dirty="0"/>
              <a:t>Define label = 1 if loan is ≥ 30 days (DPD) past due at 6 months (determined from EDA) on book.</a:t>
            </a:r>
          </a:p>
          <a:p>
            <a:pPr lvl="1"/>
            <a:r>
              <a:rPr lang="en-US" altLang="zh-HK" sz="1200" dirty="0"/>
              <a:t>Create a single label definition (30 DPD with 6 MOB).</a:t>
            </a:r>
          </a:p>
          <a:p>
            <a:pPr lvl="1"/>
            <a:r>
              <a:rPr lang="en-US" altLang="zh-HK" sz="1200" dirty="0"/>
              <a:t>Keep identifiers (Loan ID, Customer ID and Loans Snapshot Date).</a:t>
            </a:r>
          </a:p>
          <a:p>
            <a:r>
              <a:rPr lang="en-US" altLang="zh-HK" sz="1200" b="1" dirty="0">
                <a:solidFill>
                  <a:schemeClr val="accent1"/>
                </a:solidFill>
              </a:rPr>
              <a:t>Load: </a:t>
            </a:r>
          </a:p>
          <a:p>
            <a:pPr lvl="1"/>
            <a:r>
              <a:rPr lang="en-US" altLang="zh-HK" sz="1200" dirty="0"/>
              <a:t>Stored as partitioned Parquet files by label snapshot dates in Gold label store.</a:t>
            </a:r>
          </a:p>
        </p:txBody>
      </p:sp>
      <p:pic>
        <p:nvPicPr>
          <p:cNvPr id="14" name="Graphic 13" descr="Circles with arrows with solid fill">
            <a:extLst>
              <a:ext uri="{FF2B5EF4-FFF2-40B4-BE49-F238E27FC236}">
                <a16:creationId xmlns:a16="http://schemas.microsoft.com/office/drawing/2014/main" id="{A6DBB9BB-F201-9348-2CA2-09B2C834FB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3216" y="1144294"/>
            <a:ext cx="432000" cy="432000"/>
          </a:xfrm>
          <a:prstGeom prst="rect">
            <a:avLst/>
          </a:prstGeom>
        </p:spPr>
      </p:pic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819417B8-150D-017A-0BBD-180615660804}"/>
              </a:ext>
            </a:extLst>
          </p:cNvPr>
          <p:cNvSpPr txBox="1">
            <a:spLocks/>
          </p:cNvSpPr>
          <p:nvPr/>
        </p:nvSpPr>
        <p:spPr>
          <a:xfrm>
            <a:off x="4467048" y="4374883"/>
            <a:ext cx="3621024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2000" b="1" dirty="0">
                <a:latin typeface="+mj-lt"/>
              </a:rPr>
              <a:t>Design Decisions</a:t>
            </a:r>
            <a:endParaRPr lang="zh-HK" altLang="en-US" sz="2000" b="1" dirty="0">
              <a:latin typeface="+mj-lt"/>
            </a:endParaRPr>
          </a:p>
        </p:txBody>
      </p:sp>
      <p:sp>
        <p:nvSpPr>
          <p:cNvPr id="118" name="Content Placeholder 3">
            <a:extLst>
              <a:ext uri="{FF2B5EF4-FFF2-40B4-BE49-F238E27FC236}">
                <a16:creationId xmlns:a16="http://schemas.microsoft.com/office/drawing/2014/main" id="{36E4D021-D0DE-60A4-2EDB-183E1A4369D9}"/>
              </a:ext>
            </a:extLst>
          </p:cNvPr>
          <p:cNvSpPr txBox="1">
            <a:spLocks/>
          </p:cNvSpPr>
          <p:nvPr/>
        </p:nvSpPr>
        <p:spPr>
          <a:xfrm>
            <a:off x="4493216" y="4732570"/>
            <a:ext cx="3781215" cy="86516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200" dirty="0"/>
              <a:t>Derive the target decision label for the next stage ML model training. </a:t>
            </a:r>
          </a:p>
          <a:p>
            <a:pPr marL="352425" indent="-171450"/>
            <a:r>
              <a:rPr lang="en-US" altLang="zh-HK" sz="1200" dirty="0"/>
              <a:t>A single label definition ensures all ML models use the same ‘default’ criteria.</a:t>
            </a:r>
          </a:p>
          <a:p>
            <a:pPr marL="352425" indent="-171450"/>
            <a:r>
              <a:rPr lang="en-US" altLang="zh-HK" sz="1200" dirty="0"/>
              <a:t>Identifiers are retained for indexing, traceability, auditability.</a:t>
            </a:r>
          </a:p>
          <a:p>
            <a:pPr marL="352425" indent="-171450"/>
            <a:r>
              <a:rPr lang="en-US" altLang="zh-HK" sz="1200" dirty="0"/>
              <a:t>Partition by snapshot month for reproducibility auditability.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C0C8557-DC92-B19E-DB95-2FA51D6C83C6}"/>
              </a:ext>
            </a:extLst>
          </p:cNvPr>
          <p:cNvGrpSpPr/>
          <p:nvPr/>
        </p:nvGrpSpPr>
        <p:grpSpPr>
          <a:xfrm>
            <a:off x="9097669" y="1129963"/>
            <a:ext cx="2594085" cy="1437309"/>
            <a:chOff x="9298042" y="2165039"/>
            <a:chExt cx="2594085" cy="1437309"/>
          </a:xfrm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2CB76478-5016-E4E9-6071-7D9B6B712007}"/>
                </a:ext>
              </a:extLst>
            </p:cNvPr>
            <p:cNvSpPr/>
            <p:nvPr/>
          </p:nvSpPr>
          <p:spPr>
            <a:xfrm>
              <a:off x="10332699" y="2942921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05D6E619-978E-ECAA-B8B4-CF0CF3A184AA}"/>
                </a:ext>
              </a:extLst>
            </p:cNvPr>
            <p:cNvSpPr>
              <a:spLocks/>
            </p:cNvSpPr>
            <p:nvPr/>
          </p:nvSpPr>
          <p:spPr>
            <a:xfrm>
              <a:off x="9381820" y="2165039"/>
              <a:ext cx="2510307" cy="1437309"/>
            </a:xfrm>
            <a:prstGeom prst="roundRect">
              <a:avLst>
                <a:gd name="adj" fmla="val 4948"/>
              </a:avLst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69" name="Content Placeholder 3">
              <a:extLst>
                <a:ext uri="{FF2B5EF4-FFF2-40B4-BE49-F238E27FC236}">
                  <a16:creationId xmlns:a16="http://schemas.microsoft.com/office/drawing/2014/main" id="{9237DCB9-822E-4631-6BE8-6C14A23BE5C5}"/>
                </a:ext>
              </a:extLst>
            </p:cNvPr>
            <p:cNvSpPr txBox="1">
              <a:spLocks/>
            </p:cNvSpPr>
            <p:nvPr/>
          </p:nvSpPr>
          <p:spPr>
            <a:xfrm>
              <a:off x="9298042" y="2312196"/>
              <a:ext cx="1740967" cy="56545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b="1" dirty="0">
                  <a:solidFill>
                    <a:srgbClr val="ECC830"/>
                  </a:solidFill>
                  <a:latin typeface="+mj-lt"/>
                  <a:ea typeface="+mj-ea"/>
                </a:rPr>
                <a:t>Gold</a:t>
              </a:r>
            </a:p>
          </p:txBody>
        </p:sp>
        <p:sp>
          <p:nvSpPr>
            <p:cNvPr id="170" name="Text Placeholder 14">
              <a:extLst>
                <a:ext uri="{FF2B5EF4-FFF2-40B4-BE49-F238E27FC236}">
                  <a16:creationId xmlns:a16="http://schemas.microsoft.com/office/drawing/2014/main" id="{36C02BDC-3308-0C71-17AF-CD320723612D}"/>
                </a:ext>
              </a:extLst>
            </p:cNvPr>
            <p:cNvSpPr txBox="1">
              <a:spLocks/>
            </p:cNvSpPr>
            <p:nvPr/>
          </p:nvSpPr>
          <p:spPr>
            <a:xfrm>
              <a:off x="10398239" y="2686611"/>
              <a:ext cx="1347635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Jan                Dec</a:t>
              </a:r>
              <a:endParaRPr lang="zh-HK" altLang="en-US" sz="1200" dirty="0"/>
            </a:p>
          </p:txBody>
        </p:sp>
        <p:pic>
          <p:nvPicPr>
            <p:cNvPr id="172" name="Graphic 171" descr="Database with solid fill">
              <a:extLst>
                <a:ext uri="{FF2B5EF4-FFF2-40B4-BE49-F238E27FC236}">
                  <a16:creationId xmlns:a16="http://schemas.microsoft.com/office/drawing/2014/main" id="{A5233A3D-2632-7F1F-21C0-92CD6C06F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59406" y="2259982"/>
              <a:ext cx="432000" cy="432000"/>
            </a:xfrm>
            <a:prstGeom prst="rect">
              <a:avLst/>
            </a:prstGeom>
          </p:spPr>
        </p:pic>
        <p:pic>
          <p:nvPicPr>
            <p:cNvPr id="174" name="Graphic 173" descr="Document with solid fill">
              <a:extLst>
                <a:ext uri="{FF2B5EF4-FFF2-40B4-BE49-F238E27FC236}">
                  <a16:creationId xmlns:a16="http://schemas.microsoft.com/office/drawing/2014/main" id="{92AA0B25-6E2E-3A16-A9ED-911B6BFA6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342607" y="2939920"/>
              <a:ext cx="504448" cy="504448"/>
            </a:xfrm>
            <a:prstGeom prst="rect">
              <a:avLst/>
            </a:prstGeom>
          </p:spPr>
        </p:pic>
        <p:pic>
          <p:nvPicPr>
            <p:cNvPr id="175" name="圖形 56" descr="Document with solid fill">
              <a:extLst>
                <a:ext uri="{FF2B5EF4-FFF2-40B4-BE49-F238E27FC236}">
                  <a16:creationId xmlns:a16="http://schemas.microsoft.com/office/drawing/2014/main" id="{F0D202D0-1E4D-6999-6CD6-12F44B740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244751" y="2939920"/>
              <a:ext cx="504448" cy="504448"/>
            </a:xfrm>
            <a:prstGeom prst="rect">
              <a:avLst/>
            </a:prstGeom>
          </p:spPr>
        </p:pic>
        <p:pic>
          <p:nvPicPr>
            <p:cNvPr id="176" name="Graphic 175" descr="Chevron arrows with solid fill">
              <a:extLst>
                <a:ext uri="{FF2B5EF4-FFF2-40B4-BE49-F238E27FC236}">
                  <a16:creationId xmlns:a16="http://schemas.microsoft.com/office/drawing/2014/main" id="{2E13BBA6-2C99-74F0-335E-911D72E17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806863" y="2957844"/>
              <a:ext cx="468599" cy="468599"/>
            </a:xfrm>
            <a:prstGeom prst="rect">
              <a:avLst/>
            </a:prstGeom>
          </p:spPr>
        </p:pic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09215A09-2C67-3BE6-DD44-7F3554452EC4}"/>
                </a:ext>
              </a:extLst>
            </p:cNvPr>
            <p:cNvGrpSpPr/>
            <p:nvPr/>
          </p:nvGrpSpPr>
          <p:grpSpPr>
            <a:xfrm>
              <a:off x="9511651" y="2957312"/>
              <a:ext cx="849495" cy="515336"/>
              <a:chOff x="1148302" y="1548561"/>
              <a:chExt cx="849495" cy="515336"/>
            </a:xfrm>
          </p:grpSpPr>
          <p:pic>
            <p:nvPicPr>
              <p:cNvPr id="178" name="Graphic 177" descr="Bullseye with solid fill">
                <a:extLst>
                  <a:ext uri="{FF2B5EF4-FFF2-40B4-BE49-F238E27FC236}">
                    <a16:creationId xmlns:a16="http://schemas.microsoft.com/office/drawing/2014/main" id="{8DAA8617-9FE2-3E6F-852F-F3E9EA6255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1226195" y="1548561"/>
                <a:ext cx="359999" cy="359999"/>
              </a:xfrm>
              <a:prstGeom prst="rect">
                <a:avLst/>
              </a:prstGeom>
            </p:spPr>
          </p:pic>
          <p:sp>
            <p:nvSpPr>
              <p:cNvPr id="179" name="Text Placeholder 14">
                <a:extLst>
                  <a:ext uri="{FF2B5EF4-FFF2-40B4-BE49-F238E27FC236}">
                    <a16:creationId xmlns:a16="http://schemas.microsoft.com/office/drawing/2014/main" id="{CAE506B6-26A6-CD42-8392-19624ABAB7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8302" y="1827355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Label</a:t>
                </a:r>
                <a:endParaRPr lang="zh-HK" altLang="en-US" sz="1200" dirty="0"/>
              </a:p>
            </p:txBody>
          </p:sp>
        </p:grpSp>
      </p:grpSp>
      <p:sp>
        <p:nvSpPr>
          <p:cNvPr id="182" name="Text Placeholder 14">
            <a:extLst>
              <a:ext uri="{FF2B5EF4-FFF2-40B4-BE49-F238E27FC236}">
                <a16:creationId xmlns:a16="http://schemas.microsoft.com/office/drawing/2014/main" id="{7A651260-E5C0-68D8-19E4-0A871882EFC7}"/>
              </a:ext>
            </a:extLst>
          </p:cNvPr>
          <p:cNvSpPr txBox="1">
            <a:spLocks/>
          </p:cNvSpPr>
          <p:nvPr/>
        </p:nvSpPr>
        <p:spPr>
          <a:xfrm>
            <a:off x="9181447" y="5310714"/>
            <a:ext cx="2510308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2000" b="1" dirty="0">
                <a:latin typeface="+mj-lt"/>
              </a:rPr>
              <a:t>Gold Layer</a:t>
            </a:r>
            <a:endParaRPr lang="zh-HK" altLang="en-US" sz="2000" b="1" dirty="0">
              <a:latin typeface="+mj-lt"/>
            </a:endParaRPr>
          </a:p>
        </p:txBody>
      </p:sp>
      <p:sp>
        <p:nvSpPr>
          <p:cNvPr id="183" name="Content Placeholder 3">
            <a:extLst>
              <a:ext uri="{FF2B5EF4-FFF2-40B4-BE49-F238E27FC236}">
                <a16:creationId xmlns:a16="http://schemas.microsoft.com/office/drawing/2014/main" id="{382A325F-D0ED-FA8D-4C80-A50E12A681DC}"/>
              </a:ext>
            </a:extLst>
          </p:cNvPr>
          <p:cNvSpPr txBox="1">
            <a:spLocks/>
          </p:cNvSpPr>
          <p:nvPr/>
        </p:nvSpPr>
        <p:spPr>
          <a:xfrm>
            <a:off x="9181447" y="5657997"/>
            <a:ext cx="2510307" cy="865164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200" dirty="0"/>
              <a:t>Default label ready for building up the loan Risk ML model.</a:t>
            </a:r>
          </a:p>
          <a:p>
            <a:pPr marL="352425" indent="-171450"/>
            <a:r>
              <a:rPr lang="en-US" altLang="zh-HK" sz="1200" dirty="0"/>
              <a:t>Curated business-levels data with highest data quality.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CD050C33-DB1E-285D-1325-921014788E82}"/>
              </a:ext>
            </a:extLst>
          </p:cNvPr>
          <p:cNvCxnSpPr>
            <a:cxnSpLocks/>
          </p:cNvCxnSpPr>
          <p:nvPr/>
        </p:nvCxnSpPr>
        <p:spPr>
          <a:xfrm>
            <a:off x="9191958" y="5310714"/>
            <a:ext cx="2499796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F4566922-C0B6-6B15-B4E4-5C4473115358}"/>
              </a:ext>
            </a:extLst>
          </p:cNvPr>
          <p:cNvSpPr/>
          <p:nvPr/>
        </p:nvSpPr>
        <p:spPr>
          <a:xfrm>
            <a:off x="9044228" y="983803"/>
            <a:ext cx="2757912" cy="5586793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75ED6DF6-F52F-2F3E-E499-2EB4C9643C55}"/>
              </a:ext>
            </a:extLst>
          </p:cNvPr>
          <p:cNvSpPr/>
          <p:nvPr/>
        </p:nvSpPr>
        <p:spPr>
          <a:xfrm>
            <a:off x="4343474" y="983804"/>
            <a:ext cx="4035047" cy="5586794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8" name="Arrow: Right 187">
            <a:extLst>
              <a:ext uri="{FF2B5EF4-FFF2-40B4-BE49-F238E27FC236}">
                <a16:creationId xmlns:a16="http://schemas.microsoft.com/office/drawing/2014/main" id="{C391A585-F58A-C561-ADEE-19A4FC7DFA4F}"/>
              </a:ext>
            </a:extLst>
          </p:cNvPr>
          <p:cNvSpPr/>
          <p:nvPr/>
        </p:nvSpPr>
        <p:spPr>
          <a:xfrm>
            <a:off x="3816918" y="1551998"/>
            <a:ext cx="464817" cy="42307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1280E5-A068-4043-DAB8-2D876BFA0784}"/>
              </a:ext>
            </a:extLst>
          </p:cNvPr>
          <p:cNvGrpSpPr/>
          <p:nvPr/>
        </p:nvGrpSpPr>
        <p:grpSpPr>
          <a:xfrm>
            <a:off x="992990" y="1136011"/>
            <a:ext cx="2594085" cy="1437309"/>
            <a:chOff x="9298042" y="2165039"/>
            <a:chExt cx="2594085" cy="143730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68ADC07-EC14-F6AE-918B-61760410D83F}"/>
                </a:ext>
              </a:extLst>
            </p:cNvPr>
            <p:cNvSpPr/>
            <p:nvPr/>
          </p:nvSpPr>
          <p:spPr>
            <a:xfrm>
              <a:off x="10332699" y="2942921"/>
              <a:ext cx="1416500" cy="498446"/>
            </a:xfrm>
            <a:prstGeom prst="round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5D609F6-F76B-A7A6-B98B-E8E57D9C9343}"/>
                </a:ext>
              </a:extLst>
            </p:cNvPr>
            <p:cNvSpPr>
              <a:spLocks/>
            </p:cNvSpPr>
            <p:nvPr/>
          </p:nvSpPr>
          <p:spPr>
            <a:xfrm>
              <a:off x="9381820" y="2165039"/>
              <a:ext cx="2510307" cy="1437309"/>
            </a:xfrm>
            <a:prstGeom prst="roundRect">
              <a:avLst>
                <a:gd name="adj" fmla="val 4948"/>
              </a:avLst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1" name="Content Placeholder 3">
              <a:extLst>
                <a:ext uri="{FF2B5EF4-FFF2-40B4-BE49-F238E27FC236}">
                  <a16:creationId xmlns:a16="http://schemas.microsoft.com/office/drawing/2014/main" id="{C4A4B3A5-F9CF-15F8-EC5B-F6111D86062C}"/>
                </a:ext>
              </a:extLst>
            </p:cNvPr>
            <p:cNvSpPr txBox="1">
              <a:spLocks/>
            </p:cNvSpPr>
            <p:nvPr/>
          </p:nvSpPr>
          <p:spPr>
            <a:xfrm>
              <a:off x="9298042" y="2312196"/>
              <a:ext cx="1740967" cy="565450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6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4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Char char="o"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33400" indent="0">
                <a:buNone/>
              </a:pPr>
              <a:r>
                <a:rPr lang="en-US" altLang="zh-HK" b="1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+mj-ea"/>
                </a:rPr>
                <a:t>Silver</a:t>
              </a:r>
            </a:p>
          </p:txBody>
        </p:sp>
        <p:sp>
          <p:nvSpPr>
            <p:cNvPr id="15" name="Text Placeholder 14">
              <a:extLst>
                <a:ext uri="{FF2B5EF4-FFF2-40B4-BE49-F238E27FC236}">
                  <a16:creationId xmlns:a16="http://schemas.microsoft.com/office/drawing/2014/main" id="{9785182D-E0DD-9280-FBAC-F9B708ED6C76}"/>
                </a:ext>
              </a:extLst>
            </p:cNvPr>
            <p:cNvSpPr txBox="1">
              <a:spLocks/>
            </p:cNvSpPr>
            <p:nvPr/>
          </p:nvSpPr>
          <p:spPr>
            <a:xfrm>
              <a:off x="10398239" y="2686611"/>
              <a:ext cx="1347635" cy="493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400" b="1" kern="1200">
                  <a:solidFill>
                    <a:schemeClr val="bg1"/>
                  </a:solidFill>
                  <a:latin typeface="+mj-lt"/>
                  <a:ea typeface="+mn-ea"/>
                  <a:cs typeface="Segoe UI" panose="020B0502040204020203" pitchFamily="34" charset="0"/>
                </a:defRPr>
              </a:lvl1pPr>
              <a:lvl2pPr marL="45718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20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2pPr>
              <a:lvl3pPr marL="914377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3pPr>
              <a:lvl4pPr marL="1371566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4pPr>
              <a:lvl5pPr marL="1828754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Courier New" panose="02070309020205020404" pitchFamily="49" charset="0"/>
                <a:buNone/>
                <a:defRPr sz="1600" b="1" kern="1200">
                  <a:solidFill>
                    <a:schemeClr val="bg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5pPr>
              <a:lvl6pPr marL="2285943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HK" sz="1200" dirty="0"/>
                <a:t>Jan                Dec</a:t>
              </a:r>
              <a:endParaRPr lang="zh-HK" altLang="en-US" sz="1200" dirty="0"/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40DC3671-617C-E811-5019-343DF3E8C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59406" y="2259982"/>
              <a:ext cx="432000" cy="432000"/>
            </a:xfrm>
            <a:prstGeom prst="rect">
              <a:avLst/>
            </a:prstGeom>
          </p:spPr>
        </p:pic>
        <p:pic>
          <p:nvPicPr>
            <p:cNvPr id="18" name="Graphic 17" descr="Document with solid fill">
              <a:extLst>
                <a:ext uri="{FF2B5EF4-FFF2-40B4-BE49-F238E27FC236}">
                  <a16:creationId xmlns:a16="http://schemas.microsoft.com/office/drawing/2014/main" id="{B862AF02-634E-D326-CF35-10F1FD479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342607" y="2939920"/>
              <a:ext cx="504448" cy="504448"/>
            </a:xfrm>
            <a:prstGeom prst="rect">
              <a:avLst/>
            </a:prstGeom>
          </p:spPr>
        </p:pic>
        <p:pic>
          <p:nvPicPr>
            <p:cNvPr id="19" name="圖形 56" descr="Document with solid fill">
              <a:extLst>
                <a:ext uri="{FF2B5EF4-FFF2-40B4-BE49-F238E27FC236}">
                  <a16:creationId xmlns:a16="http://schemas.microsoft.com/office/drawing/2014/main" id="{9AC4FAB1-5520-4AED-775E-2D540736C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244751" y="2939920"/>
              <a:ext cx="504448" cy="504448"/>
            </a:xfrm>
            <a:prstGeom prst="rect">
              <a:avLst/>
            </a:prstGeom>
          </p:spPr>
        </p:pic>
        <p:pic>
          <p:nvPicPr>
            <p:cNvPr id="20" name="Graphic 19" descr="Chevron arrows with solid fill">
              <a:extLst>
                <a:ext uri="{FF2B5EF4-FFF2-40B4-BE49-F238E27FC236}">
                  <a16:creationId xmlns:a16="http://schemas.microsoft.com/office/drawing/2014/main" id="{8D8A0A13-9BA2-BF66-1070-88C3360B1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806863" y="2957844"/>
              <a:ext cx="468599" cy="468599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B692707-3D5E-5A2C-0CEE-204E96242FA3}"/>
                </a:ext>
              </a:extLst>
            </p:cNvPr>
            <p:cNvGrpSpPr/>
            <p:nvPr/>
          </p:nvGrpSpPr>
          <p:grpSpPr>
            <a:xfrm>
              <a:off x="9511651" y="2957312"/>
              <a:ext cx="849495" cy="515336"/>
              <a:chOff x="1148302" y="1548561"/>
              <a:chExt cx="849495" cy="515336"/>
            </a:xfrm>
          </p:grpSpPr>
          <p:pic>
            <p:nvPicPr>
              <p:cNvPr id="22" name="Graphic 21" descr="Loan with solid fill">
                <a:extLst>
                  <a:ext uri="{FF2B5EF4-FFF2-40B4-BE49-F238E27FC236}">
                    <a16:creationId xmlns:a16="http://schemas.microsoft.com/office/drawing/2014/main" id="{6BEBEC22-CFA9-6E9A-BBF1-503804AA0D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1226195" y="1548561"/>
                <a:ext cx="359999" cy="359999"/>
              </a:xfrm>
              <a:prstGeom prst="rect">
                <a:avLst/>
              </a:prstGeom>
            </p:spPr>
          </p:pic>
          <p:sp>
            <p:nvSpPr>
              <p:cNvPr id="23" name="Text Placeholder 14">
                <a:extLst>
                  <a:ext uri="{FF2B5EF4-FFF2-40B4-BE49-F238E27FC236}">
                    <a16:creationId xmlns:a16="http://schemas.microsoft.com/office/drawing/2014/main" id="{F0AD2BAD-5C83-FFDD-0750-B35604D410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8302" y="1827355"/>
                <a:ext cx="849495" cy="23654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400" b="1" kern="1200">
                    <a:solidFill>
                      <a:schemeClr val="bg1"/>
                    </a:solidFill>
                    <a:latin typeface="+mj-lt"/>
                    <a:ea typeface="+mn-ea"/>
                    <a:cs typeface="Segoe UI" panose="020B0502040204020203" pitchFamily="34" charset="0"/>
                  </a:defRPr>
                </a:lvl1pPr>
                <a:lvl2pPr marL="45718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20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2pPr>
                <a:lvl3pPr marL="914377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8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3pPr>
                <a:lvl4pPr marL="1371566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4pPr>
                <a:lvl5pPr marL="1828754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Courier New" panose="02070309020205020404" pitchFamily="49" charset="0"/>
                  <a:buNone/>
                  <a:defRPr sz="1600" b="1" kern="1200">
                    <a:solidFill>
                      <a:schemeClr val="bg1"/>
                    </a:solidFill>
                    <a:latin typeface="+mn-lt"/>
                    <a:ea typeface="+mn-ea"/>
                    <a:cs typeface="Segoe UI" panose="020B0502040204020203" pitchFamily="34" charset="0"/>
                  </a:defRPr>
                </a:lvl5pPr>
                <a:lvl6pPr marL="2285943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HK" sz="1200" dirty="0"/>
                  <a:t>Loans</a:t>
                </a:r>
                <a:endParaRPr lang="zh-HK" altLang="en-US" sz="1200" dirty="0"/>
              </a:p>
            </p:txBody>
          </p:sp>
        </p:grpSp>
      </p:grp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E91D3256-9521-5463-A688-894B50DECB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9374436"/>
              </p:ext>
            </p:extLst>
          </p:nvPr>
        </p:nvGraphicFramePr>
        <p:xfrm>
          <a:off x="1154355" y="3454899"/>
          <a:ext cx="2339442" cy="1579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D61B1FA6-21C6-293E-B86A-A7DAE362E882}"/>
              </a:ext>
            </a:extLst>
          </p:cNvPr>
          <p:cNvSpPr txBox="1">
            <a:spLocks/>
          </p:cNvSpPr>
          <p:nvPr/>
        </p:nvSpPr>
        <p:spPr>
          <a:xfrm>
            <a:off x="1415737" y="2782994"/>
            <a:ext cx="2339442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1400" b="1" dirty="0">
                <a:latin typeface="+mj-lt"/>
              </a:rPr>
              <a:t>Exploratory Data Analysis</a:t>
            </a:r>
            <a:endParaRPr lang="zh-HK" altLang="en-US" sz="1400" b="1" dirty="0">
              <a:latin typeface="+mj-lt"/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D53EE1E-ED76-034D-4BA5-2AF8267D3F6E}"/>
              </a:ext>
            </a:extLst>
          </p:cNvPr>
          <p:cNvSpPr txBox="1">
            <a:spLocks/>
          </p:cNvSpPr>
          <p:nvPr/>
        </p:nvSpPr>
        <p:spPr>
          <a:xfrm>
            <a:off x="1476322" y="5438247"/>
            <a:ext cx="1943233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HK" sz="1400" b="1" dirty="0">
                <a:latin typeface="+mj-lt"/>
              </a:rPr>
              <a:t>Key Business Insights</a:t>
            </a:r>
            <a:endParaRPr lang="zh-HK" altLang="en-US" sz="1400" dirty="0">
              <a:latin typeface="+mj-lt"/>
            </a:endParaRP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89E5FB20-4FF9-A61D-5B3F-C901BC637713}"/>
              </a:ext>
            </a:extLst>
          </p:cNvPr>
          <p:cNvSpPr txBox="1">
            <a:spLocks/>
          </p:cNvSpPr>
          <p:nvPr/>
        </p:nvSpPr>
        <p:spPr>
          <a:xfrm>
            <a:off x="1096088" y="5754904"/>
            <a:ext cx="2469827" cy="493776"/>
          </a:xfrm>
          <a:prstGeom prst="rect">
            <a:avLst/>
          </a:prstGeom>
        </p:spPr>
        <p:txBody>
          <a:bodyPr/>
          <a:lstStyle>
            <a:lvl1pPr marL="228594" indent="-34746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783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2971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160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349" indent="-34746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171450"/>
            <a:r>
              <a:rPr lang="en-US" altLang="zh-HK" sz="1000" dirty="0"/>
              <a:t>Loan defaults mainly occur with the first </a:t>
            </a:r>
            <a:r>
              <a:rPr lang="en-US" altLang="zh-HK" sz="1000" b="1" dirty="0"/>
              <a:t>6 months </a:t>
            </a:r>
            <a:r>
              <a:rPr lang="en-US" altLang="zh-HK" sz="1000" dirty="0"/>
              <a:t>after origination.</a:t>
            </a:r>
          </a:p>
          <a:p>
            <a:pPr marL="352425" indent="-171450"/>
            <a:r>
              <a:rPr lang="en-US" altLang="zh-HK" sz="1000" dirty="0"/>
              <a:t>This justifies defining the label at months (MOB=6)</a:t>
            </a:r>
          </a:p>
          <a:p>
            <a:pPr marL="352425" indent="-171450"/>
            <a:endParaRPr lang="en-US" altLang="zh-HK" sz="10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C31202-5488-9651-07B5-F501186CBF95}"/>
              </a:ext>
            </a:extLst>
          </p:cNvPr>
          <p:cNvCxnSpPr>
            <a:cxnSpLocks/>
          </p:cNvCxnSpPr>
          <p:nvPr/>
        </p:nvCxnSpPr>
        <p:spPr>
          <a:xfrm>
            <a:off x="4489564" y="4372814"/>
            <a:ext cx="3723290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7B2B299-3BE7-F164-0538-5B07A51CBB7C}"/>
              </a:ext>
            </a:extLst>
          </p:cNvPr>
          <p:cNvSpPr/>
          <p:nvPr/>
        </p:nvSpPr>
        <p:spPr>
          <a:xfrm>
            <a:off x="8500232" y="1551998"/>
            <a:ext cx="464817" cy="42307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34" name="Graphic 33" descr="Statistics with solid fill">
            <a:extLst>
              <a:ext uri="{FF2B5EF4-FFF2-40B4-BE49-F238E27FC236}">
                <a16:creationId xmlns:a16="http://schemas.microsoft.com/office/drawing/2014/main" id="{7717881F-30FE-420D-C5FA-F5018FD2708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7589" y="2764240"/>
            <a:ext cx="360000" cy="3600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56185E8-6CC6-086E-347C-2D6561F96F77}"/>
              </a:ext>
            </a:extLst>
          </p:cNvPr>
          <p:cNvSpPr/>
          <p:nvPr/>
        </p:nvSpPr>
        <p:spPr>
          <a:xfrm>
            <a:off x="970020" y="983804"/>
            <a:ext cx="2742398" cy="5586794"/>
          </a:xfrm>
          <a:prstGeom prst="roundRect">
            <a:avLst>
              <a:gd name="adj" fmla="val 4209"/>
            </a:avLst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49" name="Graphic 48" descr="Magnifying glass with solid fill">
            <a:extLst>
              <a:ext uri="{FF2B5EF4-FFF2-40B4-BE49-F238E27FC236}">
                <a16:creationId xmlns:a16="http://schemas.microsoft.com/office/drawing/2014/main" id="{605565CC-003D-6ED2-A44D-8F04719E45B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72464" y="5417663"/>
            <a:ext cx="360000" cy="360000"/>
          </a:xfrm>
          <a:prstGeom prst="rect">
            <a:avLst/>
          </a:prstGeom>
        </p:spPr>
      </p:pic>
      <p:pic>
        <p:nvPicPr>
          <p:cNvPr id="52" name="Graphic 51" descr="Chevron arrows outline">
            <a:extLst>
              <a:ext uri="{FF2B5EF4-FFF2-40B4-BE49-F238E27FC236}">
                <a16:creationId xmlns:a16="http://schemas.microsoft.com/office/drawing/2014/main" id="{8EFC58DB-2223-6C77-FBEB-E371EEB0985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2146222" y="2590327"/>
            <a:ext cx="287113" cy="287113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F300938-E9C0-495C-A32B-D816C2154B76}"/>
              </a:ext>
            </a:extLst>
          </p:cNvPr>
          <p:cNvCxnSpPr>
            <a:cxnSpLocks/>
          </p:cNvCxnSpPr>
          <p:nvPr/>
        </p:nvCxnSpPr>
        <p:spPr>
          <a:xfrm>
            <a:off x="1096088" y="2738715"/>
            <a:ext cx="2490987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Bullseye outline">
            <a:extLst>
              <a:ext uri="{FF2B5EF4-FFF2-40B4-BE49-F238E27FC236}">
                <a16:creationId xmlns:a16="http://schemas.microsoft.com/office/drawing/2014/main" id="{FF95AE47-A53E-F644-0A08-EC7AABF2253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98942" y="3235822"/>
            <a:ext cx="1344722" cy="134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05">
            <a:extLst>
              <a:ext uri="{FF2B5EF4-FFF2-40B4-BE49-F238E27FC236}">
                <a16:creationId xmlns:a16="http://schemas.microsoft.com/office/drawing/2014/main" id="{734F8B63-0C1D-770B-CA9D-EE7ACF81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139" name="Slide Number Placeholder 138">
            <a:extLst>
              <a:ext uri="{FF2B5EF4-FFF2-40B4-BE49-F238E27FC236}">
                <a16:creationId xmlns:a16="http://schemas.microsoft.com/office/drawing/2014/main" id="{0C6CCCC3-BCC9-AE9B-C2AE-4D9986B5F8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4EECB-47E7-26A0-F3A1-ACAE7AEE57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BDF45D-9B32-0154-7602-2C43DAF6C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872820" cy="1237842"/>
          </a:xfrm>
        </p:spPr>
        <p:txBody>
          <a:bodyPr/>
          <a:lstStyle/>
          <a:p>
            <a:r>
              <a:rPr lang="en-US" altLang="zh-HK" dirty="0"/>
              <a:t>Split </a:t>
            </a:r>
            <a:r>
              <a:rPr lang="en-US" altLang="zh-HK" b="1" dirty="0"/>
              <a:t>Gold data </a:t>
            </a:r>
            <a:r>
              <a:rPr lang="en-US" altLang="zh-HK" dirty="0"/>
              <a:t>into </a:t>
            </a:r>
            <a:r>
              <a:rPr lang="en-US" altLang="zh-HK" b="1" dirty="0"/>
              <a:t>train, validation, test, </a:t>
            </a:r>
            <a:r>
              <a:rPr lang="en-US" altLang="zh-HK" dirty="0"/>
              <a:t>and </a:t>
            </a:r>
            <a:r>
              <a:rPr lang="en-US" altLang="zh-HK" b="1" dirty="0"/>
              <a:t>Out-of-Time (OOT) sets </a:t>
            </a:r>
            <a:r>
              <a:rPr lang="en-US" altLang="zh-HK" dirty="0"/>
              <a:t>to ensure temporal generalization.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F0535-53EA-30FB-770D-0C92BEEF3F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 dirty="0"/>
              <a:t>Step 2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38FF6C9F-C7C5-37D5-4C61-BA14A636B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b="1" dirty="0"/>
              <a:t>ML models</a:t>
            </a:r>
            <a:r>
              <a:rPr lang="en-US" dirty="0"/>
              <a:t> based on available </a:t>
            </a:r>
            <a:r>
              <a:rPr lang="en-US" b="1" dirty="0"/>
              <a:t>Gold data</a:t>
            </a:r>
            <a:r>
              <a:rPr lang="en-US" dirty="0"/>
              <a:t>. (e.g. Logistic Regression, Random Forest, </a:t>
            </a:r>
            <a:r>
              <a:rPr lang="en-US" dirty="0" err="1"/>
              <a:t>XGBooast</a:t>
            </a:r>
            <a:r>
              <a:rPr lang="en-US" dirty="0"/>
              <a:t>).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511481-29C6-275B-963E-B5AF2E87AD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US" dirty="0"/>
              <a:t>Step 3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5973BD56-1612-983E-EA67-F4039B0620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/>
              <a:t>One-hot encoding </a:t>
            </a:r>
            <a:r>
              <a:rPr lang="en-US" dirty="0"/>
              <a:t>for categorical variables (Occupation, Loan Type).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32973A-CF94-1C2B-BB12-B563173CC7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US" dirty="0"/>
              <a:t>Step 4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840CFADA-CAD6-2A04-5B15-5DB4DD6A84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HK" b="1" dirty="0"/>
              <a:t>Normalize</a:t>
            </a:r>
            <a:r>
              <a:rPr lang="en-US" altLang="zh-HK" dirty="0"/>
              <a:t> and </a:t>
            </a:r>
            <a:r>
              <a:rPr lang="en-US" altLang="zh-HK" b="1" dirty="0"/>
              <a:t>scale</a:t>
            </a:r>
            <a:r>
              <a:rPr lang="en-US" altLang="zh-HK" dirty="0"/>
              <a:t> numeric features (e.g., income, EMI).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7AA813-84F0-DB50-F6B6-A29A94662D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6"/>
                </a:solidFill>
              </a:rPr>
              <a:t>Goal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DB3347BB-2913-A230-8362-2B778394E7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/>
            <a:r>
              <a:rPr lang="en-US" altLang="zh-HK" b="1" dirty="0"/>
              <a:t>Train</a:t>
            </a:r>
            <a:r>
              <a:rPr lang="en-US" altLang="zh-HK" dirty="0"/>
              <a:t> and </a:t>
            </a:r>
            <a:r>
              <a:rPr lang="en-US" altLang="zh-HK" b="1" dirty="0"/>
              <a:t>evaluate</a:t>
            </a:r>
            <a:r>
              <a:rPr lang="en-US" altLang="zh-HK" dirty="0"/>
              <a:t> loan risk </a:t>
            </a:r>
            <a:r>
              <a:rPr lang="en-US" altLang="zh-HK" b="1" dirty="0"/>
              <a:t>ML models</a:t>
            </a:r>
            <a:r>
              <a:rPr lang="en-US" altLang="zh-HK" dirty="0"/>
              <a:t>; choose the best based on metrics. (e.g. AUC, F1, recall).</a:t>
            </a:r>
            <a:endParaRPr lang="en-US" dirty="0"/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0D7DF893-CDC1-A213-86BF-C9C73F979CC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9CE100CE-4574-F901-234D-B9BEED642B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288EBDBE-0ABC-82CE-4598-09F65E315A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14F6CD04-2A18-A6BD-AAB9-1D30D156339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C171CBDB-4593-F4D1-30E9-A47F4C7CA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" name="Picture Placeholder 14" descr="Pie chart with solid fill">
            <a:extLst>
              <a:ext uri="{FF2B5EF4-FFF2-40B4-BE49-F238E27FC236}">
                <a16:creationId xmlns:a16="http://schemas.microsoft.com/office/drawing/2014/main" id="{D5A5CD1E-0B56-8311-ADFC-5FB312617C0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8" b="128"/>
          <a:stretch>
            <a:fillRect/>
          </a:stretch>
        </p:blipFill>
        <p:spPr/>
      </p:pic>
      <p:pic>
        <p:nvPicPr>
          <p:cNvPr id="19" name="Picture Placeholder 18" descr="Artificial Intelligence with solid fill">
            <a:extLst>
              <a:ext uri="{FF2B5EF4-FFF2-40B4-BE49-F238E27FC236}">
                <a16:creationId xmlns:a16="http://schemas.microsoft.com/office/drawing/2014/main" id="{216BC373-5F14-4BD2-E2FA-2CBC70AC0B9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28" b="128"/>
          <a:stretch>
            <a:fillRect/>
          </a:stretch>
        </p:blipFill>
        <p:spPr/>
      </p:pic>
      <p:pic>
        <p:nvPicPr>
          <p:cNvPr id="23" name="Picture Placeholder 22" descr="Morse Code with solid fill">
            <a:extLst>
              <a:ext uri="{FF2B5EF4-FFF2-40B4-BE49-F238E27FC236}">
                <a16:creationId xmlns:a16="http://schemas.microsoft.com/office/drawing/2014/main" id="{C67758D6-6C1D-2263-93C8-079F70553A3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pic>
        <p:nvPicPr>
          <p:cNvPr id="27" name="Picture Placeholder 26" descr="Ruler with solid fill">
            <a:extLst>
              <a:ext uri="{FF2B5EF4-FFF2-40B4-BE49-F238E27FC236}">
                <a16:creationId xmlns:a16="http://schemas.microsoft.com/office/drawing/2014/main" id="{3D96D35D-53B4-815A-1692-BA48D03FDD73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28" b="128"/>
          <a:stretch>
            <a:fillRect/>
          </a:stretch>
        </p:blipFill>
        <p:spPr/>
      </p:pic>
      <p:pic>
        <p:nvPicPr>
          <p:cNvPr id="33" name="Picture Placeholder 32" descr="Supply And Demand with solid fill">
            <a:extLst>
              <a:ext uri="{FF2B5EF4-FFF2-40B4-BE49-F238E27FC236}">
                <a16:creationId xmlns:a16="http://schemas.microsoft.com/office/drawing/2014/main" id="{56D23643-732E-35DB-0A22-8E26206083CA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49587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1FB54860-C429-A388-6710-19C6EED59A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3208933"/>
              </p:ext>
            </p:extLst>
          </p:nvPr>
        </p:nvGraphicFramePr>
        <p:xfrm>
          <a:off x="817124" y="1291717"/>
          <a:ext cx="2898842" cy="44805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274323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624519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</a:tblGrid>
              <a:tr h="266266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Bronze 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B7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B7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33541">
                <a:tc>
                  <a:txBody>
                    <a:bodyPr/>
                    <a:lstStyle/>
                    <a:p>
                      <a:pPr algn="l"/>
                      <a:r>
                        <a:rPr lang="en-US" altLang="zh-HK" sz="800" b="1" i="0" dirty="0" err="1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bronze_users_attributes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Name,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Age,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SSN,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Occupation,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1829285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bronze_users_financials</a:t>
                      </a:r>
                      <a:r>
                        <a:rPr lang="en-US" altLang="zh-HK" sz="800" b="1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endParaRPr lang="en-US" altLang="zh-HK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Annual_Income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Monthly_Inhand_Salary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Num_Bank_Accounts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Num_Credit_Card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Interest_Rate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Num_of_Loan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Type_of_Loan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Delay_from_due_date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Num_of_Delayed_Payment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Changed_Credit_Limit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Num_Credit_Inquiries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Credit_Mix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Outstanding_Debt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Credit_Utilization_Ratio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Credit_History_Age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Payment_of_Min_Amount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Total_EMI_per_month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Amount_invested_monthly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Monthly_Balance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Payment_Behaviour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279474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i="0" dirty="0" err="1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bronze_users_clickstream</a:t>
                      </a:r>
                      <a:endParaRPr lang="en-US" altLang="zh-HK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  <a:p>
                      <a:pPr algn="l"/>
                      <a:endParaRPr lang="en-US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fe_1 … fe_20,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914642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i="0" dirty="0" err="1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bronze_loan_daily</a:t>
                      </a:r>
                      <a:r>
                        <a:rPr lang="en-US" altLang="zh-HK" sz="800" b="1" i="0" dirty="0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 </a:t>
                      </a:r>
                    </a:p>
                    <a:p>
                      <a:pPr algn="l"/>
                      <a:endParaRPr lang="en-US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loan_id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loan_start_date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tenure,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installment_num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loan_amt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due_amt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paid_amt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overdue_amt</a:t>
                      </a: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>
                          <a:solidFill>
                            <a:schemeClr val="bg1"/>
                          </a:solidFill>
                          <a:latin typeface="+mn-lt"/>
                        </a:rPr>
                        <a:t>balance,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altLang="zh-HK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6E8C461C-A1D4-2712-744E-FDBD99A9C2B4}"/>
              </a:ext>
            </a:extLst>
          </p:cNvPr>
          <p:cNvSpPr txBox="1">
            <a:spLocks/>
          </p:cNvSpPr>
          <p:nvPr/>
        </p:nvSpPr>
        <p:spPr>
          <a:xfrm>
            <a:off x="817124" y="582060"/>
            <a:ext cx="10881360" cy="1069848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Appendix – Data Tables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A2F68D8E-18C4-8E86-0F8A-194403EECF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7402073"/>
              </p:ext>
            </p:extLst>
          </p:nvPr>
        </p:nvGraphicFramePr>
        <p:xfrm>
          <a:off x="3917086" y="1291715"/>
          <a:ext cx="3544774" cy="438912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303650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499994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74113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</a:tblGrid>
              <a:tr h="398136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Silver 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200" b="1" i="0" dirty="0">
                          <a:solidFill>
                            <a:schemeClr val="bg1"/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Enforced 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64923">
                <a:tc>
                  <a:txBody>
                    <a:bodyPr/>
                    <a:lstStyle/>
                    <a:p>
                      <a:pPr algn="l"/>
                      <a:r>
                        <a:rPr lang="en-US" altLang="zh-HK" sz="800" b="1" i="0" dirty="0" err="1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silver_users_attributes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Name_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Masked,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Age,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SSN_Masked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Occupation,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1911051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silver_users_financials</a:t>
                      </a:r>
                      <a:endParaRPr lang="en-US" altLang="zh-HK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Annual_Income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Monthly_Inhand_Salary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Num_Bank_Accounts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Num_Credit_Card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Interest_Rate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Num_of_Loan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Type_of_Loan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 (standardized),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Delay_from_due_date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Num_of_Delayed_Payment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Changed_Credit_Limit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Num_Credit_Inquiries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Credit_Mix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 (normalized),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Outstanding_Debt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Credit_Utilization_Ratio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Credit_History_Age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 (months),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Payment_of_Min_Amount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Total_EMI_per_month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Amount_invested_monthly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Monthly_Balance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Payment_Behaviour_Spent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Payment_Behaviour_Payment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325035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i="0" dirty="0" err="1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silver_users_clickstream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fe_1 … fe_20 as integers,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HK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l"/>
                      <a:r>
                        <a:rPr lang="en-US" altLang="zh-HK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</a:t>
                      </a:r>
                    </a:p>
                    <a:p>
                      <a:pPr algn="l"/>
                      <a:r>
                        <a:rPr lang="en-US" altLang="zh-HK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5739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i="0" dirty="0" err="1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silver_loan_daily</a:t>
                      </a:r>
                      <a:r>
                        <a:rPr lang="en-US" altLang="zh-HK" sz="800" b="1" i="0" dirty="0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 </a:t>
                      </a:r>
                    </a:p>
                    <a:p>
                      <a:pPr algn="l"/>
                      <a:endParaRPr lang="en-US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Bronze columns +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Derived columns: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mob,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dpd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installments_missed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first_missed_date</a:t>
                      </a:r>
                      <a:endParaRPr lang="en-US" altLang="zh-HK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Various</a:t>
                      </a:r>
                    </a:p>
                    <a:p>
                      <a:pPr algn="l"/>
                      <a:endParaRPr lang="en-US" sz="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l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0FDDCDB-4C45-B6D0-DE4B-25E0B486FD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0334972"/>
              </p:ext>
            </p:extLst>
          </p:nvPr>
        </p:nvGraphicFramePr>
        <p:xfrm>
          <a:off x="7662980" y="1291715"/>
          <a:ext cx="4205170" cy="49377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290389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124206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</a:tblGrid>
              <a:tr h="42817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Gold 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8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200" b="1" i="0" dirty="0">
                          <a:solidFill>
                            <a:schemeClr val="bg1"/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Enforced 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3682341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gold_feature_store</a:t>
                      </a:r>
                      <a:endParaRPr lang="en-US" altLang="zh-HK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Metadata: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label_snapshot_date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attributes_snapshot_date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financials_snapshot_date</a:t>
                      </a:r>
                      <a:endParaRPr lang="en-US" altLang="zh-HK" sz="600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Attributes: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Age_bin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Occupation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Financials: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Annual_Income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Monthly_Inhand_Salary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Num_Bank_Accounts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Num_Credit_Card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Num_of_Loan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Type_of_Loan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Interest_Rate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Delay_from_due_date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Num_of_Delayed_Payment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Num_Credit_Inquiries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Outstanding_Debt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Credit_Utilization_Ratio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Credit_History_Age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Total_EMI_per_month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Amount_invested_monthly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Monthly_Balance</a:t>
                      </a:r>
                      <a:endParaRPr lang="en-US" altLang="zh-HK" sz="600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Encodings: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Credit_Mix_Enc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Payment_of_Min_Amount_Enc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Payment_Behaviour_Spent_Enc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Payment_Behaviour_Payment_Enc</a:t>
                      </a:r>
                      <a:endParaRPr lang="en-US" altLang="zh-HK" sz="600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Engineered ratios: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emi_to_income_ratio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debt_to_income_ratio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avg_delay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balance_to_income_ratio</a:t>
                      </a:r>
                      <a:endParaRPr lang="en-US" altLang="zh-HK" sz="600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pPr marL="357188" marR="0" lvl="1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Flags: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high_credit_inquiry_flag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high_utilization_flag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high_emi_burden_flag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negative_balance_flag</a:t>
                      </a:r>
                      <a:endParaRPr lang="en-US" altLang="zh-HK" sz="600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Clickstream features: </a:t>
                      </a:r>
                    </a:p>
                    <a:p>
                      <a:pPr marL="539750" marR="0" lvl="2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6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fe_1_mean … fe_20_mean</a:t>
                      </a:r>
                      <a:endParaRPr lang="en-US" sz="6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   </a:t>
                      </a:r>
                    </a:p>
                    <a:p>
                      <a:pPr algn="ctr"/>
                      <a:endParaRPr lang="en-US" sz="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BOOLEAN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BOOLEAN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BOOLEAN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BOOLEAN</a:t>
                      </a:r>
                    </a:p>
                    <a:p>
                      <a:pPr algn="ctr"/>
                      <a:endParaRPr lang="en-US" sz="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FLOAT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800" b="1" i="0" dirty="0" err="1">
                          <a:solidFill>
                            <a:schemeClr val="bg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gold_label_store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loan_id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Customer_ID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label,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label_def</a:t>
                      </a:r>
                      <a:r>
                        <a:rPr lang="en-US" altLang="zh-HK" sz="60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600" dirty="0" err="1">
                          <a:solidFill>
                            <a:schemeClr val="bg1"/>
                          </a:solidFill>
                          <a:latin typeface="+mn-lt"/>
                        </a:rPr>
                        <a:t>snapshot_date</a:t>
                      </a:r>
                      <a:endParaRPr lang="en-US" altLang="zh-HK" sz="600" b="0" i="0" dirty="0">
                        <a:solidFill>
                          <a:schemeClr val="bg1"/>
                        </a:solidFill>
                        <a:latin typeface="+mn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</a:t>
                      </a:r>
                      <a:endParaRPr lang="en-US" sz="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 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STRING</a:t>
                      </a:r>
                    </a:p>
                    <a:p>
                      <a:pPr algn="ctr"/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DATE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C89127-5A1E-BDE7-AD53-18E320E9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06B68E-D5FE-21E1-4FCB-965AC0D35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9792" y="5833872"/>
            <a:ext cx="3621024" cy="493776"/>
          </a:xfrm>
        </p:spPr>
        <p:txBody>
          <a:bodyPr/>
          <a:lstStyle/>
          <a:p>
            <a:r>
              <a:rPr lang="en-US" altLang="zh-HK" dirty="0"/>
              <a:t>Design Decisions</a:t>
            </a:r>
            <a:endParaRPr lang="zh-HK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88227-9D65-DD3E-9F09-F2FEADAED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386585"/>
            <a:ext cx="3621024" cy="2578608"/>
          </a:xfrm>
        </p:spPr>
        <p:txBody>
          <a:bodyPr/>
          <a:lstStyle/>
          <a:p>
            <a:r>
              <a:rPr lang="en-US" altLang="zh-HK" dirty="0"/>
              <a:t>The PII are masked in the silver layer to ensure sensitive information would not be accidentally shared within the enterprise.</a:t>
            </a:r>
          </a:p>
          <a:p>
            <a:r>
              <a:rPr lang="en-US" altLang="zh-HK" dirty="0"/>
              <a:t>Schema enforcement prevents dirty data from propagating.</a:t>
            </a:r>
          </a:p>
          <a:p>
            <a:r>
              <a:rPr lang="en-US" altLang="zh-HK" dirty="0"/>
              <a:t>Separate logic per data domain ensures data quality early.</a:t>
            </a:r>
          </a:p>
          <a:p>
            <a:r>
              <a:rPr lang="en-US" dirty="0"/>
              <a:t>Partition by snapshot month for reproducibility.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CD2C30-8353-9CF2-BB5E-62B48A97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Crypto: investing &amp; trading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51D83A-5F64-0829-694A-68996100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5347462-2E70-7AAC-8501-D5726A00A945}"/>
              </a:ext>
            </a:extLst>
          </p:cNvPr>
          <p:cNvSpPr txBox="1">
            <a:spLocks/>
          </p:cNvSpPr>
          <p:nvPr/>
        </p:nvSpPr>
        <p:spPr>
          <a:xfrm>
            <a:off x="5423492" y="1750869"/>
            <a:ext cx="5940413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/>
              <a:t>Extract: Bronze clickstream, attributes and financials.</a:t>
            </a:r>
          </a:p>
          <a:p>
            <a:r>
              <a:rPr lang="en-US" altLang="zh-HK" dirty="0"/>
              <a:t>Transform: </a:t>
            </a:r>
          </a:p>
          <a:p>
            <a:pPr lvl="1"/>
            <a:r>
              <a:rPr lang="en-US" altLang="zh-HK" dirty="0"/>
              <a:t>Enforce schema on all features.</a:t>
            </a:r>
          </a:p>
          <a:p>
            <a:pPr lvl="1"/>
            <a:r>
              <a:rPr lang="en-US" altLang="zh-HK" dirty="0"/>
              <a:t>Attributes: </a:t>
            </a:r>
          </a:p>
          <a:p>
            <a:pPr lvl="2"/>
            <a:r>
              <a:rPr lang="en-US" altLang="zh-HK" dirty="0"/>
              <a:t>Mask Personal Identifiable Information (PII) including Name and SSN.</a:t>
            </a:r>
          </a:p>
          <a:p>
            <a:pPr lvl="2"/>
            <a:r>
              <a:rPr lang="en-US" altLang="zh-HK" dirty="0"/>
              <a:t>Set invalid Age range to Null.</a:t>
            </a:r>
          </a:p>
          <a:p>
            <a:pPr lvl="1"/>
            <a:r>
              <a:rPr lang="en-US" altLang="zh-HK" dirty="0"/>
              <a:t>Clickstream: </a:t>
            </a:r>
          </a:p>
          <a:p>
            <a:pPr lvl="2"/>
            <a:r>
              <a:rPr lang="en-US" altLang="zh-HK" dirty="0"/>
              <a:t>Convert 20 features (fe_1 to fe_20) to integers.</a:t>
            </a:r>
          </a:p>
          <a:p>
            <a:pPr lvl="1"/>
            <a:r>
              <a:rPr lang="en-US" altLang="zh-HK" dirty="0"/>
              <a:t>Financials:</a:t>
            </a:r>
          </a:p>
          <a:p>
            <a:pPr lvl="2"/>
            <a:r>
              <a:rPr lang="en-US" altLang="zh-HK" dirty="0"/>
              <a:t>Parse </a:t>
            </a:r>
            <a:r>
              <a:rPr lang="en-US" altLang="zh-HK" dirty="0" err="1"/>
              <a:t>Annual_Income</a:t>
            </a:r>
            <a:r>
              <a:rPr lang="en-US" altLang="zh-HK" dirty="0"/>
              <a:t>, </a:t>
            </a:r>
            <a:r>
              <a:rPr lang="en-US" altLang="zh-HK" dirty="0" err="1"/>
              <a:t>Num_of_Loan</a:t>
            </a:r>
            <a:r>
              <a:rPr lang="en-US" altLang="zh-HK" dirty="0"/>
              <a:t>, </a:t>
            </a:r>
            <a:r>
              <a:rPr lang="en-US" altLang="zh-HK" dirty="0" err="1"/>
              <a:t>Num_of_Delayed_Payment</a:t>
            </a:r>
            <a:r>
              <a:rPr lang="en-US" altLang="zh-HK" dirty="0"/>
              <a:t>, </a:t>
            </a:r>
            <a:r>
              <a:rPr lang="en-US" altLang="zh-HK" dirty="0" err="1"/>
              <a:t>Outstanding_Debt</a:t>
            </a:r>
            <a:r>
              <a:rPr lang="en-US" altLang="zh-HK" dirty="0"/>
              <a:t>, </a:t>
            </a:r>
            <a:r>
              <a:rPr lang="en-US" altLang="zh-HK" dirty="0" err="1"/>
              <a:t>Changed_Credit_Limit</a:t>
            </a:r>
            <a:r>
              <a:rPr lang="en-US" altLang="zh-HK" dirty="0"/>
              <a:t>, </a:t>
            </a:r>
            <a:r>
              <a:rPr lang="en-US" altLang="zh-HK" dirty="0" err="1"/>
              <a:t>Outstanding_Debt</a:t>
            </a:r>
            <a:r>
              <a:rPr lang="en-US" altLang="zh-HK" dirty="0"/>
              <a:t>, </a:t>
            </a:r>
            <a:r>
              <a:rPr lang="en-US" altLang="zh-HK" dirty="0" err="1"/>
              <a:t>Amount_invested_monthly</a:t>
            </a:r>
            <a:r>
              <a:rPr lang="en-US" altLang="zh-HK" dirty="0"/>
              <a:t>, </a:t>
            </a:r>
            <a:r>
              <a:rPr lang="en-US" altLang="zh-HK" dirty="0" err="1"/>
              <a:t>Monthly_Balance</a:t>
            </a:r>
            <a:r>
              <a:rPr lang="en-US" altLang="zh-HK" dirty="0"/>
              <a:t> to numerical.</a:t>
            </a:r>
          </a:p>
          <a:p>
            <a:pPr lvl="2"/>
            <a:r>
              <a:rPr lang="en-US" altLang="zh-HK" dirty="0"/>
              <a:t>Clean “</a:t>
            </a:r>
            <a:r>
              <a:rPr lang="en-US" altLang="zh-HK" dirty="0" err="1"/>
              <a:t>Type_of_Loan</a:t>
            </a:r>
            <a:r>
              <a:rPr lang="en-US" altLang="zh-HK" dirty="0"/>
              <a:t>”</a:t>
            </a:r>
          </a:p>
          <a:p>
            <a:pPr lvl="2"/>
            <a:r>
              <a:rPr lang="en-US" altLang="zh-HK" dirty="0"/>
              <a:t>Parse “</a:t>
            </a:r>
            <a:r>
              <a:rPr lang="en-US" altLang="zh-HK" dirty="0" err="1"/>
              <a:t>Credit_History_Age</a:t>
            </a:r>
            <a:r>
              <a:rPr lang="en-US" altLang="zh-HK" dirty="0"/>
              <a:t>” to number of month.</a:t>
            </a:r>
          </a:p>
          <a:p>
            <a:pPr lvl="2"/>
            <a:r>
              <a:rPr lang="en-US" altLang="zh-HK" dirty="0"/>
              <a:t>Split </a:t>
            </a:r>
            <a:r>
              <a:rPr lang="en-US" altLang="zh-HK" dirty="0" err="1"/>
              <a:t>Payment_Behaviour</a:t>
            </a:r>
            <a:r>
              <a:rPr lang="en-US" altLang="zh-HK" dirty="0"/>
              <a:t>”</a:t>
            </a:r>
          </a:p>
          <a:p>
            <a:r>
              <a:rPr lang="en-US" altLang="zh-HK" dirty="0"/>
              <a:t>Load: Stored as standardized Parquet files.</a:t>
            </a:r>
          </a:p>
        </p:txBody>
      </p:sp>
      <p:sp>
        <p:nvSpPr>
          <p:cNvPr id="119" name="Title 118">
            <a:extLst>
              <a:ext uri="{FF2B5EF4-FFF2-40B4-BE49-F238E27FC236}">
                <a16:creationId xmlns:a16="http://schemas.microsoft.com/office/drawing/2014/main" id="{0AC6AA9B-37B1-5860-80E5-AEBECFE9D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 dirty="0"/>
          </a:p>
        </p:txBody>
      </p:sp>
      <p:graphicFrame>
        <p:nvGraphicFramePr>
          <p:cNvPr id="134" name="Chart 133">
            <a:extLst>
              <a:ext uri="{FF2B5EF4-FFF2-40B4-BE49-F238E27FC236}">
                <a16:creationId xmlns:a16="http://schemas.microsoft.com/office/drawing/2014/main" id="{308010A8-F58E-A063-5CC8-AAB37ACAA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6821040"/>
              </p:ext>
            </p:extLst>
          </p:nvPr>
        </p:nvGraphicFramePr>
        <p:xfrm>
          <a:off x="816762" y="4437417"/>
          <a:ext cx="3329022" cy="2246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570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B0F0"/>
      </a:accent1>
      <a:accent2>
        <a:srgbClr val="ECC830"/>
      </a:accent2>
      <a:accent3>
        <a:srgbClr val="B19FE3"/>
      </a:accent3>
      <a:accent4>
        <a:srgbClr val="D0D0D0"/>
      </a:accent4>
      <a:accent5>
        <a:srgbClr val="33CCCC"/>
      </a:accent5>
      <a:accent6>
        <a:srgbClr val="47D45A"/>
      </a:accent6>
      <a:hlink>
        <a:srgbClr val="467886"/>
      </a:hlink>
      <a:folHlink>
        <a:srgbClr val="96607D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3019</TotalTime>
  <Words>2231</Words>
  <Application>Microsoft Office PowerPoint</Application>
  <PresentationFormat>Widescreen</PresentationFormat>
  <Paragraphs>465</Paragraphs>
  <Slides>11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Segoe UI Light</vt:lpstr>
      <vt:lpstr>Tw Cen MT</vt:lpstr>
      <vt:lpstr>Office Theme</vt:lpstr>
      <vt:lpstr>Loan Risk Data Pipeline (Bronze → Silver → Gold)</vt:lpstr>
      <vt:lpstr>Why Build This Pipeline?</vt:lpstr>
      <vt:lpstr>Architecture Overview</vt:lpstr>
      <vt:lpstr>Raw Data to Bronze</vt:lpstr>
      <vt:lpstr>PowerPoint Presentation</vt:lpstr>
      <vt:lpstr>PowerPoint Presentation</vt:lpstr>
      <vt:lpstr>PowerPoint Presentation</vt:lpstr>
      <vt:lpstr>PowerPoint Presentation</vt:lpstr>
      <vt:lpstr>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YIP Pak Kei</dc:creator>
  <cp:lastModifiedBy>YIP Pak Kei</cp:lastModifiedBy>
  <cp:revision>2</cp:revision>
  <dcterms:created xsi:type="dcterms:W3CDTF">2025-09-26T09:43:50Z</dcterms:created>
  <dcterms:modified xsi:type="dcterms:W3CDTF">2025-09-29T05:12:11Z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